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5"/>
  </p:notesMasterIdLst>
  <p:sldIdLst>
    <p:sldId id="268" r:id="rId6"/>
    <p:sldId id="28678" r:id="rId7"/>
    <p:sldId id="2141412682" r:id="rId8"/>
    <p:sldId id="2141412684" r:id="rId9"/>
    <p:sldId id="2141412685" r:id="rId10"/>
    <p:sldId id="2141412686" r:id="rId11"/>
    <p:sldId id="2141412683" r:id="rId12"/>
    <p:sldId id="2141412687" r:id="rId13"/>
    <p:sldId id="214141268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6F1DDB-F106-685E-91CA-1FCE2783125C}" v="35" dt="2023-03-30T12:48:58.187"/>
    <p1510:client id="{B375FF1D-5F13-486F-9789-5F0073DFB317}" v="65" dt="2023-03-30T14:46:49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12752-82C5-4BD7-8D5E-B74D78F86599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FB30D-62DB-422B-A84C-F286520C4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124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D8153-29EE-49F1-A75C-4DEA830E5D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74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3200" y="254000"/>
            <a:ext cx="6399213" cy="36004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3684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D8153-29EE-49F1-A75C-4DEA830E5D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22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3200" y="254000"/>
            <a:ext cx="6399213" cy="36004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8261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D8153-29EE-49F1-A75C-4DEA830E5D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34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3200" y="254000"/>
            <a:ext cx="6399213" cy="36004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8265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D8153-29EE-49F1-A75C-4DEA830E5D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47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3200" y="254000"/>
            <a:ext cx="6399213" cy="36004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1387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FABB-A101-486A-9483-8AF6508E3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AB352-46DB-4B09-AFE6-5DDA53C95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FD651-B846-4515-BC57-3F2555429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66A1E-7416-41A7-8526-6D29DF45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D45DA-6205-4044-8B92-B95EC610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74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77736-BAAE-495F-8A5B-7485824E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116A-695C-416B-9B8A-E7DC65937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A4510-94F0-4D05-A20A-80546D5D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48BD5-FD8C-4DDC-AC99-A5E90AC3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5C2DE-FDC6-4C45-9F39-1F276F5B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28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CAE5C-3062-46F5-8009-DF72BC60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788BE-1EDD-4D6C-B694-A648074E5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1936F-D216-482A-AC36-2473C252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72B60-0728-41CF-9132-FCC96FE7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2D95A-30C5-4485-80D0-714EF06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73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F9083-0609-4544-BA09-31100D49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B1EC9-2DBD-4273-A7FB-FBD9086EE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E3AAE-AB01-4209-ABE7-8B8755325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DC78A-9A45-409E-9D1C-66E7DA84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DEAD7-0F8B-4758-950C-38FB0F2D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71DEA-36E9-4A5A-9064-F11827AE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7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3EE1-A5F8-4CDA-BBF2-B96764B16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51D4F-C4CE-435C-B832-756961B6E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3C341-8F26-42D2-8FD0-782F5ED0D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5E70BC-45DA-4EE9-BACA-2A1946F5B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6C3BA-D0B4-4D53-980C-1C3179635F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32FD8-A485-4475-B34A-6A99F7EF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4AEE1-BFFD-4ED7-BCFB-4EDF19AD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1244A8-3042-46B1-831C-C260D9C9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60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18415-959D-4F16-A82D-13D7CEE2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7EA8FB-C867-4C0A-9313-C08FBA12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28662-22A2-4C26-A9D3-CAC82F7E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0311B-4254-4E5C-85F7-2B969D37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110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9617C-BE5A-455B-B8EC-C930C95D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4FC575-81F2-4E02-B23F-D6608DFD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75913-FA72-4220-937A-1EE25B0F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104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7054-F28B-449B-85C3-6D2D97BA2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1BC04-9B74-49D4-8D42-1094A8B39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6AAC8-0B2E-433B-9A06-2BC0F1CB7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96DA0-ACEF-4D12-A85C-8E20EB94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84B51-53D7-46A4-B572-C00354A20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5D6E1-4A7A-4B4F-B675-5FCEDD5C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45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0E29-E2A3-4280-9FFC-E168FDBB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F59E5-E093-4DCE-B098-6752F3EFB6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1045F-8B26-4AEF-BED1-14F0FB5CE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E22DA-2DBA-4FF5-AC6C-FC16FA3F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1D692-54A2-4D8F-8550-A7BE6471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EC949-22B7-4FE4-A8ED-27854745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402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6949-6632-4145-8C54-3AF217BA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95D9B-C9DC-40ED-A702-B3E7FBB58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75C6E-C258-40B8-9D0A-41D06E61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2983F-7B3A-4C5D-B4FB-1812FF7D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D0750-D223-4AEC-99E7-3851459C8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59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68DEC-749D-4A23-BF08-67D1FAEA1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335D8-4D4D-4126-BB60-17E1720F6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BA010-962E-4571-B30A-2E003205A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583B7-C4B8-4CFD-B8E1-70063CD19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E60DA-E874-4AE0-893C-4D0C7A920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90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Bildplatzhalter 4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0" y="1"/>
            <a:ext cx="12192000" cy="6857999"/>
          </a:xfrm>
          <a:prstGeom prst="rect">
            <a:avLst/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a picture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287423" y="2385705"/>
            <a:ext cx="10163094" cy="669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5441" b="1" i="0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Cover Headline </a:t>
            </a:r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301019" y="3179994"/>
            <a:ext cx="4662798" cy="390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2539" b="0" i="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r>
              <a:rPr lang="en-GB" noProof="0" dirty="0"/>
              <a:t> / </a:t>
            </a:r>
            <a:r>
              <a:rPr lang="en-GB" noProof="0" dirty="0" err="1"/>
              <a:t>Bodycopy</a:t>
            </a:r>
            <a:endParaRPr lang="en-GB" noProof="0" dirty="0"/>
          </a:p>
        </p:txBody>
      </p:sp>
      <p:sp>
        <p:nvSpPr>
          <p:cNvPr id="7" name="Textplatzhalter 5"/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477958" y="3299621"/>
            <a:ext cx="195438" cy="306255"/>
          </a:xfrm>
          <a:prstGeom prst="rect">
            <a:avLst/>
          </a:prstGeom>
        </p:spPr>
        <p:txBody>
          <a:bodyPr vert="vert270" wrap="square" lIns="0" tIns="0" rIns="0" bIns="0" anchor="t" anchorCtr="0">
            <a:spAutoFit/>
          </a:bodyPr>
          <a:lstStyle>
            <a:lvl1pPr algn="r">
              <a:lnSpc>
                <a:spcPct val="100000"/>
              </a:lnSpc>
              <a:defRPr sz="1270" b="1" i="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432481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2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Bildplatzhalter 4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de-DE" dirty="0"/>
              <a:t>▲</a:t>
            </a:r>
            <a:br>
              <a:rPr lang="de-DE" dirty="0"/>
            </a:br>
            <a:r>
              <a:rPr lang="de-DE" dirty="0"/>
              <a:t>Add a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287423" y="2385705"/>
            <a:ext cx="10163094" cy="669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5441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Cover Headline </a:t>
            </a:r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301019" y="3179994"/>
            <a:ext cx="4655586" cy="390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2539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r>
              <a:rPr lang="en-GB" noProof="0" dirty="0"/>
              <a:t> / </a:t>
            </a:r>
            <a:r>
              <a:rPr lang="en-GB" noProof="0" dirty="0" err="1"/>
              <a:t>Bodycopy</a:t>
            </a:r>
            <a:endParaRPr lang="en-GB" noProof="0" dirty="0"/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26" hasCustomPrompt="1"/>
          </p:nvPr>
        </p:nvSpPr>
        <p:spPr>
          <a:xfrm>
            <a:off x="446397" y="3299622"/>
            <a:ext cx="254014" cy="254027"/>
          </a:xfrm>
          <a:prstGeom prst="rect">
            <a:avLst/>
          </a:prstGeom>
        </p:spPr>
        <p:txBody>
          <a:bodyPr vert="vert270" wrap="square" lIns="0" tIns="0" rIns="0" bIns="0">
            <a:spAutoFit/>
          </a:bodyPr>
          <a:lstStyle>
            <a:lvl1pPr algn="r">
              <a:defRPr sz="127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99025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4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7532894" y="0"/>
            <a:ext cx="4659106" cy="6858000"/>
          </a:xfrm>
          <a:prstGeom prst="rect">
            <a:avLst/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a picture</a:t>
            </a:r>
          </a:p>
        </p:txBody>
      </p:sp>
      <p:sp>
        <p:nvSpPr>
          <p:cNvPr id="3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634155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</p:spTree>
    <p:extLst>
      <p:ext uri="{BB962C8B-B14F-4D97-AF65-F5344CB8AC3E}">
        <p14:creationId xmlns:p14="http://schemas.microsoft.com/office/powerpoint/2010/main" val="3871383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4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7532894" y="0"/>
            <a:ext cx="4659106" cy="6858000"/>
          </a:xfrm>
          <a:prstGeom prst="rect">
            <a:avLst/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a picture</a:t>
            </a:r>
          </a:p>
        </p:txBody>
      </p:sp>
      <p:sp>
        <p:nvSpPr>
          <p:cNvPr id="3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6431700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4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20458" y="1348703"/>
            <a:ext cx="306348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7390888" y="4174305"/>
            <a:ext cx="2637664" cy="1926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515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01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520458" y="1728307"/>
            <a:ext cx="3063488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3612550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_basic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12559" y="1896797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4" name="Textplatzhalter 5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520457" y="951834"/>
            <a:ext cx="11158984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300448" y="1896797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512558" y="6060972"/>
            <a:ext cx="5378993" cy="1116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726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Legal / Source Descriptor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2D513402-175E-4C92-9778-424601400B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20458" y="2276400"/>
            <a:ext cx="5378993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DA9465FC-E3FF-4F32-9DB8-0CE25218660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6292549" y="2276400"/>
            <a:ext cx="5378993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3037262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-option_left-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4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012059" y="2632714"/>
            <a:ext cx="2417028" cy="4225284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180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3" name="Bildplatzhalter 4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6722366" y="2632714"/>
            <a:ext cx="2417028" cy="4225284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180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432672" y="2632714"/>
            <a:ext cx="2417028" cy="4225284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180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12559" y="1457863"/>
            <a:ext cx="2775883" cy="2791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814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4012059" y="1464551"/>
            <a:ext cx="241702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20" name="Textplatzhalter 5"/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722366" y="1457862"/>
            <a:ext cx="241702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22" name="Textplatzhalter 5"/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9432672" y="1457862"/>
            <a:ext cx="241702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52E3CFEE-C530-4CA5-9EA2-FA0080B6E33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520458" y="1837466"/>
            <a:ext cx="2775883" cy="5583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14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814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2A25DD16-92DA-4E42-84BE-F66CE4EEC74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4004472" y="1844154"/>
            <a:ext cx="2424615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D8731642-EE0A-410C-9669-6FE7A503832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722366" y="1837466"/>
            <a:ext cx="2424615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28" name="Textplatzhalter 5">
            <a:extLst>
              <a:ext uri="{FF2B5EF4-FFF2-40B4-BE49-F238E27FC236}">
                <a16:creationId xmlns:a16="http://schemas.microsoft.com/office/drawing/2014/main" id="{CF500C2F-7100-43C9-B193-3FC94C08F7C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9417521" y="1837466"/>
            <a:ext cx="2424615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2125030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-option_left-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4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6333425" y="4090885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3" name="Bildplatzhalter 4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271809" y="4090885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10210192" y="4090885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540252" y="2805632"/>
            <a:ext cx="1469249" cy="13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907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540252" y="3065091"/>
            <a:ext cx="1469249" cy="418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63242" indent="-163242" algn="l">
              <a:lnSpc>
                <a:spcPct val="100000"/>
              </a:lnSpc>
              <a:buFontTx/>
              <a:buNone/>
              <a:defRPr sz="907" b="0" i="0" baseline="0">
                <a:solidFill>
                  <a:schemeClr val="accent3"/>
                </a:solidFill>
                <a:latin typeface="+mn-lt"/>
              </a:defRPr>
            </a:lvl1pPr>
            <a:lvl2pPr marL="163242" indent="-163242">
              <a:buFontTx/>
              <a:buNone/>
              <a:defRPr sz="907">
                <a:solidFill>
                  <a:schemeClr val="accent3"/>
                </a:solidFill>
                <a:latin typeface="+mn-lt"/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24" name="Bildplatzhalter 4"/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518274" y="4090885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25" name="Bildplatzhalter 4"/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2456658" y="4090885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26" name="Bildplatzhalter 4"/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4395041" y="4090885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27" name="Textplatzhalter 5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2456658" y="2805632"/>
            <a:ext cx="1469249" cy="13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907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29" name="Textplatzhalter 5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4395041" y="2805632"/>
            <a:ext cx="1469249" cy="13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907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1" name="Textplatzhalter 5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6333425" y="2805632"/>
            <a:ext cx="1469249" cy="13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907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3" name="Textplatzhalter 5"/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8271809" y="2805632"/>
            <a:ext cx="1469249" cy="13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907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5" name="Textplatzhalter 5"/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10184808" y="2805632"/>
            <a:ext cx="1469249" cy="13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907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7" name="Textplatzhalter 5"/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540252" y="1176357"/>
            <a:ext cx="5351300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9" name="Textplatzhalter 5"/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6300448" y="1176357"/>
            <a:ext cx="5351300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41" name="Bildplatzhalter 4"/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6327711" y="5176153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2" name="Bildplatzhalter 4"/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8266094" y="5176153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3" name="Bildplatzhalter 4"/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10204477" y="5176153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4" name="Bildplatzhalter 4"/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512559" y="5176153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5" name="Bildplatzhalter 4"/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2450943" y="5176153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6" name="Bildplatzhalter 4"/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4389327" y="5176153"/>
            <a:ext cx="1469249" cy="98064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8" name="Textplatzhalter 5">
            <a:extLst>
              <a:ext uri="{FF2B5EF4-FFF2-40B4-BE49-F238E27FC236}">
                <a16:creationId xmlns:a16="http://schemas.microsoft.com/office/drawing/2014/main" id="{F7373B30-2B6B-42CD-84DC-2E99E377379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 bwMode="gray">
          <a:xfrm>
            <a:off x="512559" y="1555960"/>
            <a:ext cx="5378993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49" name="Textplatzhalter 5">
            <a:extLst>
              <a:ext uri="{FF2B5EF4-FFF2-40B4-BE49-F238E27FC236}">
                <a16:creationId xmlns:a16="http://schemas.microsoft.com/office/drawing/2014/main" id="{FD72F21E-5BCC-4144-B626-02685EAD23AC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 bwMode="gray">
          <a:xfrm>
            <a:off x="6311222" y="1552850"/>
            <a:ext cx="5378993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50" name="Textplatzhalter 5">
            <a:extLst>
              <a:ext uri="{FF2B5EF4-FFF2-40B4-BE49-F238E27FC236}">
                <a16:creationId xmlns:a16="http://schemas.microsoft.com/office/drawing/2014/main" id="{D4297F68-3F10-4006-8A5C-6060E689A56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 bwMode="gray">
          <a:xfrm>
            <a:off x="2450943" y="3065091"/>
            <a:ext cx="1469249" cy="418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907" b="0" i="0" baseline="0">
                <a:solidFill>
                  <a:schemeClr val="accent3"/>
                </a:solidFill>
                <a:latin typeface="+mn-lt"/>
              </a:defRPr>
            </a:lvl1pPr>
            <a:lvl2pPr marL="391790" indent="0">
              <a:buFontTx/>
              <a:buNone/>
              <a:defRPr sz="907">
                <a:solidFill>
                  <a:schemeClr val="accent3"/>
                </a:solidFill>
                <a:latin typeface="+mn-lt"/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51" name="Textplatzhalter 5">
            <a:extLst>
              <a:ext uri="{FF2B5EF4-FFF2-40B4-BE49-F238E27FC236}">
                <a16:creationId xmlns:a16="http://schemas.microsoft.com/office/drawing/2014/main" id="{2B49FC7E-CC4C-43A2-9B2C-B539A636869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 bwMode="gray">
          <a:xfrm>
            <a:off x="4389327" y="3065091"/>
            <a:ext cx="1469249" cy="418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907" b="0" i="0" baseline="0">
                <a:solidFill>
                  <a:schemeClr val="accent3"/>
                </a:solidFill>
                <a:latin typeface="+mn-lt"/>
              </a:defRPr>
            </a:lvl1pPr>
            <a:lvl2pPr marL="391790" indent="0">
              <a:buFontTx/>
              <a:buNone/>
              <a:defRPr sz="907">
                <a:solidFill>
                  <a:schemeClr val="accent3"/>
                </a:solidFill>
                <a:latin typeface="+mn-lt"/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52" name="Textplatzhalter 5">
            <a:extLst>
              <a:ext uri="{FF2B5EF4-FFF2-40B4-BE49-F238E27FC236}">
                <a16:creationId xmlns:a16="http://schemas.microsoft.com/office/drawing/2014/main" id="{C7A21A25-4A16-41CD-96B6-FF8805A4B84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 bwMode="gray">
          <a:xfrm>
            <a:off x="6327711" y="3075779"/>
            <a:ext cx="1469249" cy="418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907" b="0" i="0" baseline="0">
                <a:solidFill>
                  <a:schemeClr val="accent3"/>
                </a:solidFill>
                <a:latin typeface="+mn-lt"/>
              </a:defRPr>
            </a:lvl1pPr>
            <a:lvl2pPr marL="391790" indent="0">
              <a:buFontTx/>
              <a:buNone/>
              <a:defRPr sz="907">
                <a:solidFill>
                  <a:schemeClr val="accent3"/>
                </a:solidFill>
                <a:latin typeface="+mn-lt"/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53" name="Textplatzhalter 5">
            <a:extLst>
              <a:ext uri="{FF2B5EF4-FFF2-40B4-BE49-F238E27FC236}">
                <a16:creationId xmlns:a16="http://schemas.microsoft.com/office/drawing/2014/main" id="{F33DFB80-3F1B-4D97-B47B-5D69CB81C31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 bwMode="gray">
          <a:xfrm>
            <a:off x="8261457" y="3085999"/>
            <a:ext cx="1469249" cy="418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907" b="0" i="0" baseline="0">
                <a:solidFill>
                  <a:schemeClr val="accent3"/>
                </a:solidFill>
                <a:latin typeface="+mn-lt"/>
              </a:defRPr>
            </a:lvl1pPr>
            <a:lvl2pPr marL="391790" indent="0">
              <a:buFontTx/>
              <a:buNone/>
              <a:defRPr sz="907">
                <a:solidFill>
                  <a:schemeClr val="accent3"/>
                </a:solidFill>
                <a:latin typeface="+mn-lt"/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54" name="Textplatzhalter 5">
            <a:extLst>
              <a:ext uri="{FF2B5EF4-FFF2-40B4-BE49-F238E27FC236}">
                <a16:creationId xmlns:a16="http://schemas.microsoft.com/office/drawing/2014/main" id="{C780EDD6-4001-4C7B-812D-0FE4B67CE0B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 bwMode="gray">
          <a:xfrm>
            <a:off x="10184808" y="3085999"/>
            <a:ext cx="1469249" cy="418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907" b="0" i="0" baseline="0">
                <a:solidFill>
                  <a:schemeClr val="accent3"/>
                </a:solidFill>
                <a:latin typeface="+mn-lt"/>
              </a:defRPr>
            </a:lvl1pPr>
            <a:lvl2pPr marL="391790" indent="0">
              <a:buFontTx/>
              <a:buNone/>
              <a:defRPr sz="907">
                <a:solidFill>
                  <a:schemeClr val="accent3"/>
                </a:solidFill>
                <a:latin typeface="+mn-lt"/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623798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-option_left-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4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659106" y="262052"/>
            <a:ext cx="2285498" cy="6333895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180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3" name="Bildplatzhalter 4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7107872" y="262052"/>
            <a:ext cx="2285498" cy="6333895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180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556637" y="262052"/>
            <a:ext cx="2285498" cy="6333895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180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5" y="432655"/>
            <a:ext cx="4140832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24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284178" y="1896797"/>
            <a:ext cx="337492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FD15345D-DA95-4729-8FB4-DC2B3DD830F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 bwMode="gray">
          <a:xfrm>
            <a:off x="1284178" y="2276400"/>
            <a:ext cx="3374928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890216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-option_left-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4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8583828" y="262050"/>
            <a:ext cx="3608172" cy="6595948"/>
          </a:xfrm>
          <a:prstGeom prst="roundRect">
            <a:avLst>
              <a:gd name="adj" fmla="val 0"/>
            </a:avLst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 baseline="0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de-DE" dirty="0"/>
              <a:t>▲</a:t>
            </a:r>
            <a:br>
              <a:rPr lang="de-DE" dirty="0"/>
            </a:br>
            <a:r>
              <a:rPr lang="de-DE" dirty="0"/>
              <a:t>Add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300448" y="262052"/>
            <a:ext cx="2428213" cy="659594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de-DE" dirty="0"/>
              <a:t>▲</a:t>
            </a:r>
            <a:br>
              <a:rPr lang="de-DE" dirty="0"/>
            </a:br>
            <a:r>
              <a:rPr lang="de-DE" dirty="0"/>
              <a:t>Add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20458" y="2157828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Content Headline</a:t>
            </a:r>
          </a:p>
        </p:txBody>
      </p:sp>
      <p:sp>
        <p:nvSpPr>
          <p:cNvPr id="11" name="Textplatzhalter 5"/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528645" y="949904"/>
            <a:ext cx="5362907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dirty="0"/>
              <a:t>Teaser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5" y="432655"/>
            <a:ext cx="5373278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Headline </a:t>
            </a:r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6C0FC9F7-2C22-4B02-B39C-6996E6EF115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 bwMode="gray">
          <a:xfrm>
            <a:off x="512559" y="2537432"/>
            <a:ext cx="5378993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28691095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-option_left-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5577726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25" name="Textplatzhalter 5"/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6300448" y="432655"/>
            <a:ext cx="2417028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45" name="Bildplatzhalter 4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6096000" y="3887014"/>
            <a:ext cx="2807558" cy="228561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6" name="Bildplatzhalter 4"/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8903558" y="1339059"/>
            <a:ext cx="2775884" cy="228561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7" name="Bildplatzhalter 4"/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12559" y="3887014"/>
            <a:ext cx="2775883" cy="228561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8" name="Bildplatzhalter 4"/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3288443" y="1339059"/>
            <a:ext cx="2807558" cy="228561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9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512559" y="1346958"/>
            <a:ext cx="277588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50" name="Textplatzhalter 5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512559" y="1734460"/>
            <a:ext cx="277588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marL="0" indent="0" algn="ctr">
              <a:lnSpc>
                <a:spcPct val="100000"/>
              </a:lnSpc>
              <a:buFont typeface="Courier New" panose="02070309020205020404" pitchFamily="49" charset="0"/>
              <a:buNone/>
              <a:defRPr sz="1270" b="0" i="0" baseline="0">
                <a:solidFill>
                  <a:schemeClr val="accent3"/>
                </a:solidFill>
                <a:latin typeface="+mn-lt"/>
              </a:defRPr>
            </a:lvl1pPr>
            <a:lvl2pPr marL="195895" indent="0">
              <a:buFont typeface="Courier New" panose="02070309020205020404" pitchFamily="49" charset="0"/>
              <a:buNone/>
              <a:defRPr sz="1270">
                <a:solidFill>
                  <a:schemeClr val="accent3"/>
                </a:solidFill>
                <a:latin typeface="+mn-lt"/>
              </a:defRPr>
            </a:lvl2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51" name="Textplatzhalter 5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3288443" y="3887014"/>
            <a:ext cx="280755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53" name="Textplatzhalter 5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097414" y="1346958"/>
            <a:ext cx="280614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55" name="Textplatzhalter 5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8873299" y="3887014"/>
            <a:ext cx="280614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7235D4D3-A166-4D09-9A4A-62D968E8F1F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3304279" y="4266617"/>
            <a:ext cx="277588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marL="0" indent="0" algn="ctr">
              <a:lnSpc>
                <a:spcPct val="100000"/>
              </a:lnSpc>
              <a:buFont typeface="Courier New" panose="02070309020205020404" pitchFamily="49" charset="0"/>
              <a:buNone/>
              <a:defRPr sz="1270" b="0" i="0" baseline="0">
                <a:solidFill>
                  <a:schemeClr val="accent3"/>
                </a:solidFill>
                <a:latin typeface="+mn-lt"/>
              </a:defRPr>
            </a:lvl1pPr>
            <a:lvl2pPr marL="455042" indent="-259147">
              <a:buFont typeface="Courier New" panose="02070309020205020404" pitchFamily="49" charset="0"/>
              <a:buChar char="o"/>
              <a:defRPr sz="1270">
                <a:solidFill>
                  <a:schemeClr val="accent3"/>
                </a:solidFill>
                <a:latin typeface="+mn-lt"/>
              </a:defRPr>
            </a:lvl2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8" name="Textplatzhalter 5">
            <a:extLst>
              <a:ext uri="{FF2B5EF4-FFF2-40B4-BE49-F238E27FC236}">
                <a16:creationId xmlns:a16="http://schemas.microsoft.com/office/drawing/2014/main" id="{B0C057DF-AD3A-4DB1-8997-BE239EAC179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6095999" y="1734460"/>
            <a:ext cx="280755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marL="0" indent="0" algn="ctr">
              <a:lnSpc>
                <a:spcPct val="100000"/>
              </a:lnSpc>
              <a:buFont typeface="Courier New" panose="02070309020205020404" pitchFamily="49" charset="0"/>
              <a:buNone/>
              <a:defRPr sz="1270" b="0" i="0" baseline="0">
                <a:solidFill>
                  <a:schemeClr val="accent3"/>
                </a:solidFill>
                <a:latin typeface="+mn-lt"/>
              </a:defRPr>
            </a:lvl1pPr>
            <a:lvl2pPr marL="455042" indent="-259147">
              <a:buFont typeface="Courier New" panose="02070309020205020404" pitchFamily="49" charset="0"/>
              <a:buChar char="o"/>
              <a:defRPr sz="1270">
                <a:solidFill>
                  <a:schemeClr val="accent3"/>
                </a:solidFill>
                <a:latin typeface="+mn-lt"/>
              </a:defRPr>
            </a:lvl2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A868BCEA-E4DE-4F85-9B95-D3B0D13480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8888428" y="4281239"/>
            <a:ext cx="277588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marL="0" indent="0" algn="ctr">
              <a:lnSpc>
                <a:spcPct val="100000"/>
              </a:lnSpc>
              <a:buFont typeface="Courier New" panose="02070309020205020404" pitchFamily="49" charset="0"/>
              <a:buNone/>
              <a:defRPr sz="1270" b="0" i="0" baseline="0">
                <a:solidFill>
                  <a:schemeClr val="accent3"/>
                </a:solidFill>
                <a:latin typeface="+mn-lt"/>
              </a:defRPr>
            </a:lvl1pPr>
            <a:lvl2pPr marL="455042" indent="-259147">
              <a:buFont typeface="Courier New" panose="02070309020205020404" pitchFamily="49" charset="0"/>
              <a:buChar char="o"/>
              <a:defRPr sz="1270">
                <a:solidFill>
                  <a:schemeClr val="accent3"/>
                </a:solidFill>
                <a:latin typeface="+mn-lt"/>
              </a:defRPr>
            </a:lvl2pPr>
          </a:lstStyle>
          <a:p>
            <a:r>
              <a:rPr lang="en-GB" noProof="0" dirty="0"/>
              <a:t>Content Layer 1</a:t>
            </a:r>
          </a:p>
        </p:txBody>
      </p:sp>
    </p:spTree>
    <p:extLst>
      <p:ext uri="{BB962C8B-B14F-4D97-AF65-F5344CB8AC3E}">
        <p14:creationId xmlns:p14="http://schemas.microsoft.com/office/powerpoint/2010/main" val="30207074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-option_left-V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2770168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45" name="Bildplatzhalter 4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6096000" y="1339059"/>
            <a:ext cx="2807558" cy="228561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6" name="Bildplatzhalter 4"/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8903558" y="3887014"/>
            <a:ext cx="2775884" cy="228561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8" name="Bildplatzhalter 4"/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3288443" y="3887014"/>
            <a:ext cx="2807558" cy="228561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72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51" name="Textplatzhalter 5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3288443" y="1346958"/>
            <a:ext cx="280755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53" name="Textplatzhalter 5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8904973" y="1346958"/>
            <a:ext cx="280614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55" name="Textplatzhalter 5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6099418" y="3887014"/>
            <a:ext cx="280614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18274" y="956515"/>
            <a:ext cx="2770168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451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17AD2FA7-88B6-405D-BCEF-0D794E790A8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3304279" y="1726561"/>
            <a:ext cx="277588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marL="0" indent="0" algn="ctr">
              <a:lnSpc>
                <a:spcPct val="100000"/>
              </a:lnSpc>
              <a:buFont typeface="Courier New" panose="02070309020205020404" pitchFamily="49" charset="0"/>
              <a:buNone/>
              <a:defRPr sz="1270" b="0" i="0" baseline="0">
                <a:solidFill>
                  <a:schemeClr val="accent3"/>
                </a:solidFill>
                <a:latin typeface="+mn-lt"/>
              </a:defRPr>
            </a:lvl1pPr>
            <a:lvl2pPr marL="455042" indent="-259147">
              <a:buFont typeface="Courier New" panose="02070309020205020404" pitchFamily="49" charset="0"/>
              <a:buChar char="o"/>
              <a:defRPr sz="1270">
                <a:solidFill>
                  <a:schemeClr val="accent3"/>
                </a:solidFill>
                <a:latin typeface="+mn-lt"/>
              </a:defRPr>
            </a:lvl2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14A6723B-5D38-4C65-BAF0-E990E0C1CEE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6095000" y="4266617"/>
            <a:ext cx="277588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marL="0" indent="0" algn="ctr">
              <a:lnSpc>
                <a:spcPct val="100000"/>
              </a:lnSpc>
              <a:buFont typeface="Courier New" panose="02070309020205020404" pitchFamily="49" charset="0"/>
              <a:buNone/>
              <a:defRPr sz="1270" b="0" i="0" baseline="0">
                <a:solidFill>
                  <a:schemeClr val="accent3"/>
                </a:solidFill>
                <a:latin typeface="+mn-lt"/>
              </a:defRPr>
            </a:lvl1pPr>
            <a:lvl2pPr marL="455042" indent="-259147">
              <a:buFont typeface="Courier New" panose="02070309020205020404" pitchFamily="49" charset="0"/>
              <a:buChar char="o"/>
              <a:defRPr sz="1270">
                <a:solidFill>
                  <a:schemeClr val="accent3"/>
                </a:solidFill>
                <a:latin typeface="+mn-lt"/>
              </a:defRPr>
            </a:lvl2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E2B12536-63BC-4F99-8641-180E89A29A9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8919396" y="1726561"/>
            <a:ext cx="277588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marL="0" indent="0" algn="ctr">
              <a:lnSpc>
                <a:spcPct val="100000"/>
              </a:lnSpc>
              <a:buFont typeface="Courier New" panose="02070309020205020404" pitchFamily="49" charset="0"/>
              <a:buNone/>
              <a:defRPr sz="1270" b="0" i="0" baseline="0">
                <a:solidFill>
                  <a:schemeClr val="accent3"/>
                </a:solidFill>
                <a:latin typeface="+mn-lt"/>
              </a:defRPr>
            </a:lvl1pPr>
            <a:lvl2pPr marL="455042" indent="-259147">
              <a:buFont typeface="Courier New" panose="02070309020205020404" pitchFamily="49" charset="0"/>
              <a:buChar char="o"/>
              <a:defRPr sz="1270">
                <a:solidFill>
                  <a:schemeClr val="accent3"/>
                </a:solidFill>
                <a:latin typeface="+mn-lt"/>
              </a:defRPr>
            </a:lvl2pPr>
          </a:lstStyle>
          <a:p>
            <a:r>
              <a:rPr lang="en-GB" noProof="0" dirty="0"/>
              <a:t>Content Layer 1</a:t>
            </a:r>
          </a:p>
        </p:txBody>
      </p:sp>
    </p:spTree>
    <p:extLst>
      <p:ext uri="{BB962C8B-B14F-4D97-AF65-F5344CB8AC3E}">
        <p14:creationId xmlns:p14="http://schemas.microsoft.com/office/powerpoint/2010/main" val="73567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-option_left-V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-86384" y="1983214"/>
            <a:ext cx="2100630" cy="1024543"/>
          </a:xfrm>
          <a:prstGeom prst="roundRect">
            <a:avLst>
              <a:gd name="adj" fmla="val 3665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2" name="Rechteck 1"/>
          <p:cNvSpPr/>
          <p:nvPr userDrawn="1"/>
        </p:nvSpPr>
        <p:spPr>
          <a:xfrm>
            <a:off x="9122404" y="141864"/>
            <a:ext cx="2989879" cy="45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0" tIns="65300" rIns="65300" bIns="65300" rtlCol="0" anchor="ctr"/>
          <a:lstStyle/>
          <a:p>
            <a:pPr algn="ctr" defTabSz="945947"/>
            <a:endParaRPr lang="en-GB" sz="1451" noProof="0" dirty="0">
              <a:solidFill>
                <a:srgbClr val="FFFFFF"/>
              </a:solidFill>
            </a:endParaRPr>
          </a:p>
        </p:txBody>
      </p:sp>
      <p:sp>
        <p:nvSpPr>
          <p:cNvPr id="11" name="Bildplatzhalter 4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-86385" y="3374766"/>
            <a:ext cx="2100630" cy="1024543"/>
          </a:xfrm>
          <a:prstGeom prst="roundRect">
            <a:avLst>
              <a:gd name="adj" fmla="val 3665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3" name="Bildplatzhalter 4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-86386" y="4762054"/>
            <a:ext cx="2100630" cy="1024543"/>
          </a:xfrm>
          <a:prstGeom prst="roundRect">
            <a:avLst>
              <a:gd name="adj" fmla="val 3665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26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0200" y="434589"/>
            <a:ext cx="10690318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28" name="Textplatzhalter 5"/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760200" y="952683"/>
            <a:ext cx="10690317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29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2388255" y="1983214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1" name="Textplatzhalter 5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2388254" y="3374766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3" name="Textplatzhalter 5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2388254" y="4746552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25" name="Textplatzhalter 5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7532894" y="1998980"/>
            <a:ext cx="4146547" cy="2791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814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BFF437E8-BB74-49CA-A0AD-F5113572742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2388255" y="2362818"/>
            <a:ext cx="2270851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18" name="Textplatzhalter 5">
            <a:extLst>
              <a:ext uri="{FF2B5EF4-FFF2-40B4-BE49-F238E27FC236}">
                <a16:creationId xmlns:a16="http://schemas.microsoft.com/office/drawing/2014/main" id="{C5D08214-41B0-49DD-AFDE-ED0393DCBE3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2388255" y="3761948"/>
            <a:ext cx="2270851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E571FC83-138A-4D14-B007-7C0365317AE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2388255" y="5126769"/>
            <a:ext cx="2270851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20" name="Textplatzhalter 5">
            <a:extLst>
              <a:ext uri="{FF2B5EF4-FFF2-40B4-BE49-F238E27FC236}">
                <a16:creationId xmlns:a16="http://schemas.microsoft.com/office/drawing/2014/main" id="{9D880B8D-0910-43F1-9CCA-3C9A655729A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7532894" y="2387353"/>
            <a:ext cx="4146547" cy="5583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14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814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3354535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-option_left-V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4140832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47" name="Bildplatzhalter 4"/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6300448" y="424756"/>
            <a:ext cx="5378993" cy="5747875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252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9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518274" y="952499"/>
            <a:ext cx="4140832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518274" y="2163529"/>
            <a:ext cx="277016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659107" y="2163529"/>
            <a:ext cx="2873787" cy="2356465"/>
          </a:xfrm>
          <a:prstGeom prst="roundRect">
            <a:avLst>
              <a:gd name="adj" fmla="val 6249"/>
            </a:avLst>
          </a:prstGeom>
          <a:solidFill>
            <a:schemeClr val="tx2"/>
          </a:solidFill>
        </p:spPr>
        <p:txBody>
          <a:bodyPr wrap="square" lIns="360000" tIns="360000" rIns="360000" bIns="360000">
            <a:spAutoFit/>
          </a:bodyPr>
          <a:lstStyle>
            <a:lvl1pPr algn="l">
              <a:lnSpc>
                <a:spcPct val="100000"/>
              </a:lnSpc>
              <a:defRPr sz="2539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Content Box could be used for Description</a:t>
            </a:r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A5FC2A8-E4A2-4AD8-B972-767E3D12B4C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512559" y="2543132"/>
            <a:ext cx="2775883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4069238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Content-option_left-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5" y="432655"/>
            <a:ext cx="4140832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47" name="Bildplatzhalter 4"/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272074" y="-108177"/>
            <a:ext cx="3631484" cy="6280809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tIns="0" bIns="288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9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518275" y="955198"/>
            <a:ext cx="4140832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518275" y="2531308"/>
            <a:ext cx="4140832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25" name="Textplatzhalter 5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9516524" y="2531308"/>
            <a:ext cx="2162917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2D4FB53-9297-42EB-B2DD-350407EA618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512559" y="2910912"/>
            <a:ext cx="4146547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B2E21B56-4763-42BD-9D42-2F19D6BACC1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9516524" y="2910912"/>
            <a:ext cx="2162917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3123977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ntent_basic_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12559" y="1896797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4" name="Textplatzhalter 5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520457" y="951834"/>
            <a:ext cx="11158984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300448" y="1896797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512558" y="6060972"/>
            <a:ext cx="5378993" cy="1116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726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Legal / Source Descriptor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242F496F-6443-45B8-A0E8-76659861A52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512559" y="2276400"/>
            <a:ext cx="537899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marL="0" indent="0" algn="ctr">
              <a:lnSpc>
                <a:spcPct val="100000"/>
              </a:lnSpc>
              <a:buFont typeface="Courier New" panose="02070309020205020404" pitchFamily="49" charset="0"/>
              <a:buNone/>
              <a:defRPr sz="1270" b="0" i="0" baseline="0">
                <a:solidFill>
                  <a:schemeClr val="accent3"/>
                </a:solidFill>
                <a:latin typeface="+mn-lt"/>
              </a:defRPr>
            </a:lvl1pPr>
            <a:lvl2pPr marL="195895" indent="0" algn="ctr">
              <a:buFont typeface="Courier New" panose="02070309020205020404" pitchFamily="49" charset="0"/>
              <a:buNone/>
              <a:defRPr sz="1270">
                <a:solidFill>
                  <a:schemeClr val="accent3"/>
                </a:solidFill>
                <a:latin typeface="+mn-lt"/>
              </a:defRPr>
            </a:lvl2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A3D321BB-3401-43B6-B832-977C492B35A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6300448" y="2277119"/>
            <a:ext cx="5378993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marL="0" indent="0" algn="ctr">
              <a:lnSpc>
                <a:spcPct val="100000"/>
              </a:lnSpc>
              <a:buFont typeface="Courier New" panose="02070309020205020404" pitchFamily="49" charset="0"/>
              <a:buNone/>
              <a:defRPr sz="1270" b="0" i="0" baseline="0">
                <a:solidFill>
                  <a:schemeClr val="accent3"/>
                </a:solidFill>
                <a:latin typeface="+mn-lt"/>
              </a:defRPr>
            </a:lvl1pPr>
            <a:lvl2pPr marL="195895" indent="0" algn="ctr">
              <a:buFont typeface="Courier New" panose="02070309020205020404" pitchFamily="49" charset="0"/>
              <a:buNone/>
              <a:defRPr sz="1270">
                <a:solidFill>
                  <a:schemeClr val="accent3"/>
                </a:solidFill>
                <a:latin typeface="+mn-lt"/>
              </a:defRPr>
            </a:lvl2pPr>
          </a:lstStyle>
          <a:p>
            <a:r>
              <a:rPr lang="en-GB" noProof="0" dirty="0"/>
              <a:t>Content Layer 1</a:t>
            </a:r>
          </a:p>
        </p:txBody>
      </p:sp>
    </p:spTree>
    <p:extLst>
      <p:ext uri="{BB962C8B-B14F-4D97-AF65-F5344CB8AC3E}">
        <p14:creationId xmlns:p14="http://schemas.microsoft.com/office/powerpoint/2010/main" val="4137636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ntent-option_middle-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4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49866" y="262052"/>
            <a:ext cx="11492270" cy="6800823"/>
          </a:xfrm>
          <a:prstGeom prst="roundRect">
            <a:avLst>
              <a:gd name="adj" fmla="val 1085"/>
            </a:avLst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0200" y="729716"/>
            <a:ext cx="10690318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Section Headline 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60200" y="1765908"/>
            <a:ext cx="10690317" cy="2791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1814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760200" y="2145511"/>
            <a:ext cx="10690317" cy="2791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1814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</p:spTree>
    <p:extLst>
      <p:ext uri="{BB962C8B-B14F-4D97-AF65-F5344CB8AC3E}">
        <p14:creationId xmlns:p14="http://schemas.microsoft.com/office/powerpoint/2010/main" val="21906048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ntent-option_middle-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24756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45" name="Bildplatzhalter 4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8251193" y="3093720"/>
            <a:ext cx="3428248" cy="1428056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216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7" name="Bildplatzhalter 4"/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12559" y="3093720"/>
            <a:ext cx="3428248" cy="1428056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216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8" name="Bildplatzhalter 4"/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4381876" y="3093720"/>
            <a:ext cx="3428248" cy="1428056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216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9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512559" y="1902596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50" name="Textplatzhalter 5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512559" y="2282199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381876" y="1902596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4381876" y="2282199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8251193" y="1902596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8251193" y="2282199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20" name="Textplatzhalter 5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512559" y="4912445"/>
            <a:ext cx="3428248" cy="111661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726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Legal / Source Descriptor</a:t>
            </a:r>
          </a:p>
        </p:txBody>
      </p:sp>
      <p:sp>
        <p:nvSpPr>
          <p:cNvPr id="21" name="Textplatzhalter 5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4381876" y="4912445"/>
            <a:ext cx="3428248" cy="111661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726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Legal / Source Descriptor</a:t>
            </a:r>
          </a:p>
        </p:txBody>
      </p:sp>
      <p:sp>
        <p:nvSpPr>
          <p:cNvPr id="22" name="Textplatzhalter 5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8251193" y="4912445"/>
            <a:ext cx="3428248" cy="111661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726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Legal / Source Descriptor</a:t>
            </a:r>
          </a:p>
        </p:txBody>
      </p:sp>
    </p:spTree>
    <p:extLst>
      <p:ext uri="{BB962C8B-B14F-4D97-AF65-F5344CB8AC3E}">
        <p14:creationId xmlns:p14="http://schemas.microsoft.com/office/powerpoint/2010/main" val="308404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ntent-option_middle-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45" name="Bildplatzhalter 4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8251193" y="5429944"/>
            <a:ext cx="3428248" cy="1508301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216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7" name="Bildplatzhalter 4"/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12559" y="5429944"/>
            <a:ext cx="3428248" cy="1508301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216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8" name="Bildplatzhalter 4"/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4381876" y="5429944"/>
            <a:ext cx="3428248" cy="1508301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216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49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512559" y="1902596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50" name="Textplatzhalter 5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512559" y="2282199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381876" y="1902596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4381876" y="2282199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8251193" y="1902596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8251193" y="2282199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12560" y="954818"/>
            <a:ext cx="11166881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45829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ntent-option_middle-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2559" y="2828011"/>
            <a:ext cx="3428248" cy="1150342"/>
          </a:xfrm>
          <a:prstGeom prst="roundRect">
            <a:avLst>
              <a:gd name="adj" fmla="val 6249"/>
            </a:avLst>
          </a:prstGeom>
          <a:solidFill>
            <a:schemeClr val="tx2"/>
          </a:solidFill>
        </p:spPr>
        <p:txBody>
          <a:bodyPr wrap="square" lIns="360000" tIns="360000" rIns="360000" bIns="36000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Content Box could be used for Description</a:t>
            </a:r>
          </a:p>
        </p:txBody>
      </p:sp>
      <p:sp>
        <p:nvSpPr>
          <p:cNvPr id="24" name="Textplatzhalter 5"/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4381876" y="2828011"/>
            <a:ext cx="3428248" cy="1150342"/>
          </a:xfrm>
          <a:prstGeom prst="roundRect">
            <a:avLst>
              <a:gd name="adj" fmla="val 6249"/>
            </a:avLst>
          </a:prstGeom>
          <a:solidFill>
            <a:schemeClr val="tx2"/>
          </a:solidFill>
        </p:spPr>
        <p:txBody>
          <a:bodyPr wrap="square" lIns="360000" tIns="360000" rIns="360000" bIns="36000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Content Box could be used for Description</a:t>
            </a:r>
          </a:p>
        </p:txBody>
      </p:sp>
      <p:sp>
        <p:nvSpPr>
          <p:cNvPr id="25" name="Textplatzhalter 5"/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8251193" y="2828011"/>
            <a:ext cx="3428248" cy="1150342"/>
          </a:xfrm>
          <a:prstGeom prst="roundRect">
            <a:avLst>
              <a:gd name="adj" fmla="val 6249"/>
            </a:avLst>
          </a:prstGeom>
          <a:solidFill>
            <a:schemeClr val="tx2"/>
          </a:solidFill>
        </p:spPr>
        <p:txBody>
          <a:bodyPr wrap="square" lIns="360000" tIns="360000" rIns="360000" bIns="36000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Content Box could be used for Description</a:t>
            </a:r>
          </a:p>
        </p:txBody>
      </p:sp>
      <p:sp>
        <p:nvSpPr>
          <p:cNvPr id="26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12560" y="954818"/>
            <a:ext cx="11166881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33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512559" y="1902596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4" name="Textplatzhalter 5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381876" y="1902596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5" name="Textplatzhalter 5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8251193" y="1902596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</p:spTree>
    <p:extLst>
      <p:ext uri="{BB962C8B-B14F-4D97-AF65-F5344CB8AC3E}">
        <p14:creationId xmlns:p14="http://schemas.microsoft.com/office/powerpoint/2010/main" val="2238816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ntent-option_middle-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26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12560" y="954817"/>
            <a:ext cx="11166881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10" name="Bildplatzhalter 4"/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0" y="1684495"/>
            <a:ext cx="12192000" cy="2003765"/>
          </a:xfrm>
          <a:prstGeom prst="roundRect">
            <a:avLst>
              <a:gd name="adj" fmla="val 0"/>
            </a:avLst>
          </a:prstGeom>
          <a:solidFill>
            <a:schemeClr val="accent5"/>
          </a:solidFill>
        </p:spPr>
        <p:txBody>
          <a:bodyPr bIns="216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1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512559" y="4201979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512559" y="4581582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381876" y="4201979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4" name="Textplatzhalter 5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4381876" y="4581582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8251193" y="4201979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8251193" y="4581582"/>
            <a:ext cx="3428248" cy="195406"/>
          </a:xfrm>
          <a:prstGeom prst="rect">
            <a:avLst/>
          </a:prstGeom>
        </p:spPr>
        <p:txBody>
          <a:bodyPr wrap="square" lIns="180000" tIns="0" rIns="180000" bIns="0">
            <a:spAutoFit/>
          </a:bodyPr>
          <a:lstStyle>
            <a:lvl1pPr algn="ct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</p:spTree>
    <p:extLst>
      <p:ext uri="{BB962C8B-B14F-4D97-AF65-F5344CB8AC3E}">
        <p14:creationId xmlns:p14="http://schemas.microsoft.com/office/powerpoint/2010/main" val="3523648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ntent-option_middle-V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-99987" y="262053"/>
            <a:ext cx="4759094" cy="6684513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0200" y="1176357"/>
            <a:ext cx="1069031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Overlay </a:t>
            </a:r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469406" y="2100304"/>
            <a:ext cx="306348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4" name="Textplatzhalter 5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4469406" y="2479907"/>
            <a:ext cx="306348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8146054" y="1982666"/>
            <a:ext cx="3304464" cy="8374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5441" b="1" i="0" baseline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GB" noProof="0" dirty="0"/>
              <a:t>+ XX%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8903558" y="2831882"/>
            <a:ext cx="2698197" cy="5583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3628" b="1" i="0" baseline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GB" noProof="0" dirty="0"/>
              <a:t>+ XX%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11019842" y="2563653"/>
            <a:ext cx="659599" cy="11166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726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Description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11019842" y="3194588"/>
            <a:ext cx="659599" cy="11166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726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Description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0B071889-681E-42D6-9FD0-FDC6B537D0F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8903558" y="3998155"/>
            <a:ext cx="2775883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37555398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ent_basic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12559" y="1896797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512559" y="2276400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4" name="Textplatzhalter 5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520457" y="951834"/>
            <a:ext cx="11158984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300448" y="1896797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300448" y="2276400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512558" y="6060972"/>
            <a:ext cx="5378993" cy="1116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726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Legal / Source Descriptor</a:t>
            </a:r>
          </a:p>
        </p:txBody>
      </p:sp>
    </p:spTree>
    <p:extLst>
      <p:ext uri="{BB962C8B-B14F-4D97-AF65-F5344CB8AC3E}">
        <p14:creationId xmlns:p14="http://schemas.microsoft.com/office/powerpoint/2010/main" val="5012792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ent-option_right-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470160" y="262052"/>
            <a:ext cx="2428213" cy="659594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7" name="Bildplatzhalter 4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1" y="262050"/>
            <a:ext cx="3608172" cy="6595948"/>
          </a:xfrm>
          <a:prstGeom prst="roundRect">
            <a:avLst>
              <a:gd name="adj" fmla="val 0"/>
            </a:avLst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 baseline="0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300449" y="432655"/>
            <a:ext cx="5378993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300449" y="1348703"/>
            <a:ext cx="5378992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300449" y="1728306"/>
            <a:ext cx="5378992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</p:spTree>
    <p:extLst>
      <p:ext uri="{BB962C8B-B14F-4D97-AF65-F5344CB8AC3E}">
        <p14:creationId xmlns:p14="http://schemas.microsoft.com/office/powerpoint/2010/main" val="41335169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Content-Teaser-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4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49866" y="262052"/>
            <a:ext cx="11492270" cy="6800823"/>
          </a:xfrm>
          <a:prstGeom prst="roundRect">
            <a:avLst>
              <a:gd name="adj" fmla="val 1085"/>
            </a:avLst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0200" y="729715"/>
            <a:ext cx="10690318" cy="669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5441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Teaser Headline 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60200" y="1727765"/>
            <a:ext cx="10690317" cy="2791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814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9BCD966B-F5D4-4E6D-910E-7D0633BA12A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760200" y="2107368"/>
            <a:ext cx="10690317" cy="5583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14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814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21740426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Content-Teaser-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5" y="1346958"/>
            <a:ext cx="4140832" cy="13399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5441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Teaser Headline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12559" y="2798825"/>
            <a:ext cx="4146547" cy="390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2539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/>
              <a:t>Teaser </a:t>
            </a:r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24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5041345" y="1346958"/>
            <a:ext cx="640917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16B93D5D-37FD-4468-A955-A0A60E00F1F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5041344" y="1745850"/>
            <a:ext cx="6409173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33588812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Content-Teaser-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5779912" cy="13399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80000"/>
              </a:lnSpc>
              <a:defRPr sz="5441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Teaser Headline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12559" y="1884522"/>
            <a:ext cx="5787889" cy="390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2539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/>
              <a:t>Teaser </a:t>
            </a:r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24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7532893" y="1884521"/>
            <a:ext cx="3917624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12560" y="2927977"/>
            <a:ext cx="3608172" cy="4045799"/>
          </a:xfrm>
          <a:prstGeom prst="roundRect">
            <a:avLst>
              <a:gd name="adj" fmla="val 999"/>
            </a:avLst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 baseline="0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7" name="Bildplatzhalter 4"/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4291914" y="2927977"/>
            <a:ext cx="2008534" cy="4045799"/>
          </a:xfrm>
          <a:prstGeom prst="roundRect">
            <a:avLst>
              <a:gd name="adj" fmla="val 999"/>
            </a:avLst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 baseline="0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8397D3EF-C8D7-4068-8698-1A35B72AC7A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7532894" y="2264124"/>
            <a:ext cx="3917624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15974929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Content-Teaser-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0" y="1"/>
            <a:ext cx="6096000" cy="6857999"/>
          </a:xfrm>
          <a:prstGeom prst="roundRect">
            <a:avLst>
              <a:gd name="adj" fmla="val 0"/>
            </a:avLst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659106" y="262052"/>
            <a:ext cx="6791411" cy="669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80000"/>
              </a:lnSpc>
              <a:defRPr sz="5441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Teaser Headline</a:t>
            </a:r>
          </a:p>
        </p:txBody>
      </p:sp>
      <p:sp>
        <p:nvSpPr>
          <p:cNvPr id="22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7532893" y="1339059"/>
            <a:ext cx="3917624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4AEA71B-ABF7-46CB-8B3A-13BEBA0D222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7532894" y="1718662"/>
            <a:ext cx="3917624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42178755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Content-Teaser-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-86384" y="2156988"/>
            <a:ext cx="3374828" cy="1024543"/>
          </a:xfrm>
          <a:prstGeom prst="roundRect">
            <a:avLst>
              <a:gd name="adj" fmla="val 3665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2" name="Rechteck 1"/>
          <p:cNvSpPr/>
          <p:nvPr userDrawn="1"/>
        </p:nvSpPr>
        <p:spPr>
          <a:xfrm>
            <a:off x="9122404" y="141864"/>
            <a:ext cx="2989879" cy="458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0" tIns="65300" rIns="65300" bIns="65300" rtlCol="0" anchor="ctr"/>
          <a:lstStyle/>
          <a:p>
            <a:pPr algn="ctr" defTabSz="945947"/>
            <a:endParaRPr lang="en-GB" sz="1451" noProof="0" dirty="0">
              <a:solidFill>
                <a:srgbClr val="FFFFFF"/>
              </a:solidFill>
            </a:endParaRPr>
          </a:p>
        </p:txBody>
      </p:sp>
      <p:sp>
        <p:nvSpPr>
          <p:cNvPr id="11" name="Bildplatzhalter 4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-86385" y="3548539"/>
            <a:ext cx="3374828" cy="1024543"/>
          </a:xfrm>
          <a:prstGeom prst="roundRect">
            <a:avLst>
              <a:gd name="adj" fmla="val 3665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3" name="Bildplatzhalter 4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-86386" y="4935827"/>
            <a:ext cx="3374828" cy="1024543"/>
          </a:xfrm>
          <a:prstGeom prst="roundRect">
            <a:avLst>
              <a:gd name="adj" fmla="val 3665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8903559" y="2165514"/>
            <a:ext cx="3374828" cy="1024543"/>
          </a:xfrm>
          <a:prstGeom prst="roundRect">
            <a:avLst>
              <a:gd name="adj" fmla="val 3665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5" name="Bildplatzhalter 4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8903558" y="3552802"/>
            <a:ext cx="3374828" cy="1024543"/>
          </a:xfrm>
          <a:prstGeom prst="roundRect">
            <a:avLst>
              <a:gd name="adj" fmla="val 3665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6" name="Bildplatzhalter 4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903557" y="4935827"/>
            <a:ext cx="3374828" cy="1024543"/>
          </a:xfrm>
          <a:prstGeom prst="roundRect">
            <a:avLst>
              <a:gd name="adj" fmla="val 3665"/>
            </a:avLst>
          </a:prstGeom>
          <a:solidFill>
            <a:schemeClr val="accent5"/>
          </a:solidFill>
        </p:spPr>
        <p:txBody>
          <a:bodyPr bIns="72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 baseline="0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26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0200" y="426689"/>
            <a:ext cx="10690318" cy="669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80000"/>
              </a:lnSpc>
              <a:defRPr sz="5441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Teaser Headline </a:t>
            </a:r>
          </a:p>
        </p:txBody>
      </p:sp>
      <p:sp>
        <p:nvSpPr>
          <p:cNvPr id="28" name="Textplatzhalter 5"/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760200" y="1186243"/>
            <a:ext cx="10690317" cy="390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2539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/>
              <a:t>Teaser </a:t>
            </a:r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29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3620702" y="2156988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1" name="Textplatzhalter 5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3620701" y="3548539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3" name="Textplatzhalter 5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3620701" y="4920325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5" name="Textplatzhalter 5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312609" y="2156988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6" name="Textplatzhalter 5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312609" y="2536591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37" name="Textplatzhalter 5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312608" y="3548539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38" name="Textplatzhalter 5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6312608" y="3928142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39" name="Textplatzhalter 5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6312608" y="4920325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40" name="Textplatzhalter 5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6312608" y="5299928"/>
            <a:ext cx="2270851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layer 1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8F73EC7D-9589-4676-969D-CB898E92DB8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 bwMode="gray">
          <a:xfrm>
            <a:off x="3620701" y="2536591"/>
            <a:ext cx="2270851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641F42B8-FA9A-4246-AA18-D3C7197A21B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 bwMode="gray">
          <a:xfrm>
            <a:off x="3608541" y="3916935"/>
            <a:ext cx="2270851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B323F187-9CDD-4FB7-BC09-4A614338978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 bwMode="gray">
          <a:xfrm>
            <a:off x="3608539" y="5308486"/>
            <a:ext cx="2270851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4081836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ildplatzhalt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-8981" y="0"/>
            <a:ext cx="12200981" cy="6858001"/>
          </a:xfrm>
          <a:prstGeom prst="rect">
            <a:avLst/>
          </a:prstGeom>
          <a:solidFill>
            <a:schemeClr val="accent5"/>
          </a:solidFill>
        </p:spPr>
        <p:txBody>
          <a:bodyPr bIns="324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>
                <a:solidFill>
                  <a:schemeClr val="tx1"/>
                </a:solidFill>
              </a:defRPr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de-DE" dirty="0"/>
              <a:t>▲</a:t>
            </a:r>
            <a:br>
              <a:rPr lang="de-DE" dirty="0"/>
            </a:br>
            <a:r>
              <a:rPr lang="de-DE" dirty="0"/>
              <a:t>Add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3" name="Untertitel 2" hidden="1"/>
          <p:cNvSpPr>
            <a:spLocks noGrp="1"/>
          </p:cNvSpPr>
          <p:nvPr>
            <p:ph type="subTitle" idx="1" hasCustomPrompt="1"/>
          </p:nvPr>
        </p:nvSpPr>
        <p:spPr>
          <a:xfrm>
            <a:off x="3" y="8286"/>
            <a:ext cx="73162" cy="4146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 rtl="0">
              <a:buNone/>
              <a:defRPr lang="de-DE" sz="100" b="0" i="0" u="none" strike="noStrike" baseline="0" smtClean="0">
                <a:solidFill>
                  <a:schemeClr val="bg1"/>
                </a:solidFill>
              </a:defRPr>
            </a:lvl1pPr>
            <a:lvl2pPr marL="4729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458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18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91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64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37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10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83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dirty="0" err="1"/>
              <a:t>Subtittle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92997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3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 Op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0" y="0"/>
            <a:ext cx="4659106" cy="6858000"/>
          </a:xfrm>
          <a:prstGeom prst="rect">
            <a:avLst/>
          </a:prstGeom>
        </p:spPr>
        <p:txBody>
          <a:bodyPr bIns="270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de-DE" dirty="0"/>
              <a:t>▲</a:t>
            </a:r>
            <a:br>
              <a:rPr lang="de-DE" dirty="0"/>
            </a:br>
            <a:r>
              <a:rPr lang="de-DE" dirty="0"/>
              <a:t>Add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67477" y="1176357"/>
            <a:ext cx="4309241" cy="13399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80000"/>
              </a:lnSpc>
              <a:defRPr sz="5441" b="1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Cover Headline </a:t>
            </a:r>
          </a:p>
        </p:txBody>
      </p:sp>
      <p:sp>
        <p:nvSpPr>
          <p:cNvPr id="7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300448" y="1171569"/>
            <a:ext cx="2285498" cy="3349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088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Content Box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Description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903558" y="1176357"/>
            <a:ext cx="2285498" cy="390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2539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XX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691220" y="3015892"/>
            <a:ext cx="2285498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lnSpc>
                <a:spcPct val="100000"/>
              </a:lnSpc>
              <a:defRPr sz="1451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Content Box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Description</a:t>
            </a:r>
          </a:p>
        </p:txBody>
      </p:sp>
    </p:spTree>
    <p:extLst>
      <p:ext uri="{BB962C8B-B14F-4D97-AF65-F5344CB8AC3E}">
        <p14:creationId xmlns:p14="http://schemas.microsoft.com/office/powerpoint/2010/main" val="1944284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Op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2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12560" y="1339059"/>
            <a:ext cx="11166881" cy="6699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>
                <a:solidFill>
                  <a:schemeClr val="tx1"/>
                </a:solidFill>
                <a:latin typeface="+mj-lt"/>
              </a:defRPr>
            </a:lvl1pPr>
            <a:lvl2pPr marL="391790" indent="-195895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j-lt"/>
              </a:defRPr>
            </a:lvl2pPr>
            <a:lvl3pPr marL="846837" indent="-259152">
              <a:lnSpc>
                <a:spcPct val="100000"/>
              </a:lnSpc>
              <a:buClr>
                <a:schemeClr val="tx1"/>
              </a:buClr>
              <a:buSzPct val="90000"/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  <a:latin typeface="+mj-lt"/>
              </a:defRPr>
            </a:lvl3pPr>
            <a:lvl4pPr marL="846837" indent="-259152">
              <a:lnSpc>
                <a:spcPct val="100000"/>
              </a:lnSpc>
              <a:buSzPct val="90000"/>
              <a:buFont typeface="Symbol" panose="05050102010706020507" pitchFamily="18" charset="2"/>
              <a:buChar char="-"/>
              <a:defRPr>
                <a:latin typeface="+mj-lt"/>
              </a:defRPr>
            </a:lvl4pPr>
            <a:lvl5pPr marL="846837" indent="-259152">
              <a:lnSpc>
                <a:spcPct val="100000"/>
              </a:lnSpc>
              <a:buSzPct val="90000"/>
              <a:buFont typeface="Symbol" panose="05050102010706020507" pitchFamily="18" charset="2"/>
              <a:buChar char="-"/>
              <a:defRPr>
                <a:latin typeface="+mj-lt"/>
              </a:defRPr>
            </a:lvl5pPr>
          </a:lstStyle>
          <a:p>
            <a:pPr lvl="0"/>
            <a:r>
              <a:rPr lang="de-DE" dirty="0"/>
              <a:t>Content Master Format –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0" name="Textplatzhalter 8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4703" y="169047"/>
            <a:ext cx="11164766" cy="4485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39" b="1" cap="none" baseline="0">
                <a:solidFill>
                  <a:schemeClr val="tx1"/>
                </a:solidFill>
                <a:latin typeface="+mj-lt"/>
              </a:defRPr>
            </a:lvl1pPr>
            <a:lvl2pPr>
              <a:defRPr sz="2539" b="1"/>
            </a:lvl2pPr>
            <a:lvl3pPr>
              <a:defRPr sz="2539" b="1"/>
            </a:lvl3pPr>
            <a:lvl4pPr>
              <a:defRPr sz="2539" b="1"/>
            </a:lvl4pPr>
            <a:lvl5pPr>
              <a:defRPr sz="2539" b="1"/>
            </a:lvl5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1" name="Textplatzhalter 8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17380" y="620404"/>
            <a:ext cx="11162089" cy="2512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defRPr sz="1632" b="0">
                <a:solidFill>
                  <a:schemeClr val="tx1"/>
                </a:solidFill>
                <a:latin typeface="+mj-lt"/>
              </a:defRPr>
            </a:lvl1pPr>
            <a:lvl2pPr>
              <a:defRPr sz="2539" b="1"/>
            </a:lvl2pPr>
            <a:lvl3pPr>
              <a:defRPr sz="2539" b="1"/>
            </a:lvl3pPr>
            <a:lvl4pPr>
              <a:defRPr sz="2539" b="1"/>
            </a:lvl4pPr>
            <a:lvl5pPr>
              <a:defRPr sz="2539" b="1"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cxnSp>
        <p:nvCxnSpPr>
          <p:cNvPr id="22" name="Gerader Verbinder 21"/>
          <p:cNvCxnSpPr/>
          <p:nvPr userDrawn="1"/>
        </p:nvCxnSpPr>
        <p:spPr bwMode="gray">
          <a:xfrm>
            <a:off x="389175" y="259846"/>
            <a:ext cx="0" cy="326517"/>
          </a:xfrm>
          <a:prstGeom prst="line">
            <a:avLst/>
          </a:prstGeom>
          <a:ln w="698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256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_Title-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6172632"/>
            <a:ext cx="12192000" cy="685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296" tIns="65296" rIns="65296" bIns="65296" rtlCol="0" anchor="ctr"/>
          <a:lstStyle/>
          <a:p>
            <a:pPr algn="ctr" defTabSz="945812"/>
            <a:endParaRPr lang="en-GB" sz="1451">
              <a:solidFill>
                <a:srgbClr val="FFFFFF"/>
              </a:solidFill>
            </a:endParaRPr>
          </a:p>
        </p:txBody>
      </p:sp>
      <p:sp>
        <p:nvSpPr>
          <p:cNvPr id="92" name="Bildplatzhalter 4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5891552" y="0"/>
            <a:ext cx="6300448" cy="6858000"/>
          </a:xfrm>
          <a:prstGeom prst="rect">
            <a:avLst/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66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66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de-DE"/>
              <a:t>▲</a:t>
            </a:r>
            <a:br>
              <a:rPr lang="de-DE"/>
            </a:br>
            <a:r>
              <a:rPr lang="de-DE"/>
              <a:t>Add a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7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287423" y="2385704"/>
            <a:ext cx="4604129" cy="13399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5440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/>
              <a:t>Cover Headline 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301019" y="3835090"/>
            <a:ext cx="4568075" cy="390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2538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err="1"/>
              <a:t>Subline</a:t>
            </a:r>
            <a:r>
              <a:rPr lang="de-DE"/>
              <a:t> / </a:t>
            </a:r>
            <a:r>
              <a:rPr lang="de-DE" err="1"/>
              <a:t>Bodycopy</a:t>
            </a:r>
            <a:endParaRPr lang="de-DE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25967" y="432655"/>
            <a:ext cx="4568075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err="1"/>
              <a:t>Leading</a:t>
            </a:r>
            <a:r>
              <a:rPr lang="de-DE"/>
              <a:t> in / </a:t>
            </a:r>
            <a:r>
              <a:rPr lang="de-DE" err="1"/>
              <a:t>We</a:t>
            </a:r>
            <a:r>
              <a:rPr lang="de-DE"/>
              <a:t> bring …</a:t>
            </a:r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gray">
          <a:xfrm>
            <a:off x="510221" y="6268322"/>
            <a:ext cx="2806472" cy="196760"/>
            <a:chOff x="1479" y="2249"/>
            <a:chExt cx="3780" cy="265"/>
          </a:xfrm>
          <a:solidFill>
            <a:schemeClr val="tx2"/>
          </a:solidFill>
        </p:grpSpPr>
        <p:sp>
          <p:nvSpPr>
            <p:cNvPr id="11" name="Rectangle 5"/>
            <p:cNvSpPr>
              <a:spLocks noChangeArrowheads="1"/>
            </p:cNvSpPr>
            <p:nvPr userDrawn="1"/>
          </p:nvSpPr>
          <p:spPr bwMode="gray">
            <a:xfrm>
              <a:off x="2485" y="2249"/>
              <a:ext cx="19" cy="26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2" name="Freeform 6"/>
            <p:cNvSpPr>
              <a:spLocks/>
            </p:cNvSpPr>
            <p:nvPr userDrawn="1"/>
          </p:nvSpPr>
          <p:spPr bwMode="gray">
            <a:xfrm>
              <a:off x="1839" y="2288"/>
              <a:ext cx="137" cy="187"/>
            </a:xfrm>
            <a:custGeom>
              <a:avLst/>
              <a:gdLst>
                <a:gd name="T0" fmla="*/ 104 w 137"/>
                <a:gd name="T1" fmla="*/ 0 h 187"/>
                <a:gd name="T2" fmla="*/ 104 w 137"/>
                <a:gd name="T3" fmla="*/ 78 h 187"/>
                <a:gd name="T4" fmla="*/ 35 w 137"/>
                <a:gd name="T5" fmla="*/ 78 h 187"/>
                <a:gd name="T6" fmla="*/ 35 w 137"/>
                <a:gd name="T7" fmla="*/ 0 h 187"/>
                <a:gd name="T8" fmla="*/ 0 w 137"/>
                <a:gd name="T9" fmla="*/ 0 h 187"/>
                <a:gd name="T10" fmla="*/ 0 w 137"/>
                <a:gd name="T11" fmla="*/ 187 h 187"/>
                <a:gd name="T12" fmla="*/ 35 w 137"/>
                <a:gd name="T13" fmla="*/ 187 h 187"/>
                <a:gd name="T14" fmla="*/ 35 w 137"/>
                <a:gd name="T15" fmla="*/ 109 h 187"/>
                <a:gd name="T16" fmla="*/ 104 w 137"/>
                <a:gd name="T17" fmla="*/ 109 h 187"/>
                <a:gd name="T18" fmla="*/ 104 w 137"/>
                <a:gd name="T19" fmla="*/ 187 h 187"/>
                <a:gd name="T20" fmla="*/ 137 w 137"/>
                <a:gd name="T21" fmla="*/ 187 h 187"/>
                <a:gd name="T22" fmla="*/ 137 w 137"/>
                <a:gd name="T23" fmla="*/ 0 h 187"/>
                <a:gd name="T24" fmla="*/ 104 w 137"/>
                <a:gd name="T2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" h="187">
                  <a:moveTo>
                    <a:pt x="104" y="0"/>
                  </a:moveTo>
                  <a:lnTo>
                    <a:pt x="104" y="78"/>
                  </a:lnTo>
                  <a:lnTo>
                    <a:pt x="35" y="78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87"/>
                  </a:lnTo>
                  <a:lnTo>
                    <a:pt x="35" y="187"/>
                  </a:lnTo>
                  <a:lnTo>
                    <a:pt x="35" y="109"/>
                  </a:lnTo>
                  <a:lnTo>
                    <a:pt x="104" y="109"/>
                  </a:lnTo>
                  <a:lnTo>
                    <a:pt x="104" y="187"/>
                  </a:lnTo>
                  <a:lnTo>
                    <a:pt x="137" y="187"/>
                  </a:lnTo>
                  <a:lnTo>
                    <a:pt x="137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 userDrawn="1"/>
          </p:nvSpPr>
          <p:spPr bwMode="gray">
            <a:xfrm>
              <a:off x="2251" y="2288"/>
              <a:ext cx="137" cy="187"/>
            </a:xfrm>
            <a:custGeom>
              <a:avLst/>
              <a:gdLst>
                <a:gd name="T0" fmla="*/ 41 w 58"/>
                <a:gd name="T1" fmla="*/ 77 h 77"/>
                <a:gd name="T2" fmla="*/ 25 w 58"/>
                <a:gd name="T3" fmla="*/ 46 h 77"/>
                <a:gd name="T4" fmla="*/ 14 w 58"/>
                <a:gd name="T5" fmla="*/ 46 h 77"/>
                <a:gd name="T6" fmla="*/ 14 w 58"/>
                <a:gd name="T7" fmla="*/ 77 h 77"/>
                <a:gd name="T8" fmla="*/ 0 w 58"/>
                <a:gd name="T9" fmla="*/ 77 h 77"/>
                <a:gd name="T10" fmla="*/ 0 w 58"/>
                <a:gd name="T11" fmla="*/ 0 h 77"/>
                <a:gd name="T12" fmla="*/ 30 w 58"/>
                <a:gd name="T13" fmla="*/ 0 h 77"/>
                <a:gd name="T14" fmla="*/ 46 w 58"/>
                <a:gd name="T15" fmla="*/ 6 h 77"/>
                <a:gd name="T16" fmla="*/ 54 w 58"/>
                <a:gd name="T17" fmla="*/ 23 h 77"/>
                <a:gd name="T18" fmla="*/ 42 w 58"/>
                <a:gd name="T19" fmla="*/ 43 h 77"/>
                <a:gd name="T20" fmla="*/ 41 w 58"/>
                <a:gd name="T21" fmla="*/ 44 h 77"/>
                <a:gd name="T22" fmla="*/ 58 w 58"/>
                <a:gd name="T23" fmla="*/ 77 h 77"/>
                <a:gd name="T24" fmla="*/ 41 w 58"/>
                <a:gd name="T25" fmla="*/ 77 h 77"/>
                <a:gd name="T26" fmla="*/ 14 w 58"/>
                <a:gd name="T27" fmla="*/ 32 h 77"/>
                <a:gd name="T28" fmla="*/ 29 w 58"/>
                <a:gd name="T29" fmla="*/ 32 h 77"/>
                <a:gd name="T30" fmla="*/ 39 w 58"/>
                <a:gd name="T31" fmla="*/ 23 h 77"/>
                <a:gd name="T32" fmla="*/ 36 w 58"/>
                <a:gd name="T33" fmla="*/ 16 h 77"/>
                <a:gd name="T34" fmla="*/ 29 w 58"/>
                <a:gd name="T35" fmla="*/ 14 h 77"/>
                <a:gd name="T36" fmla="*/ 14 w 58"/>
                <a:gd name="T37" fmla="*/ 14 h 77"/>
                <a:gd name="T38" fmla="*/ 14 w 58"/>
                <a:gd name="T39" fmla="*/ 3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8" h="77">
                  <a:moveTo>
                    <a:pt x="41" y="77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77"/>
                    <a:pt x="14" y="77"/>
                    <a:pt x="14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7" y="0"/>
                    <a:pt x="42" y="2"/>
                    <a:pt x="46" y="6"/>
                  </a:cubicBezTo>
                  <a:cubicBezTo>
                    <a:pt x="51" y="10"/>
                    <a:pt x="54" y="16"/>
                    <a:pt x="54" y="23"/>
                  </a:cubicBezTo>
                  <a:cubicBezTo>
                    <a:pt x="54" y="31"/>
                    <a:pt x="49" y="39"/>
                    <a:pt x="42" y="43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58" y="77"/>
                    <a:pt x="58" y="77"/>
                    <a:pt x="58" y="77"/>
                  </a:cubicBezTo>
                  <a:lnTo>
                    <a:pt x="41" y="77"/>
                  </a:lnTo>
                  <a:close/>
                  <a:moveTo>
                    <a:pt x="14" y="32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35" y="32"/>
                    <a:pt x="39" y="28"/>
                    <a:pt x="39" y="23"/>
                  </a:cubicBezTo>
                  <a:cubicBezTo>
                    <a:pt x="39" y="18"/>
                    <a:pt x="38" y="17"/>
                    <a:pt x="36" y="16"/>
                  </a:cubicBezTo>
                  <a:cubicBezTo>
                    <a:pt x="35" y="15"/>
                    <a:pt x="33" y="14"/>
                    <a:pt x="29" y="14"/>
                  </a:cubicBezTo>
                  <a:cubicBezTo>
                    <a:pt x="14" y="14"/>
                    <a:pt x="14" y="14"/>
                    <a:pt x="14" y="14"/>
                  </a:cubicBezTo>
                  <a:lnTo>
                    <a:pt x="14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gray">
            <a:xfrm>
              <a:off x="2007" y="2288"/>
              <a:ext cx="97" cy="187"/>
            </a:xfrm>
            <a:custGeom>
              <a:avLst/>
              <a:gdLst>
                <a:gd name="T0" fmla="*/ 0 w 97"/>
                <a:gd name="T1" fmla="*/ 0 h 187"/>
                <a:gd name="T2" fmla="*/ 0 w 97"/>
                <a:gd name="T3" fmla="*/ 187 h 187"/>
                <a:gd name="T4" fmla="*/ 97 w 97"/>
                <a:gd name="T5" fmla="*/ 187 h 187"/>
                <a:gd name="T6" fmla="*/ 97 w 97"/>
                <a:gd name="T7" fmla="*/ 153 h 187"/>
                <a:gd name="T8" fmla="*/ 35 w 97"/>
                <a:gd name="T9" fmla="*/ 153 h 187"/>
                <a:gd name="T10" fmla="*/ 35 w 97"/>
                <a:gd name="T11" fmla="*/ 0 h 187"/>
                <a:gd name="T12" fmla="*/ 0 w 97"/>
                <a:gd name="T13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187">
                  <a:moveTo>
                    <a:pt x="0" y="0"/>
                  </a:moveTo>
                  <a:lnTo>
                    <a:pt x="0" y="187"/>
                  </a:lnTo>
                  <a:lnTo>
                    <a:pt x="97" y="187"/>
                  </a:lnTo>
                  <a:lnTo>
                    <a:pt x="97" y="153"/>
                  </a:lnTo>
                  <a:lnTo>
                    <a:pt x="35" y="153"/>
                  </a:lnTo>
                  <a:lnTo>
                    <a:pt x="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gray">
            <a:xfrm>
              <a:off x="1479" y="2288"/>
              <a:ext cx="149" cy="187"/>
            </a:xfrm>
            <a:custGeom>
              <a:avLst/>
              <a:gdLst>
                <a:gd name="T0" fmla="*/ 0 w 63"/>
                <a:gd name="T1" fmla="*/ 77 h 77"/>
                <a:gd name="T2" fmla="*/ 0 w 63"/>
                <a:gd name="T3" fmla="*/ 0 h 77"/>
                <a:gd name="T4" fmla="*/ 26 w 63"/>
                <a:gd name="T5" fmla="*/ 0 h 77"/>
                <a:gd name="T6" fmla="*/ 63 w 63"/>
                <a:gd name="T7" fmla="*/ 39 h 77"/>
                <a:gd name="T8" fmla="*/ 26 w 63"/>
                <a:gd name="T9" fmla="*/ 77 h 77"/>
                <a:gd name="T10" fmla="*/ 0 w 63"/>
                <a:gd name="T11" fmla="*/ 77 h 77"/>
                <a:gd name="T12" fmla="*/ 14 w 63"/>
                <a:gd name="T13" fmla="*/ 15 h 77"/>
                <a:gd name="T14" fmla="*/ 14 w 63"/>
                <a:gd name="T15" fmla="*/ 63 h 77"/>
                <a:gd name="T16" fmla="*/ 24 w 63"/>
                <a:gd name="T17" fmla="*/ 62 h 77"/>
                <a:gd name="T18" fmla="*/ 47 w 63"/>
                <a:gd name="T19" fmla="*/ 38 h 77"/>
                <a:gd name="T20" fmla="*/ 24 w 63"/>
                <a:gd name="T21" fmla="*/ 14 h 77"/>
                <a:gd name="T22" fmla="*/ 24 w 63"/>
                <a:gd name="T23" fmla="*/ 14 h 77"/>
                <a:gd name="T24" fmla="*/ 14 w 63"/>
                <a:gd name="T25" fmla="*/ 15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" h="77">
                  <a:moveTo>
                    <a:pt x="0" y="7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46" y="0"/>
                    <a:pt x="63" y="17"/>
                    <a:pt x="63" y="39"/>
                  </a:cubicBezTo>
                  <a:cubicBezTo>
                    <a:pt x="63" y="60"/>
                    <a:pt x="46" y="77"/>
                    <a:pt x="26" y="77"/>
                  </a:cubicBezTo>
                  <a:lnTo>
                    <a:pt x="0" y="77"/>
                  </a:lnTo>
                  <a:close/>
                  <a:moveTo>
                    <a:pt x="14" y="15"/>
                  </a:moveTo>
                  <a:cubicBezTo>
                    <a:pt x="14" y="63"/>
                    <a:pt x="14" y="63"/>
                    <a:pt x="14" y="63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35" y="62"/>
                    <a:pt x="47" y="56"/>
                    <a:pt x="47" y="38"/>
                  </a:cubicBezTo>
                  <a:cubicBezTo>
                    <a:pt x="47" y="24"/>
                    <a:pt x="38" y="14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lnTo>
                    <a:pt x="14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gray">
            <a:xfrm>
              <a:off x="2118" y="2288"/>
              <a:ext cx="109" cy="187"/>
            </a:xfrm>
            <a:custGeom>
              <a:avLst/>
              <a:gdLst>
                <a:gd name="T0" fmla="*/ 0 w 109"/>
                <a:gd name="T1" fmla="*/ 0 h 187"/>
                <a:gd name="T2" fmla="*/ 0 w 109"/>
                <a:gd name="T3" fmla="*/ 187 h 187"/>
                <a:gd name="T4" fmla="*/ 109 w 109"/>
                <a:gd name="T5" fmla="*/ 187 h 187"/>
                <a:gd name="T6" fmla="*/ 109 w 109"/>
                <a:gd name="T7" fmla="*/ 153 h 187"/>
                <a:gd name="T8" fmla="*/ 36 w 109"/>
                <a:gd name="T9" fmla="*/ 153 h 187"/>
                <a:gd name="T10" fmla="*/ 36 w 109"/>
                <a:gd name="T11" fmla="*/ 109 h 187"/>
                <a:gd name="T12" fmla="*/ 97 w 109"/>
                <a:gd name="T13" fmla="*/ 109 h 187"/>
                <a:gd name="T14" fmla="*/ 97 w 109"/>
                <a:gd name="T15" fmla="*/ 78 h 187"/>
                <a:gd name="T16" fmla="*/ 36 w 109"/>
                <a:gd name="T17" fmla="*/ 78 h 187"/>
                <a:gd name="T18" fmla="*/ 36 w 109"/>
                <a:gd name="T19" fmla="*/ 34 h 187"/>
                <a:gd name="T20" fmla="*/ 109 w 109"/>
                <a:gd name="T21" fmla="*/ 34 h 187"/>
                <a:gd name="T22" fmla="*/ 109 w 109"/>
                <a:gd name="T23" fmla="*/ 0 h 187"/>
                <a:gd name="T24" fmla="*/ 0 w 109"/>
                <a:gd name="T2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" h="187">
                  <a:moveTo>
                    <a:pt x="0" y="0"/>
                  </a:moveTo>
                  <a:lnTo>
                    <a:pt x="0" y="187"/>
                  </a:lnTo>
                  <a:lnTo>
                    <a:pt x="109" y="187"/>
                  </a:lnTo>
                  <a:lnTo>
                    <a:pt x="109" y="153"/>
                  </a:lnTo>
                  <a:lnTo>
                    <a:pt x="36" y="153"/>
                  </a:lnTo>
                  <a:lnTo>
                    <a:pt x="36" y="109"/>
                  </a:lnTo>
                  <a:lnTo>
                    <a:pt x="97" y="109"/>
                  </a:lnTo>
                  <a:lnTo>
                    <a:pt x="97" y="78"/>
                  </a:lnTo>
                  <a:lnTo>
                    <a:pt x="36" y="78"/>
                  </a:lnTo>
                  <a:lnTo>
                    <a:pt x="36" y="34"/>
                  </a:lnTo>
                  <a:lnTo>
                    <a:pt x="109" y="34"/>
                  </a:lnTo>
                  <a:lnTo>
                    <a:pt x="10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gray">
            <a:xfrm>
              <a:off x="1640" y="2288"/>
              <a:ext cx="185" cy="189"/>
            </a:xfrm>
            <a:custGeom>
              <a:avLst/>
              <a:gdLst>
                <a:gd name="T0" fmla="*/ 39 w 78"/>
                <a:gd name="T1" fmla="*/ 78 h 78"/>
                <a:gd name="T2" fmla="*/ 0 w 78"/>
                <a:gd name="T3" fmla="*/ 39 h 78"/>
                <a:gd name="T4" fmla="*/ 39 w 78"/>
                <a:gd name="T5" fmla="*/ 0 h 78"/>
                <a:gd name="T6" fmla="*/ 78 w 78"/>
                <a:gd name="T7" fmla="*/ 39 h 78"/>
                <a:gd name="T8" fmla="*/ 39 w 78"/>
                <a:gd name="T9" fmla="*/ 78 h 78"/>
                <a:gd name="T10" fmla="*/ 39 w 78"/>
                <a:gd name="T11" fmla="*/ 14 h 78"/>
                <a:gd name="T12" fmla="*/ 14 w 78"/>
                <a:gd name="T13" fmla="*/ 39 h 78"/>
                <a:gd name="T14" fmla="*/ 39 w 78"/>
                <a:gd name="T15" fmla="*/ 63 h 78"/>
                <a:gd name="T16" fmla="*/ 63 w 78"/>
                <a:gd name="T17" fmla="*/ 39 h 78"/>
                <a:gd name="T18" fmla="*/ 39 w 78"/>
                <a:gd name="T19" fmla="*/ 1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" h="78">
                  <a:moveTo>
                    <a:pt x="39" y="78"/>
                  </a:moveTo>
                  <a:cubicBezTo>
                    <a:pt x="17" y="78"/>
                    <a:pt x="0" y="60"/>
                    <a:pt x="0" y="39"/>
                  </a:cubicBezTo>
                  <a:cubicBezTo>
                    <a:pt x="0" y="17"/>
                    <a:pt x="17" y="0"/>
                    <a:pt x="39" y="0"/>
                  </a:cubicBezTo>
                  <a:cubicBezTo>
                    <a:pt x="60" y="0"/>
                    <a:pt x="78" y="17"/>
                    <a:pt x="78" y="39"/>
                  </a:cubicBezTo>
                  <a:cubicBezTo>
                    <a:pt x="78" y="60"/>
                    <a:pt x="60" y="78"/>
                    <a:pt x="39" y="78"/>
                  </a:cubicBezTo>
                  <a:moveTo>
                    <a:pt x="39" y="14"/>
                  </a:moveTo>
                  <a:cubicBezTo>
                    <a:pt x="25" y="14"/>
                    <a:pt x="14" y="25"/>
                    <a:pt x="14" y="39"/>
                  </a:cubicBezTo>
                  <a:cubicBezTo>
                    <a:pt x="14" y="52"/>
                    <a:pt x="25" y="63"/>
                    <a:pt x="39" y="63"/>
                  </a:cubicBezTo>
                  <a:cubicBezTo>
                    <a:pt x="52" y="63"/>
                    <a:pt x="63" y="52"/>
                    <a:pt x="63" y="39"/>
                  </a:cubicBezTo>
                  <a:cubicBezTo>
                    <a:pt x="63" y="25"/>
                    <a:pt x="52" y="14"/>
                    <a:pt x="39" y="1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8" name="Rectangle 12"/>
            <p:cNvSpPr>
              <a:spLocks noChangeArrowheads="1"/>
            </p:cNvSpPr>
            <p:nvPr userDrawn="1"/>
          </p:nvSpPr>
          <p:spPr bwMode="gray">
            <a:xfrm>
              <a:off x="1664" y="2249"/>
              <a:ext cx="35" cy="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9" name="Rectangle 13"/>
            <p:cNvSpPr>
              <a:spLocks noChangeArrowheads="1"/>
            </p:cNvSpPr>
            <p:nvPr userDrawn="1"/>
          </p:nvSpPr>
          <p:spPr bwMode="gray">
            <a:xfrm>
              <a:off x="1763" y="2249"/>
              <a:ext cx="36" cy="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gray">
            <a:xfrm>
              <a:off x="2611" y="2300"/>
              <a:ext cx="213" cy="165"/>
            </a:xfrm>
            <a:custGeom>
              <a:avLst/>
              <a:gdLst>
                <a:gd name="T0" fmla="*/ 72 w 90"/>
                <a:gd name="T1" fmla="*/ 68 h 68"/>
                <a:gd name="T2" fmla="*/ 61 w 90"/>
                <a:gd name="T3" fmla="*/ 68 h 68"/>
                <a:gd name="T4" fmla="*/ 48 w 90"/>
                <a:gd name="T5" fmla="*/ 22 h 68"/>
                <a:gd name="T6" fmla="*/ 45 w 90"/>
                <a:gd name="T7" fmla="*/ 10 h 68"/>
                <a:gd name="T8" fmla="*/ 45 w 90"/>
                <a:gd name="T9" fmla="*/ 10 h 68"/>
                <a:gd name="T10" fmla="*/ 43 w 90"/>
                <a:gd name="T11" fmla="*/ 22 h 68"/>
                <a:gd name="T12" fmla="*/ 30 w 90"/>
                <a:gd name="T13" fmla="*/ 68 h 68"/>
                <a:gd name="T14" fmla="*/ 19 w 90"/>
                <a:gd name="T15" fmla="*/ 68 h 68"/>
                <a:gd name="T16" fmla="*/ 0 w 90"/>
                <a:gd name="T17" fmla="*/ 0 h 68"/>
                <a:gd name="T18" fmla="*/ 10 w 90"/>
                <a:gd name="T19" fmla="*/ 0 h 68"/>
                <a:gd name="T20" fmla="*/ 22 w 90"/>
                <a:gd name="T21" fmla="*/ 44 h 68"/>
                <a:gd name="T22" fmla="*/ 25 w 90"/>
                <a:gd name="T23" fmla="*/ 58 h 68"/>
                <a:gd name="T24" fmla="*/ 25 w 90"/>
                <a:gd name="T25" fmla="*/ 58 h 68"/>
                <a:gd name="T26" fmla="*/ 28 w 90"/>
                <a:gd name="T27" fmla="*/ 45 h 68"/>
                <a:gd name="T28" fmla="*/ 40 w 90"/>
                <a:gd name="T29" fmla="*/ 0 h 68"/>
                <a:gd name="T30" fmla="*/ 51 w 90"/>
                <a:gd name="T31" fmla="*/ 0 h 68"/>
                <a:gd name="T32" fmla="*/ 64 w 90"/>
                <a:gd name="T33" fmla="*/ 45 h 68"/>
                <a:gd name="T34" fmla="*/ 67 w 90"/>
                <a:gd name="T35" fmla="*/ 57 h 68"/>
                <a:gd name="T36" fmla="*/ 67 w 90"/>
                <a:gd name="T37" fmla="*/ 57 h 68"/>
                <a:gd name="T38" fmla="*/ 69 w 90"/>
                <a:gd name="T39" fmla="*/ 46 h 68"/>
                <a:gd name="T40" fmla="*/ 81 w 90"/>
                <a:gd name="T41" fmla="*/ 0 h 68"/>
                <a:gd name="T42" fmla="*/ 90 w 90"/>
                <a:gd name="T43" fmla="*/ 0 h 68"/>
                <a:gd name="T44" fmla="*/ 72 w 90"/>
                <a:gd name="T45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68">
                  <a:moveTo>
                    <a:pt x="72" y="68"/>
                  </a:moveTo>
                  <a:cubicBezTo>
                    <a:pt x="61" y="68"/>
                    <a:pt x="61" y="68"/>
                    <a:pt x="61" y="68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7" y="18"/>
                    <a:pt x="46" y="14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4"/>
                    <a:pt x="44" y="18"/>
                    <a:pt x="43" y="22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9"/>
                    <a:pt x="24" y="53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6" y="53"/>
                    <a:pt x="27" y="49"/>
                    <a:pt x="28" y="45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5" y="49"/>
                    <a:pt x="66" y="53"/>
                    <a:pt x="67" y="57"/>
                  </a:cubicBezTo>
                  <a:cubicBezTo>
                    <a:pt x="67" y="57"/>
                    <a:pt x="67" y="57"/>
                    <a:pt x="67" y="57"/>
                  </a:cubicBezTo>
                  <a:cubicBezTo>
                    <a:pt x="68" y="53"/>
                    <a:pt x="68" y="50"/>
                    <a:pt x="69" y="46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90" y="0"/>
                    <a:pt x="90" y="0"/>
                    <a:pt x="90" y="0"/>
                  </a:cubicBezTo>
                  <a:lnTo>
                    <a:pt x="72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gray">
            <a:xfrm>
              <a:off x="2854" y="2300"/>
              <a:ext cx="83" cy="165"/>
            </a:xfrm>
            <a:custGeom>
              <a:avLst/>
              <a:gdLst>
                <a:gd name="T0" fmla="*/ 0 w 83"/>
                <a:gd name="T1" fmla="*/ 165 h 165"/>
                <a:gd name="T2" fmla="*/ 0 w 83"/>
                <a:gd name="T3" fmla="*/ 0 h 165"/>
                <a:gd name="T4" fmla="*/ 83 w 83"/>
                <a:gd name="T5" fmla="*/ 0 h 165"/>
                <a:gd name="T6" fmla="*/ 83 w 83"/>
                <a:gd name="T7" fmla="*/ 17 h 165"/>
                <a:gd name="T8" fmla="*/ 22 w 83"/>
                <a:gd name="T9" fmla="*/ 17 h 165"/>
                <a:gd name="T10" fmla="*/ 22 w 83"/>
                <a:gd name="T11" fmla="*/ 71 h 165"/>
                <a:gd name="T12" fmla="*/ 81 w 83"/>
                <a:gd name="T13" fmla="*/ 71 h 165"/>
                <a:gd name="T14" fmla="*/ 81 w 83"/>
                <a:gd name="T15" fmla="*/ 90 h 165"/>
                <a:gd name="T16" fmla="*/ 22 w 83"/>
                <a:gd name="T17" fmla="*/ 90 h 165"/>
                <a:gd name="T18" fmla="*/ 22 w 83"/>
                <a:gd name="T19" fmla="*/ 146 h 165"/>
                <a:gd name="T20" fmla="*/ 83 w 83"/>
                <a:gd name="T21" fmla="*/ 146 h 165"/>
                <a:gd name="T22" fmla="*/ 83 w 83"/>
                <a:gd name="T23" fmla="*/ 165 h 165"/>
                <a:gd name="T24" fmla="*/ 0 w 83"/>
                <a:gd name="T25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165">
                  <a:moveTo>
                    <a:pt x="0" y="165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7"/>
                  </a:lnTo>
                  <a:lnTo>
                    <a:pt x="22" y="17"/>
                  </a:lnTo>
                  <a:lnTo>
                    <a:pt x="22" y="71"/>
                  </a:lnTo>
                  <a:lnTo>
                    <a:pt x="81" y="71"/>
                  </a:lnTo>
                  <a:lnTo>
                    <a:pt x="81" y="90"/>
                  </a:lnTo>
                  <a:lnTo>
                    <a:pt x="22" y="90"/>
                  </a:lnTo>
                  <a:lnTo>
                    <a:pt x="22" y="146"/>
                  </a:lnTo>
                  <a:lnTo>
                    <a:pt x="83" y="146"/>
                  </a:lnTo>
                  <a:lnTo>
                    <a:pt x="83" y="165"/>
                  </a:lnTo>
                  <a:lnTo>
                    <a:pt x="0" y="1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gray">
            <a:xfrm>
              <a:off x="3044" y="2298"/>
              <a:ext cx="106" cy="169"/>
            </a:xfrm>
            <a:custGeom>
              <a:avLst/>
              <a:gdLst>
                <a:gd name="T0" fmla="*/ 18 w 45"/>
                <a:gd name="T1" fmla="*/ 70 h 70"/>
                <a:gd name="T2" fmla="*/ 0 w 45"/>
                <a:gd name="T3" fmla="*/ 69 h 70"/>
                <a:gd name="T4" fmla="*/ 0 w 45"/>
                <a:gd name="T5" fmla="*/ 1 h 70"/>
                <a:gd name="T6" fmla="*/ 20 w 45"/>
                <a:gd name="T7" fmla="*/ 0 h 70"/>
                <a:gd name="T8" fmla="*/ 42 w 45"/>
                <a:gd name="T9" fmla="*/ 17 h 70"/>
                <a:gd name="T10" fmla="*/ 31 w 45"/>
                <a:gd name="T11" fmla="*/ 33 h 70"/>
                <a:gd name="T12" fmla="*/ 31 w 45"/>
                <a:gd name="T13" fmla="*/ 33 h 70"/>
                <a:gd name="T14" fmla="*/ 45 w 45"/>
                <a:gd name="T15" fmla="*/ 49 h 70"/>
                <a:gd name="T16" fmla="*/ 18 w 45"/>
                <a:gd name="T17" fmla="*/ 70 h 70"/>
                <a:gd name="T18" fmla="*/ 19 w 45"/>
                <a:gd name="T19" fmla="*/ 8 h 70"/>
                <a:gd name="T20" fmla="*/ 10 w 45"/>
                <a:gd name="T21" fmla="*/ 8 h 70"/>
                <a:gd name="T22" fmla="*/ 10 w 45"/>
                <a:gd name="T23" fmla="*/ 30 h 70"/>
                <a:gd name="T24" fmla="*/ 16 w 45"/>
                <a:gd name="T25" fmla="*/ 30 h 70"/>
                <a:gd name="T26" fmla="*/ 33 w 45"/>
                <a:gd name="T27" fmla="*/ 18 h 70"/>
                <a:gd name="T28" fmla="*/ 19 w 45"/>
                <a:gd name="T29" fmla="*/ 8 h 70"/>
                <a:gd name="T30" fmla="*/ 16 w 45"/>
                <a:gd name="T31" fmla="*/ 37 h 70"/>
                <a:gd name="T32" fmla="*/ 10 w 45"/>
                <a:gd name="T33" fmla="*/ 37 h 70"/>
                <a:gd name="T34" fmla="*/ 10 w 45"/>
                <a:gd name="T35" fmla="*/ 61 h 70"/>
                <a:gd name="T36" fmla="*/ 19 w 45"/>
                <a:gd name="T37" fmla="*/ 62 h 70"/>
                <a:gd name="T38" fmla="*/ 35 w 45"/>
                <a:gd name="T39" fmla="*/ 49 h 70"/>
                <a:gd name="T40" fmla="*/ 16 w 45"/>
                <a:gd name="T41" fmla="*/ 3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" h="70">
                  <a:moveTo>
                    <a:pt x="18" y="70"/>
                  </a:moveTo>
                  <a:cubicBezTo>
                    <a:pt x="14" y="70"/>
                    <a:pt x="7" y="69"/>
                    <a:pt x="0" y="6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2" y="0"/>
                    <a:pt x="20" y="0"/>
                  </a:cubicBezTo>
                  <a:cubicBezTo>
                    <a:pt x="35" y="0"/>
                    <a:pt x="42" y="7"/>
                    <a:pt x="42" y="17"/>
                  </a:cubicBezTo>
                  <a:cubicBezTo>
                    <a:pt x="42" y="24"/>
                    <a:pt x="38" y="30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40" y="35"/>
                    <a:pt x="45" y="42"/>
                    <a:pt x="45" y="49"/>
                  </a:cubicBezTo>
                  <a:cubicBezTo>
                    <a:pt x="45" y="57"/>
                    <a:pt x="39" y="70"/>
                    <a:pt x="18" y="70"/>
                  </a:cubicBezTo>
                  <a:close/>
                  <a:moveTo>
                    <a:pt x="19" y="8"/>
                  </a:moveTo>
                  <a:cubicBezTo>
                    <a:pt x="16" y="8"/>
                    <a:pt x="13" y="8"/>
                    <a:pt x="10" y="8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0"/>
                    <a:pt x="14" y="30"/>
                    <a:pt x="16" y="30"/>
                  </a:cubicBezTo>
                  <a:cubicBezTo>
                    <a:pt x="27" y="30"/>
                    <a:pt x="33" y="26"/>
                    <a:pt x="33" y="18"/>
                  </a:cubicBezTo>
                  <a:cubicBezTo>
                    <a:pt x="33" y="12"/>
                    <a:pt x="30" y="8"/>
                    <a:pt x="19" y="8"/>
                  </a:cubicBezTo>
                  <a:close/>
                  <a:moveTo>
                    <a:pt x="16" y="37"/>
                  </a:moveTo>
                  <a:cubicBezTo>
                    <a:pt x="15" y="37"/>
                    <a:pt x="11" y="37"/>
                    <a:pt x="10" y="37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1" y="62"/>
                    <a:pt x="15" y="62"/>
                    <a:pt x="19" y="62"/>
                  </a:cubicBezTo>
                  <a:cubicBezTo>
                    <a:pt x="30" y="62"/>
                    <a:pt x="35" y="57"/>
                    <a:pt x="35" y="49"/>
                  </a:cubicBezTo>
                  <a:cubicBezTo>
                    <a:pt x="35" y="40"/>
                    <a:pt x="27" y="37"/>
                    <a:pt x="16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gray">
            <a:xfrm>
              <a:off x="3191" y="2298"/>
              <a:ext cx="106" cy="167"/>
            </a:xfrm>
            <a:custGeom>
              <a:avLst/>
              <a:gdLst>
                <a:gd name="T0" fmla="*/ 33 w 45"/>
                <a:gd name="T1" fmla="*/ 69 h 69"/>
                <a:gd name="T2" fmla="*/ 11 w 45"/>
                <a:gd name="T3" fmla="*/ 38 h 69"/>
                <a:gd name="T4" fmla="*/ 9 w 45"/>
                <a:gd name="T5" fmla="*/ 38 h 69"/>
                <a:gd name="T6" fmla="*/ 9 w 45"/>
                <a:gd name="T7" fmla="*/ 69 h 69"/>
                <a:gd name="T8" fmla="*/ 0 w 45"/>
                <a:gd name="T9" fmla="*/ 69 h 69"/>
                <a:gd name="T10" fmla="*/ 0 w 45"/>
                <a:gd name="T11" fmla="*/ 1 h 69"/>
                <a:gd name="T12" fmla="*/ 17 w 45"/>
                <a:gd name="T13" fmla="*/ 0 h 69"/>
                <a:gd name="T14" fmla="*/ 41 w 45"/>
                <a:gd name="T15" fmla="*/ 18 h 69"/>
                <a:gd name="T16" fmla="*/ 20 w 45"/>
                <a:gd name="T17" fmla="*/ 37 h 69"/>
                <a:gd name="T18" fmla="*/ 26 w 45"/>
                <a:gd name="T19" fmla="*/ 45 h 69"/>
                <a:gd name="T20" fmla="*/ 45 w 45"/>
                <a:gd name="T21" fmla="*/ 69 h 69"/>
                <a:gd name="T22" fmla="*/ 33 w 45"/>
                <a:gd name="T23" fmla="*/ 69 h 69"/>
                <a:gd name="T24" fmla="*/ 16 w 45"/>
                <a:gd name="T25" fmla="*/ 8 h 69"/>
                <a:gd name="T26" fmla="*/ 9 w 45"/>
                <a:gd name="T27" fmla="*/ 8 h 69"/>
                <a:gd name="T28" fmla="*/ 9 w 45"/>
                <a:gd name="T29" fmla="*/ 31 h 69"/>
                <a:gd name="T30" fmla="*/ 15 w 45"/>
                <a:gd name="T31" fmla="*/ 32 h 69"/>
                <a:gd name="T32" fmla="*/ 31 w 45"/>
                <a:gd name="T33" fmla="*/ 19 h 69"/>
                <a:gd name="T34" fmla="*/ 16 w 45"/>
                <a:gd name="T35" fmla="*/ 8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9">
                  <a:moveTo>
                    <a:pt x="33" y="69"/>
                  </a:moveTo>
                  <a:cubicBezTo>
                    <a:pt x="11" y="38"/>
                    <a:pt x="11" y="38"/>
                    <a:pt x="11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0" y="0"/>
                    <a:pt x="17" y="0"/>
                  </a:cubicBezTo>
                  <a:cubicBezTo>
                    <a:pt x="31" y="0"/>
                    <a:pt x="41" y="5"/>
                    <a:pt x="41" y="18"/>
                  </a:cubicBezTo>
                  <a:cubicBezTo>
                    <a:pt x="41" y="30"/>
                    <a:pt x="31" y="37"/>
                    <a:pt x="20" y="37"/>
                  </a:cubicBezTo>
                  <a:cubicBezTo>
                    <a:pt x="22" y="40"/>
                    <a:pt x="25" y="42"/>
                    <a:pt x="26" y="45"/>
                  </a:cubicBezTo>
                  <a:cubicBezTo>
                    <a:pt x="45" y="69"/>
                    <a:pt x="45" y="69"/>
                    <a:pt x="45" y="69"/>
                  </a:cubicBezTo>
                  <a:lnTo>
                    <a:pt x="33" y="69"/>
                  </a:lnTo>
                  <a:close/>
                  <a:moveTo>
                    <a:pt x="16" y="8"/>
                  </a:moveTo>
                  <a:cubicBezTo>
                    <a:pt x="13" y="8"/>
                    <a:pt x="11" y="8"/>
                    <a:pt x="9" y="8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0" y="32"/>
                    <a:pt x="12" y="32"/>
                    <a:pt x="15" y="32"/>
                  </a:cubicBezTo>
                  <a:cubicBezTo>
                    <a:pt x="25" y="32"/>
                    <a:pt x="31" y="27"/>
                    <a:pt x="31" y="19"/>
                  </a:cubicBezTo>
                  <a:cubicBezTo>
                    <a:pt x="31" y="11"/>
                    <a:pt x="26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4" name="Rectangle 18"/>
            <p:cNvSpPr>
              <a:spLocks noChangeArrowheads="1"/>
            </p:cNvSpPr>
            <p:nvPr userDrawn="1"/>
          </p:nvSpPr>
          <p:spPr bwMode="gray">
            <a:xfrm>
              <a:off x="3328" y="2300"/>
              <a:ext cx="21" cy="16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gray">
            <a:xfrm>
              <a:off x="3399" y="2300"/>
              <a:ext cx="130" cy="165"/>
            </a:xfrm>
            <a:custGeom>
              <a:avLst/>
              <a:gdLst>
                <a:gd name="T0" fmla="*/ 42 w 55"/>
                <a:gd name="T1" fmla="*/ 68 h 68"/>
                <a:gd name="T2" fmla="*/ 16 w 55"/>
                <a:gd name="T3" fmla="*/ 26 h 68"/>
                <a:gd name="T4" fmla="*/ 8 w 55"/>
                <a:gd name="T5" fmla="*/ 12 h 68"/>
                <a:gd name="T6" fmla="*/ 9 w 55"/>
                <a:gd name="T7" fmla="*/ 46 h 68"/>
                <a:gd name="T8" fmla="*/ 9 w 55"/>
                <a:gd name="T9" fmla="*/ 68 h 68"/>
                <a:gd name="T10" fmla="*/ 0 w 55"/>
                <a:gd name="T11" fmla="*/ 68 h 68"/>
                <a:gd name="T12" fmla="*/ 0 w 55"/>
                <a:gd name="T13" fmla="*/ 0 h 68"/>
                <a:gd name="T14" fmla="*/ 12 w 55"/>
                <a:gd name="T15" fmla="*/ 0 h 68"/>
                <a:gd name="T16" fmla="*/ 38 w 55"/>
                <a:gd name="T17" fmla="*/ 41 h 68"/>
                <a:gd name="T18" fmla="*/ 46 w 55"/>
                <a:gd name="T19" fmla="*/ 56 h 68"/>
                <a:gd name="T20" fmla="*/ 45 w 55"/>
                <a:gd name="T21" fmla="*/ 19 h 68"/>
                <a:gd name="T22" fmla="*/ 45 w 55"/>
                <a:gd name="T23" fmla="*/ 0 h 68"/>
                <a:gd name="T24" fmla="*/ 55 w 55"/>
                <a:gd name="T25" fmla="*/ 0 h 68"/>
                <a:gd name="T26" fmla="*/ 55 w 55"/>
                <a:gd name="T27" fmla="*/ 68 h 68"/>
                <a:gd name="T28" fmla="*/ 42 w 55"/>
                <a:gd name="T2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5" h="68">
                  <a:moveTo>
                    <a:pt x="42" y="68"/>
                  </a:moveTo>
                  <a:cubicBezTo>
                    <a:pt x="16" y="26"/>
                    <a:pt x="16" y="26"/>
                    <a:pt x="16" y="26"/>
                  </a:cubicBezTo>
                  <a:cubicBezTo>
                    <a:pt x="13" y="21"/>
                    <a:pt x="11" y="16"/>
                    <a:pt x="8" y="12"/>
                  </a:cubicBezTo>
                  <a:cubicBezTo>
                    <a:pt x="9" y="19"/>
                    <a:pt x="9" y="35"/>
                    <a:pt x="9" y="46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41" y="46"/>
                    <a:pt x="44" y="51"/>
                    <a:pt x="46" y="56"/>
                  </a:cubicBezTo>
                  <a:cubicBezTo>
                    <a:pt x="46" y="47"/>
                    <a:pt x="45" y="31"/>
                    <a:pt x="45" y="19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68"/>
                    <a:pt x="55" y="68"/>
                    <a:pt x="55" y="68"/>
                  </a:cubicBezTo>
                  <a:lnTo>
                    <a:pt x="42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gray">
            <a:xfrm>
              <a:off x="3565" y="2298"/>
              <a:ext cx="132" cy="169"/>
            </a:xfrm>
            <a:custGeom>
              <a:avLst/>
              <a:gdLst>
                <a:gd name="T0" fmla="*/ 34 w 56"/>
                <a:gd name="T1" fmla="*/ 70 h 70"/>
                <a:gd name="T2" fmla="*/ 0 w 56"/>
                <a:gd name="T3" fmla="*/ 36 h 70"/>
                <a:gd name="T4" fmla="*/ 37 w 56"/>
                <a:gd name="T5" fmla="*/ 0 h 70"/>
                <a:gd name="T6" fmla="*/ 56 w 56"/>
                <a:gd name="T7" fmla="*/ 3 h 70"/>
                <a:gd name="T8" fmla="*/ 54 w 56"/>
                <a:gd name="T9" fmla="*/ 11 h 70"/>
                <a:gd name="T10" fmla="*/ 36 w 56"/>
                <a:gd name="T11" fmla="*/ 8 h 70"/>
                <a:gd name="T12" fmla="*/ 10 w 56"/>
                <a:gd name="T13" fmla="*/ 35 h 70"/>
                <a:gd name="T14" fmla="*/ 35 w 56"/>
                <a:gd name="T15" fmla="*/ 62 h 70"/>
                <a:gd name="T16" fmla="*/ 47 w 56"/>
                <a:gd name="T17" fmla="*/ 60 h 70"/>
                <a:gd name="T18" fmla="*/ 47 w 56"/>
                <a:gd name="T19" fmla="*/ 34 h 70"/>
                <a:gd name="T20" fmla="*/ 56 w 56"/>
                <a:gd name="T21" fmla="*/ 34 h 70"/>
                <a:gd name="T22" fmla="*/ 56 w 56"/>
                <a:gd name="T23" fmla="*/ 66 h 70"/>
                <a:gd name="T24" fmla="*/ 34 w 56"/>
                <a:gd name="T25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70">
                  <a:moveTo>
                    <a:pt x="34" y="70"/>
                  </a:moveTo>
                  <a:cubicBezTo>
                    <a:pt x="13" y="70"/>
                    <a:pt x="0" y="58"/>
                    <a:pt x="0" y="36"/>
                  </a:cubicBezTo>
                  <a:cubicBezTo>
                    <a:pt x="0" y="15"/>
                    <a:pt x="14" y="0"/>
                    <a:pt x="37" y="0"/>
                  </a:cubicBezTo>
                  <a:cubicBezTo>
                    <a:pt x="43" y="0"/>
                    <a:pt x="50" y="1"/>
                    <a:pt x="56" y="3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48" y="9"/>
                    <a:pt x="42" y="8"/>
                    <a:pt x="36" y="8"/>
                  </a:cubicBezTo>
                  <a:cubicBezTo>
                    <a:pt x="22" y="8"/>
                    <a:pt x="10" y="17"/>
                    <a:pt x="10" y="35"/>
                  </a:cubicBezTo>
                  <a:cubicBezTo>
                    <a:pt x="10" y="52"/>
                    <a:pt x="20" y="62"/>
                    <a:pt x="35" y="62"/>
                  </a:cubicBezTo>
                  <a:cubicBezTo>
                    <a:pt x="40" y="62"/>
                    <a:pt x="44" y="61"/>
                    <a:pt x="47" y="60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0" y="69"/>
                    <a:pt x="41" y="70"/>
                    <a:pt x="34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7" name="Rectangle 21"/>
            <p:cNvSpPr>
              <a:spLocks noChangeArrowheads="1"/>
            </p:cNvSpPr>
            <p:nvPr userDrawn="1"/>
          </p:nvSpPr>
          <p:spPr bwMode="gray">
            <a:xfrm>
              <a:off x="3804" y="2298"/>
              <a:ext cx="23" cy="1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8" name="Freeform 22"/>
            <p:cNvSpPr>
              <a:spLocks noEditPoints="1"/>
            </p:cNvSpPr>
            <p:nvPr userDrawn="1"/>
          </p:nvSpPr>
          <p:spPr bwMode="gray">
            <a:xfrm>
              <a:off x="3870" y="2298"/>
              <a:ext cx="132" cy="169"/>
            </a:xfrm>
            <a:custGeom>
              <a:avLst/>
              <a:gdLst>
                <a:gd name="T0" fmla="*/ 18 w 56"/>
                <a:gd name="T1" fmla="*/ 70 h 70"/>
                <a:gd name="T2" fmla="*/ 0 w 56"/>
                <a:gd name="T3" fmla="*/ 69 h 70"/>
                <a:gd name="T4" fmla="*/ 0 w 56"/>
                <a:gd name="T5" fmla="*/ 1 h 70"/>
                <a:gd name="T6" fmla="*/ 21 w 56"/>
                <a:gd name="T7" fmla="*/ 0 h 70"/>
                <a:gd name="T8" fmla="*/ 56 w 56"/>
                <a:gd name="T9" fmla="*/ 34 h 70"/>
                <a:gd name="T10" fmla="*/ 18 w 56"/>
                <a:gd name="T11" fmla="*/ 70 h 70"/>
                <a:gd name="T12" fmla="*/ 20 w 56"/>
                <a:gd name="T13" fmla="*/ 8 h 70"/>
                <a:gd name="T14" fmla="*/ 9 w 56"/>
                <a:gd name="T15" fmla="*/ 8 h 70"/>
                <a:gd name="T16" fmla="*/ 9 w 56"/>
                <a:gd name="T17" fmla="*/ 61 h 70"/>
                <a:gd name="T18" fmla="*/ 19 w 56"/>
                <a:gd name="T19" fmla="*/ 62 h 70"/>
                <a:gd name="T20" fmla="*/ 46 w 56"/>
                <a:gd name="T21" fmla="*/ 35 h 70"/>
                <a:gd name="T22" fmla="*/ 20 w 56"/>
                <a:gd name="T23" fmla="*/ 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" h="70">
                  <a:moveTo>
                    <a:pt x="18" y="70"/>
                  </a:moveTo>
                  <a:cubicBezTo>
                    <a:pt x="11" y="70"/>
                    <a:pt x="5" y="69"/>
                    <a:pt x="0" y="6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3" y="0"/>
                    <a:pt x="21" y="0"/>
                  </a:cubicBezTo>
                  <a:cubicBezTo>
                    <a:pt x="43" y="0"/>
                    <a:pt x="56" y="10"/>
                    <a:pt x="56" y="34"/>
                  </a:cubicBezTo>
                  <a:cubicBezTo>
                    <a:pt x="56" y="58"/>
                    <a:pt x="40" y="70"/>
                    <a:pt x="18" y="70"/>
                  </a:cubicBezTo>
                  <a:close/>
                  <a:moveTo>
                    <a:pt x="20" y="8"/>
                  </a:moveTo>
                  <a:cubicBezTo>
                    <a:pt x="16" y="8"/>
                    <a:pt x="12" y="8"/>
                    <a:pt x="9" y="8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2" y="61"/>
                    <a:pt x="16" y="62"/>
                    <a:pt x="19" y="62"/>
                  </a:cubicBezTo>
                  <a:cubicBezTo>
                    <a:pt x="35" y="62"/>
                    <a:pt x="46" y="53"/>
                    <a:pt x="46" y="35"/>
                  </a:cubicBezTo>
                  <a:cubicBezTo>
                    <a:pt x="46" y="17"/>
                    <a:pt x="38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gray">
            <a:xfrm>
              <a:off x="4033" y="2298"/>
              <a:ext cx="83" cy="167"/>
            </a:xfrm>
            <a:custGeom>
              <a:avLst/>
              <a:gdLst>
                <a:gd name="T0" fmla="*/ 0 w 83"/>
                <a:gd name="T1" fmla="*/ 167 h 167"/>
                <a:gd name="T2" fmla="*/ 0 w 83"/>
                <a:gd name="T3" fmla="*/ 0 h 167"/>
                <a:gd name="T4" fmla="*/ 83 w 83"/>
                <a:gd name="T5" fmla="*/ 0 h 167"/>
                <a:gd name="T6" fmla="*/ 83 w 83"/>
                <a:gd name="T7" fmla="*/ 19 h 167"/>
                <a:gd name="T8" fmla="*/ 22 w 83"/>
                <a:gd name="T9" fmla="*/ 19 h 167"/>
                <a:gd name="T10" fmla="*/ 22 w 83"/>
                <a:gd name="T11" fmla="*/ 73 h 167"/>
                <a:gd name="T12" fmla="*/ 81 w 83"/>
                <a:gd name="T13" fmla="*/ 73 h 167"/>
                <a:gd name="T14" fmla="*/ 81 w 83"/>
                <a:gd name="T15" fmla="*/ 92 h 167"/>
                <a:gd name="T16" fmla="*/ 22 w 83"/>
                <a:gd name="T17" fmla="*/ 92 h 167"/>
                <a:gd name="T18" fmla="*/ 22 w 83"/>
                <a:gd name="T19" fmla="*/ 148 h 167"/>
                <a:gd name="T20" fmla="*/ 83 w 83"/>
                <a:gd name="T21" fmla="*/ 148 h 167"/>
                <a:gd name="T22" fmla="*/ 83 w 83"/>
                <a:gd name="T23" fmla="*/ 167 h 167"/>
                <a:gd name="T24" fmla="*/ 0 w 83"/>
                <a:gd name="T25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167">
                  <a:moveTo>
                    <a:pt x="0" y="167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9"/>
                  </a:lnTo>
                  <a:lnTo>
                    <a:pt x="22" y="19"/>
                  </a:lnTo>
                  <a:lnTo>
                    <a:pt x="22" y="73"/>
                  </a:lnTo>
                  <a:lnTo>
                    <a:pt x="81" y="73"/>
                  </a:lnTo>
                  <a:lnTo>
                    <a:pt x="81" y="92"/>
                  </a:lnTo>
                  <a:lnTo>
                    <a:pt x="22" y="92"/>
                  </a:lnTo>
                  <a:lnTo>
                    <a:pt x="22" y="148"/>
                  </a:lnTo>
                  <a:lnTo>
                    <a:pt x="83" y="148"/>
                  </a:lnTo>
                  <a:lnTo>
                    <a:pt x="83" y="167"/>
                  </a:lnTo>
                  <a:lnTo>
                    <a:pt x="0" y="1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30" name="Freeform 24"/>
            <p:cNvSpPr>
              <a:spLocks noEditPoints="1"/>
            </p:cNvSpPr>
            <p:nvPr userDrawn="1"/>
          </p:nvSpPr>
          <p:spPr bwMode="gray">
            <a:xfrm>
              <a:off x="4133" y="2298"/>
              <a:ext cx="144" cy="167"/>
            </a:xfrm>
            <a:custGeom>
              <a:avLst/>
              <a:gdLst>
                <a:gd name="T0" fmla="*/ 50 w 61"/>
                <a:gd name="T1" fmla="*/ 69 h 69"/>
                <a:gd name="T2" fmla="*/ 45 w 61"/>
                <a:gd name="T3" fmla="*/ 53 h 69"/>
                <a:gd name="T4" fmla="*/ 16 w 61"/>
                <a:gd name="T5" fmla="*/ 53 h 69"/>
                <a:gd name="T6" fmla="*/ 10 w 61"/>
                <a:gd name="T7" fmla="*/ 69 h 69"/>
                <a:gd name="T8" fmla="*/ 0 w 61"/>
                <a:gd name="T9" fmla="*/ 69 h 69"/>
                <a:gd name="T10" fmla="*/ 25 w 61"/>
                <a:gd name="T11" fmla="*/ 0 h 69"/>
                <a:gd name="T12" fmla="*/ 36 w 61"/>
                <a:gd name="T13" fmla="*/ 0 h 69"/>
                <a:gd name="T14" fmla="*/ 61 w 61"/>
                <a:gd name="T15" fmla="*/ 69 h 69"/>
                <a:gd name="T16" fmla="*/ 50 w 61"/>
                <a:gd name="T17" fmla="*/ 69 h 69"/>
                <a:gd name="T18" fmla="*/ 33 w 61"/>
                <a:gd name="T19" fmla="*/ 20 h 69"/>
                <a:gd name="T20" fmla="*/ 30 w 61"/>
                <a:gd name="T21" fmla="*/ 11 h 69"/>
                <a:gd name="T22" fmla="*/ 30 w 61"/>
                <a:gd name="T23" fmla="*/ 11 h 69"/>
                <a:gd name="T24" fmla="*/ 27 w 61"/>
                <a:gd name="T25" fmla="*/ 20 h 69"/>
                <a:gd name="T26" fmla="*/ 18 w 61"/>
                <a:gd name="T27" fmla="*/ 46 h 69"/>
                <a:gd name="T28" fmla="*/ 42 w 61"/>
                <a:gd name="T29" fmla="*/ 46 h 69"/>
                <a:gd name="T30" fmla="*/ 33 w 61"/>
                <a:gd name="T3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" h="69">
                  <a:moveTo>
                    <a:pt x="50" y="69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0" y="69"/>
                    <a:pt x="10" y="69"/>
                    <a:pt x="10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61" y="69"/>
                    <a:pt x="61" y="69"/>
                    <a:pt x="61" y="69"/>
                  </a:cubicBezTo>
                  <a:lnTo>
                    <a:pt x="50" y="69"/>
                  </a:lnTo>
                  <a:close/>
                  <a:moveTo>
                    <a:pt x="33" y="20"/>
                  </a:moveTo>
                  <a:cubicBezTo>
                    <a:pt x="32" y="17"/>
                    <a:pt x="31" y="14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29" y="14"/>
                    <a:pt x="28" y="17"/>
                    <a:pt x="27" y="20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33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31" name="Freeform 25"/>
            <p:cNvSpPr>
              <a:spLocks/>
            </p:cNvSpPr>
            <p:nvPr userDrawn="1"/>
          </p:nvSpPr>
          <p:spPr bwMode="gray">
            <a:xfrm>
              <a:off x="4294" y="2298"/>
              <a:ext cx="97" cy="169"/>
            </a:xfrm>
            <a:custGeom>
              <a:avLst/>
              <a:gdLst>
                <a:gd name="T0" fmla="*/ 15 w 41"/>
                <a:gd name="T1" fmla="*/ 70 h 70"/>
                <a:gd name="T2" fmla="*/ 0 w 41"/>
                <a:gd name="T3" fmla="*/ 68 h 70"/>
                <a:gd name="T4" fmla="*/ 2 w 41"/>
                <a:gd name="T5" fmla="*/ 59 h 70"/>
                <a:gd name="T6" fmla="*/ 16 w 41"/>
                <a:gd name="T7" fmla="*/ 62 h 70"/>
                <a:gd name="T8" fmla="*/ 31 w 41"/>
                <a:gd name="T9" fmla="*/ 50 h 70"/>
                <a:gd name="T10" fmla="*/ 0 w 41"/>
                <a:gd name="T11" fmla="*/ 19 h 70"/>
                <a:gd name="T12" fmla="*/ 24 w 41"/>
                <a:gd name="T13" fmla="*/ 0 h 70"/>
                <a:gd name="T14" fmla="*/ 36 w 41"/>
                <a:gd name="T15" fmla="*/ 1 h 70"/>
                <a:gd name="T16" fmla="*/ 35 w 41"/>
                <a:gd name="T17" fmla="*/ 9 h 70"/>
                <a:gd name="T18" fmla="*/ 23 w 41"/>
                <a:gd name="T19" fmla="*/ 7 h 70"/>
                <a:gd name="T20" fmla="*/ 9 w 41"/>
                <a:gd name="T21" fmla="*/ 18 h 70"/>
                <a:gd name="T22" fmla="*/ 41 w 41"/>
                <a:gd name="T23" fmla="*/ 49 h 70"/>
                <a:gd name="T24" fmla="*/ 15 w 41"/>
                <a:gd name="T25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70">
                  <a:moveTo>
                    <a:pt x="15" y="70"/>
                  </a:moveTo>
                  <a:cubicBezTo>
                    <a:pt x="10" y="70"/>
                    <a:pt x="5" y="69"/>
                    <a:pt x="0" y="68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6" y="61"/>
                    <a:pt x="11" y="62"/>
                    <a:pt x="16" y="62"/>
                  </a:cubicBezTo>
                  <a:cubicBezTo>
                    <a:pt x="24" y="62"/>
                    <a:pt x="31" y="59"/>
                    <a:pt x="31" y="50"/>
                  </a:cubicBezTo>
                  <a:cubicBezTo>
                    <a:pt x="31" y="35"/>
                    <a:pt x="0" y="41"/>
                    <a:pt x="0" y="19"/>
                  </a:cubicBezTo>
                  <a:cubicBezTo>
                    <a:pt x="0" y="8"/>
                    <a:pt x="8" y="0"/>
                    <a:pt x="24" y="0"/>
                  </a:cubicBezTo>
                  <a:cubicBezTo>
                    <a:pt x="28" y="0"/>
                    <a:pt x="32" y="0"/>
                    <a:pt x="36" y="1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1" y="8"/>
                    <a:pt x="27" y="7"/>
                    <a:pt x="23" y="7"/>
                  </a:cubicBezTo>
                  <a:cubicBezTo>
                    <a:pt x="14" y="7"/>
                    <a:pt x="9" y="11"/>
                    <a:pt x="9" y="18"/>
                  </a:cubicBezTo>
                  <a:cubicBezTo>
                    <a:pt x="9" y="33"/>
                    <a:pt x="41" y="27"/>
                    <a:pt x="41" y="49"/>
                  </a:cubicBezTo>
                  <a:cubicBezTo>
                    <a:pt x="41" y="61"/>
                    <a:pt x="31" y="70"/>
                    <a:pt x="15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32" name="Freeform 26"/>
            <p:cNvSpPr>
              <a:spLocks/>
            </p:cNvSpPr>
            <p:nvPr userDrawn="1"/>
          </p:nvSpPr>
          <p:spPr bwMode="gray">
            <a:xfrm>
              <a:off x="4455" y="2298"/>
              <a:ext cx="116" cy="167"/>
            </a:xfrm>
            <a:custGeom>
              <a:avLst/>
              <a:gdLst>
                <a:gd name="T0" fmla="*/ 68 w 116"/>
                <a:gd name="T1" fmla="*/ 19 h 167"/>
                <a:gd name="T2" fmla="*/ 68 w 116"/>
                <a:gd name="T3" fmla="*/ 167 h 167"/>
                <a:gd name="T4" fmla="*/ 47 w 116"/>
                <a:gd name="T5" fmla="*/ 167 h 167"/>
                <a:gd name="T6" fmla="*/ 47 w 116"/>
                <a:gd name="T7" fmla="*/ 19 h 167"/>
                <a:gd name="T8" fmla="*/ 0 w 116"/>
                <a:gd name="T9" fmla="*/ 19 h 167"/>
                <a:gd name="T10" fmla="*/ 0 w 116"/>
                <a:gd name="T11" fmla="*/ 0 h 167"/>
                <a:gd name="T12" fmla="*/ 116 w 116"/>
                <a:gd name="T13" fmla="*/ 0 h 167"/>
                <a:gd name="T14" fmla="*/ 116 w 116"/>
                <a:gd name="T15" fmla="*/ 19 h 167"/>
                <a:gd name="T16" fmla="*/ 68 w 116"/>
                <a:gd name="T17" fmla="*/ 19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67">
                  <a:moveTo>
                    <a:pt x="68" y="19"/>
                  </a:moveTo>
                  <a:lnTo>
                    <a:pt x="68" y="167"/>
                  </a:lnTo>
                  <a:lnTo>
                    <a:pt x="47" y="167"/>
                  </a:lnTo>
                  <a:lnTo>
                    <a:pt x="47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116" y="19"/>
                  </a:lnTo>
                  <a:lnTo>
                    <a:pt x="68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33" name="Freeform 27"/>
            <p:cNvSpPr>
              <a:spLocks noEditPoints="1"/>
            </p:cNvSpPr>
            <p:nvPr userDrawn="1"/>
          </p:nvSpPr>
          <p:spPr bwMode="gray">
            <a:xfrm>
              <a:off x="4575" y="2295"/>
              <a:ext cx="152" cy="172"/>
            </a:xfrm>
            <a:custGeom>
              <a:avLst/>
              <a:gdLst>
                <a:gd name="T0" fmla="*/ 31 w 64"/>
                <a:gd name="T1" fmla="*/ 71 h 71"/>
                <a:gd name="T2" fmla="*/ 0 w 64"/>
                <a:gd name="T3" fmla="*/ 37 h 71"/>
                <a:gd name="T4" fmla="*/ 33 w 64"/>
                <a:gd name="T5" fmla="*/ 0 h 71"/>
                <a:gd name="T6" fmla="*/ 64 w 64"/>
                <a:gd name="T7" fmla="*/ 35 h 71"/>
                <a:gd name="T8" fmla="*/ 31 w 64"/>
                <a:gd name="T9" fmla="*/ 71 h 71"/>
                <a:gd name="T10" fmla="*/ 32 w 64"/>
                <a:gd name="T11" fmla="*/ 9 h 71"/>
                <a:gd name="T12" fmla="*/ 10 w 64"/>
                <a:gd name="T13" fmla="*/ 35 h 71"/>
                <a:gd name="T14" fmla="*/ 32 w 64"/>
                <a:gd name="T15" fmla="*/ 63 h 71"/>
                <a:gd name="T16" fmla="*/ 54 w 64"/>
                <a:gd name="T17" fmla="*/ 36 h 71"/>
                <a:gd name="T18" fmla="*/ 32 w 64"/>
                <a:gd name="T19" fmla="*/ 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71">
                  <a:moveTo>
                    <a:pt x="31" y="71"/>
                  </a:moveTo>
                  <a:cubicBezTo>
                    <a:pt x="10" y="71"/>
                    <a:pt x="0" y="57"/>
                    <a:pt x="0" y="37"/>
                  </a:cubicBezTo>
                  <a:cubicBezTo>
                    <a:pt x="0" y="14"/>
                    <a:pt x="15" y="0"/>
                    <a:pt x="33" y="0"/>
                  </a:cubicBezTo>
                  <a:cubicBezTo>
                    <a:pt x="52" y="0"/>
                    <a:pt x="64" y="12"/>
                    <a:pt x="64" y="35"/>
                  </a:cubicBezTo>
                  <a:cubicBezTo>
                    <a:pt x="64" y="58"/>
                    <a:pt x="49" y="71"/>
                    <a:pt x="31" y="71"/>
                  </a:cubicBezTo>
                  <a:close/>
                  <a:moveTo>
                    <a:pt x="32" y="9"/>
                  </a:moveTo>
                  <a:cubicBezTo>
                    <a:pt x="21" y="9"/>
                    <a:pt x="10" y="18"/>
                    <a:pt x="10" y="35"/>
                  </a:cubicBezTo>
                  <a:cubicBezTo>
                    <a:pt x="10" y="52"/>
                    <a:pt x="17" y="63"/>
                    <a:pt x="32" y="63"/>
                  </a:cubicBezTo>
                  <a:cubicBezTo>
                    <a:pt x="43" y="63"/>
                    <a:pt x="54" y="54"/>
                    <a:pt x="54" y="36"/>
                  </a:cubicBezTo>
                  <a:cubicBezTo>
                    <a:pt x="54" y="19"/>
                    <a:pt x="46" y="9"/>
                    <a:pt x="3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34" name="Freeform 28"/>
            <p:cNvSpPr>
              <a:spLocks/>
            </p:cNvSpPr>
            <p:nvPr userDrawn="1"/>
          </p:nvSpPr>
          <p:spPr bwMode="gray">
            <a:xfrm>
              <a:off x="4821" y="2298"/>
              <a:ext cx="81" cy="167"/>
            </a:xfrm>
            <a:custGeom>
              <a:avLst/>
              <a:gdLst>
                <a:gd name="T0" fmla="*/ 0 w 81"/>
                <a:gd name="T1" fmla="*/ 167 h 167"/>
                <a:gd name="T2" fmla="*/ 0 w 81"/>
                <a:gd name="T3" fmla="*/ 0 h 167"/>
                <a:gd name="T4" fmla="*/ 22 w 81"/>
                <a:gd name="T5" fmla="*/ 0 h 167"/>
                <a:gd name="T6" fmla="*/ 22 w 81"/>
                <a:gd name="T7" fmla="*/ 148 h 167"/>
                <a:gd name="T8" fmla="*/ 81 w 81"/>
                <a:gd name="T9" fmla="*/ 148 h 167"/>
                <a:gd name="T10" fmla="*/ 81 w 81"/>
                <a:gd name="T11" fmla="*/ 167 h 167"/>
                <a:gd name="T12" fmla="*/ 0 w 81"/>
                <a:gd name="T13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167">
                  <a:moveTo>
                    <a:pt x="0" y="16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148"/>
                  </a:lnTo>
                  <a:lnTo>
                    <a:pt x="81" y="148"/>
                  </a:lnTo>
                  <a:lnTo>
                    <a:pt x="81" y="167"/>
                  </a:lnTo>
                  <a:lnTo>
                    <a:pt x="0" y="1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35" name="Rectangle 29"/>
            <p:cNvSpPr>
              <a:spLocks noChangeArrowheads="1"/>
            </p:cNvSpPr>
            <p:nvPr userDrawn="1"/>
          </p:nvSpPr>
          <p:spPr bwMode="gray">
            <a:xfrm>
              <a:off x="4930" y="2298"/>
              <a:ext cx="22" cy="1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36" name="Freeform 30"/>
            <p:cNvSpPr>
              <a:spLocks/>
            </p:cNvSpPr>
            <p:nvPr userDrawn="1"/>
          </p:nvSpPr>
          <p:spPr bwMode="gray">
            <a:xfrm>
              <a:off x="5001" y="2298"/>
              <a:ext cx="83" cy="167"/>
            </a:xfrm>
            <a:custGeom>
              <a:avLst/>
              <a:gdLst>
                <a:gd name="T0" fmla="*/ 22 w 83"/>
                <a:gd name="T1" fmla="*/ 19 h 167"/>
                <a:gd name="T2" fmla="*/ 22 w 83"/>
                <a:gd name="T3" fmla="*/ 75 h 167"/>
                <a:gd name="T4" fmla="*/ 81 w 83"/>
                <a:gd name="T5" fmla="*/ 75 h 167"/>
                <a:gd name="T6" fmla="*/ 81 w 83"/>
                <a:gd name="T7" fmla="*/ 92 h 167"/>
                <a:gd name="T8" fmla="*/ 22 w 83"/>
                <a:gd name="T9" fmla="*/ 92 h 167"/>
                <a:gd name="T10" fmla="*/ 22 w 83"/>
                <a:gd name="T11" fmla="*/ 167 h 167"/>
                <a:gd name="T12" fmla="*/ 0 w 83"/>
                <a:gd name="T13" fmla="*/ 167 h 167"/>
                <a:gd name="T14" fmla="*/ 0 w 83"/>
                <a:gd name="T15" fmla="*/ 0 h 167"/>
                <a:gd name="T16" fmla="*/ 83 w 83"/>
                <a:gd name="T17" fmla="*/ 0 h 167"/>
                <a:gd name="T18" fmla="*/ 83 w 83"/>
                <a:gd name="T19" fmla="*/ 19 h 167"/>
                <a:gd name="T20" fmla="*/ 22 w 83"/>
                <a:gd name="T21" fmla="*/ 19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" h="167">
                  <a:moveTo>
                    <a:pt x="22" y="19"/>
                  </a:moveTo>
                  <a:lnTo>
                    <a:pt x="22" y="75"/>
                  </a:lnTo>
                  <a:lnTo>
                    <a:pt x="81" y="75"/>
                  </a:lnTo>
                  <a:lnTo>
                    <a:pt x="81" y="92"/>
                  </a:lnTo>
                  <a:lnTo>
                    <a:pt x="22" y="92"/>
                  </a:lnTo>
                  <a:lnTo>
                    <a:pt x="22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19"/>
                  </a:lnTo>
                  <a:lnTo>
                    <a:pt x="22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37" name="Freeform 31"/>
            <p:cNvSpPr>
              <a:spLocks/>
            </p:cNvSpPr>
            <p:nvPr userDrawn="1"/>
          </p:nvSpPr>
          <p:spPr bwMode="gray">
            <a:xfrm>
              <a:off x="5115" y="2298"/>
              <a:ext cx="83" cy="167"/>
            </a:xfrm>
            <a:custGeom>
              <a:avLst/>
              <a:gdLst>
                <a:gd name="T0" fmla="*/ 0 w 83"/>
                <a:gd name="T1" fmla="*/ 167 h 167"/>
                <a:gd name="T2" fmla="*/ 0 w 83"/>
                <a:gd name="T3" fmla="*/ 0 h 167"/>
                <a:gd name="T4" fmla="*/ 83 w 83"/>
                <a:gd name="T5" fmla="*/ 0 h 167"/>
                <a:gd name="T6" fmla="*/ 83 w 83"/>
                <a:gd name="T7" fmla="*/ 19 h 167"/>
                <a:gd name="T8" fmla="*/ 21 w 83"/>
                <a:gd name="T9" fmla="*/ 19 h 167"/>
                <a:gd name="T10" fmla="*/ 21 w 83"/>
                <a:gd name="T11" fmla="*/ 73 h 167"/>
                <a:gd name="T12" fmla="*/ 81 w 83"/>
                <a:gd name="T13" fmla="*/ 73 h 167"/>
                <a:gd name="T14" fmla="*/ 81 w 83"/>
                <a:gd name="T15" fmla="*/ 92 h 167"/>
                <a:gd name="T16" fmla="*/ 21 w 83"/>
                <a:gd name="T17" fmla="*/ 92 h 167"/>
                <a:gd name="T18" fmla="*/ 21 w 83"/>
                <a:gd name="T19" fmla="*/ 148 h 167"/>
                <a:gd name="T20" fmla="*/ 83 w 83"/>
                <a:gd name="T21" fmla="*/ 148 h 167"/>
                <a:gd name="T22" fmla="*/ 83 w 83"/>
                <a:gd name="T23" fmla="*/ 167 h 167"/>
                <a:gd name="T24" fmla="*/ 0 w 83"/>
                <a:gd name="T25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167">
                  <a:moveTo>
                    <a:pt x="0" y="167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9"/>
                  </a:lnTo>
                  <a:lnTo>
                    <a:pt x="21" y="19"/>
                  </a:lnTo>
                  <a:lnTo>
                    <a:pt x="21" y="73"/>
                  </a:lnTo>
                  <a:lnTo>
                    <a:pt x="81" y="73"/>
                  </a:lnTo>
                  <a:lnTo>
                    <a:pt x="81" y="92"/>
                  </a:lnTo>
                  <a:lnTo>
                    <a:pt x="21" y="92"/>
                  </a:lnTo>
                  <a:lnTo>
                    <a:pt x="21" y="148"/>
                  </a:lnTo>
                  <a:lnTo>
                    <a:pt x="83" y="148"/>
                  </a:lnTo>
                  <a:lnTo>
                    <a:pt x="83" y="167"/>
                  </a:lnTo>
                  <a:lnTo>
                    <a:pt x="0" y="1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38" name="Oval 32"/>
            <p:cNvSpPr>
              <a:spLocks noChangeArrowheads="1"/>
            </p:cNvSpPr>
            <p:nvPr userDrawn="1"/>
          </p:nvSpPr>
          <p:spPr bwMode="gray">
            <a:xfrm>
              <a:off x="5231" y="2438"/>
              <a:ext cx="28" cy="2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812"/>
              <a:endParaRPr lang="de-DE" sz="1904">
                <a:solidFill>
                  <a:srgbClr val="00233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72058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-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/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8903557" y="-2720"/>
            <a:ext cx="3288443" cy="2380315"/>
          </a:xfrm>
          <a:prstGeom prst="rect">
            <a:avLst/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a picture</a:t>
            </a:r>
          </a:p>
        </p:txBody>
      </p:sp>
      <p:sp>
        <p:nvSpPr>
          <p:cNvPr id="92" name="Bildplatzhalter 4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0" y="-2721"/>
            <a:ext cx="8903558" cy="6860721"/>
          </a:xfrm>
          <a:prstGeom prst="rect">
            <a:avLst/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a picture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287423" y="2385705"/>
            <a:ext cx="10163094" cy="669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5441" b="1" i="0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Cover Headline </a:t>
            </a:r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301019" y="3179994"/>
            <a:ext cx="4662798" cy="390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2539" b="0" i="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r>
              <a:rPr lang="en-GB" noProof="0" dirty="0"/>
              <a:t> / </a:t>
            </a:r>
            <a:r>
              <a:rPr lang="en-GB" noProof="0" dirty="0" err="1"/>
              <a:t>Bodycopy</a:t>
            </a:r>
            <a:endParaRPr lang="en-GB" noProof="0" dirty="0"/>
          </a:p>
        </p:txBody>
      </p:sp>
      <p:sp>
        <p:nvSpPr>
          <p:cNvPr id="7" name="Textplatzhalter 5"/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477958" y="3299621"/>
            <a:ext cx="195438" cy="306255"/>
          </a:xfrm>
          <a:prstGeom prst="rect">
            <a:avLst/>
          </a:prstGeom>
        </p:spPr>
        <p:txBody>
          <a:bodyPr vert="vert270" wrap="square" lIns="0" tIns="0" rIns="0" bIns="0" anchor="t" anchorCtr="0">
            <a:spAutoFit/>
          </a:bodyPr>
          <a:lstStyle>
            <a:lvl1pPr algn="r">
              <a:lnSpc>
                <a:spcPct val="100000"/>
              </a:lnSpc>
              <a:defRPr sz="1270" b="1" i="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noProof="0" dirty="0"/>
              <a:t>XX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25966" y="432655"/>
            <a:ext cx="4568075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0" i="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de-DE" dirty="0" err="1"/>
              <a:t>Leading</a:t>
            </a:r>
            <a:r>
              <a:rPr lang="de-DE" dirty="0"/>
              <a:t> in / </a:t>
            </a:r>
            <a:r>
              <a:rPr lang="de-DE" dirty="0" err="1"/>
              <a:t>We</a:t>
            </a:r>
            <a:r>
              <a:rPr lang="de-DE" dirty="0"/>
              <a:t> bring …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903557" y="2373940"/>
            <a:ext cx="3288443" cy="2287430"/>
          </a:xfrm>
          <a:prstGeom prst="rect">
            <a:avLst/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a picture</a:t>
            </a:r>
          </a:p>
        </p:txBody>
      </p:sp>
      <p:sp>
        <p:nvSpPr>
          <p:cNvPr id="10" name="Bildplatzhalter 4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903558" y="4661371"/>
            <a:ext cx="3288443" cy="2204739"/>
          </a:xfrm>
          <a:prstGeom prst="rect">
            <a:avLst/>
          </a:prstGeom>
          <a:solidFill>
            <a:schemeClr val="accent5"/>
          </a:solidFill>
        </p:spPr>
        <p:txBody>
          <a:bodyPr bIns="306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a picture</a:t>
            </a:r>
          </a:p>
        </p:txBody>
      </p:sp>
    </p:spTree>
    <p:extLst>
      <p:ext uri="{BB962C8B-B14F-4D97-AF65-F5344CB8AC3E}">
        <p14:creationId xmlns:p14="http://schemas.microsoft.com/office/powerpoint/2010/main" val="1349811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2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3_Content-Left-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5" y="432655"/>
            <a:ext cx="4702299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Headline 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12559" y="1896797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Content Headline</a:t>
            </a:r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512559" y="2276400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Bodycopy</a:t>
            </a:r>
            <a:endParaRPr lang="de-DE" dirty="0"/>
          </a:p>
        </p:txBody>
      </p:sp>
      <p:sp>
        <p:nvSpPr>
          <p:cNvPr id="14" name="Textplatzhalter 5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520458" y="951834"/>
            <a:ext cx="3063488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300448" y="1896797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Content Headline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300448" y="2276400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Bodycopy</a:t>
            </a:r>
            <a:endParaRPr lang="de-DE" dirty="0"/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512558" y="6060972"/>
            <a:ext cx="5378993" cy="1116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726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 dirty="0"/>
              <a:t>Legal / Source </a:t>
            </a:r>
            <a:r>
              <a:rPr lang="de-DE" dirty="0" err="1"/>
              <a:t>Descriptor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816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3"/>
          </p:nvPr>
        </p:nvSpPr>
        <p:spPr>
          <a:xfrm>
            <a:off x="5228453" y="1339059"/>
            <a:ext cx="6203347" cy="4833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8" name="Bildplatzhalter 5"/>
          <p:cNvSpPr>
            <a:spLocks noGrp="1"/>
          </p:cNvSpPr>
          <p:nvPr>
            <p:ph type="pic" sz="quarter" idx="14"/>
          </p:nvPr>
        </p:nvSpPr>
        <p:spPr>
          <a:xfrm>
            <a:off x="512560" y="1339060"/>
            <a:ext cx="4173736" cy="233543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20" name="Bildplatzhalter 5"/>
          <p:cNvSpPr>
            <a:spLocks noGrp="1"/>
          </p:cNvSpPr>
          <p:nvPr>
            <p:ph type="pic" sz="quarter" idx="16"/>
          </p:nvPr>
        </p:nvSpPr>
        <p:spPr>
          <a:xfrm>
            <a:off x="512560" y="3837198"/>
            <a:ext cx="4173736" cy="233543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extplatzhalter 8"/>
          <p:cNvSpPr>
            <a:spLocks noGrp="1"/>
          </p:cNvSpPr>
          <p:nvPr>
            <p:ph type="body" sz="quarter" idx="11" hasCustomPrompt="1"/>
          </p:nvPr>
        </p:nvSpPr>
        <p:spPr>
          <a:xfrm>
            <a:off x="479400" y="169047"/>
            <a:ext cx="10339010" cy="4485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39" b="1" cap="none" baseline="0">
                <a:latin typeface="+mj-lt"/>
              </a:defRPr>
            </a:lvl1pPr>
            <a:lvl2pPr>
              <a:defRPr sz="2539" b="1"/>
            </a:lvl2pPr>
            <a:lvl3pPr>
              <a:defRPr sz="2539" b="1"/>
            </a:lvl3pPr>
            <a:lvl4pPr>
              <a:defRPr sz="2539" b="1"/>
            </a:lvl4pPr>
            <a:lvl5pPr>
              <a:defRPr sz="2539" b="1"/>
            </a:lvl5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98498" y="620404"/>
            <a:ext cx="10339010" cy="2512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defRPr sz="1632" b="0">
                <a:latin typeface="+mj-lt"/>
              </a:defRPr>
            </a:lvl1pPr>
            <a:lvl2pPr>
              <a:defRPr sz="2539" b="1"/>
            </a:lvl2pPr>
            <a:lvl3pPr>
              <a:defRPr sz="2539" b="1"/>
            </a:lvl3pPr>
            <a:lvl4pPr>
              <a:defRPr sz="2539" b="1"/>
            </a:lvl4pPr>
            <a:lvl5pPr>
              <a:defRPr sz="2539" b="1"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4165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_basic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5" y="432655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12559" y="1896797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512559" y="2276400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</a:t>
            </a:r>
            <a:r>
              <a:rPr lang="en-GB" noProof="0" dirty="0" err="1"/>
              <a:t>Bodycopy</a:t>
            </a:r>
            <a:endParaRPr lang="en-GB" noProof="0" dirty="0"/>
          </a:p>
        </p:txBody>
      </p:sp>
      <p:sp>
        <p:nvSpPr>
          <p:cNvPr id="14" name="Textplatzhalter 5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520457" y="951835"/>
            <a:ext cx="11158984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300449" y="1896797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300449" y="2276400"/>
            <a:ext cx="5378993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Content </a:t>
            </a:r>
            <a:r>
              <a:rPr lang="en-GB" noProof="0" dirty="0" err="1"/>
              <a:t>Bodycopy</a:t>
            </a:r>
            <a:endParaRPr lang="en-GB" noProof="0" dirty="0"/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512558" y="6060973"/>
            <a:ext cx="5378993" cy="1116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726" b="0" i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GB" noProof="0" dirty="0"/>
              <a:t>Legal / Source Descriptor</a:t>
            </a:r>
          </a:p>
        </p:txBody>
      </p:sp>
    </p:spTree>
    <p:extLst>
      <p:ext uri="{BB962C8B-B14F-4D97-AF65-F5344CB8AC3E}">
        <p14:creationId xmlns:p14="http://schemas.microsoft.com/office/powerpoint/2010/main" val="36578993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ontent_basic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14" name="Textplatzhalter 5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520457" y="951834"/>
            <a:ext cx="11158984" cy="22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451" b="0" i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 err="1"/>
              <a:t>Subline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30348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-option_left-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4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438046" y="2667270"/>
            <a:ext cx="2417028" cy="325050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180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3" name="Bildplatzhalter 4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6350229" y="2667270"/>
            <a:ext cx="2417028" cy="325050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180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262413" y="2667270"/>
            <a:ext cx="2417028" cy="325050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180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18274" y="432655"/>
            <a:ext cx="11161167" cy="446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80000"/>
              </a:lnSpc>
              <a:defRPr sz="3628" b="1" i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Headline 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3438046" y="1499107"/>
            <a:ext cx="241702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20" name="Textplatzhalter 5"/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350229" y="1499107"/>
            <a:ext cx="241702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22" name="Textplatzhalter 5"/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9262413" y="1499107"/>
            <a:ext cx="241702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26" name="Textplatzhalter 5">
            <a:extLst>
              <a:ext uri="{FF2B5EF4-FFF2-40B4-BE49-F238E27FC236}">
                <a16:creationId xmlns:a16="http://schemas.microsoft.com/office/drawing/2014/main" id="{2A25DD16-92DA-4E42-84BE-F66CE4EEC74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3430458" y="1878710"/>
            <a:ext cx="2424615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D8731642-EE0A-410C-9669-6FE7A503832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342642" y="1878710"/>
            <a:ext cx="2424615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28" name="Textplatzhalter 5">
            <a:extLst>
              <a:ext uri="{FF2B5EF4-FFF2-40B4-BE49-F238E27FC236}">
                <a16:creationId xmlns:a16="http://schemas.microsoft.com/office/drawing/2014/main" id="{CF500C2F-7100-43C9-B193-3FC94C08F7C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9254826" y="1878710"/>
            <a:ext cx="2424615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4F3B122-A9AA-457B-9EEB-4A9FFAEA0D26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525862" y="2667270"/>
            <a:ext cx="2417028" cy="3250508"/>
          </a:xfrm>
          <a:prstGeom prst="roundRect">
            <a:avLst>
              <a:gd name="adj" fmla="val 1288"/>
            </a:avLst>
          </a:prstGeom>
          <a:solidFill>
            <a:schemeClr val="accent5"/>
          </a:solidFill>
        </p:spPr>
        <p:txBody>
          <a:bodyPr bIns="1800000" anchor="b" anchorCtr="0"/>
          <a:lstStyle>
            <a:lvl1pPr marL="0" marR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7"/>
            </a:lvl1pPr>
          </a:lstStyle>
          <a:p>
            <a:pPr marL="0" marR="0" lvl="0" indent="0" algn="ctr" defTabSz="9458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▲</a:t>
            </a:r>
            <a:br>
              <a:rPr lang="en-GB" noProof="0" dirty="0"/>
            </a:br>
            <a:r>
              <a:rPr lang="en-GB" noProof="0" dirty="0"/>
              <a:t>Add picture</a:t>
            </a:r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7B03D49E-C4BC-4806-A499-FEB9128002E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525862" y="1499107"/>
            <a:ext cx="2417028" cy="195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00000"/>
              </a:lnSpc>
              <a:defRPr sz="127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Content Headline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A280C926-FE18-4717-BF67-94AD9B44D3F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518275" y="1878710"/>
            <a:ext cx="2424615" cy="39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0" b="0" i="0" baseline="0">
                <a:solidFill>
                  <a:schemeClr val="accent3"/>
                </a:solidFill>
                <a:latin typeface="+mj-lt"/>
              </a:defRPr>
            </a:lvl1pPr>
            <a:lvl2pPr>
              <a:defRPr sz="1270">
                <a:solidFill>
                  <a:schemeClr val="accent3"/>
                </a:solidFill>
              </a:defRPr>
            </a:lvl2pPr>
          </a:lstStyle>
          <a:p>
            <a:pPr marL="259147" marR="0" lvl="0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1</a:t>
            </a:r>
          </a:p>
          <a:p>
            <a:pPr marL="650937" marR="0" lvl="1" indent="-259147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GB" noProof="0" dirty="0"/>
              <a:t>Content layer 2</a:t>
            </a:r>
          </a:p>
        </p:txBody>
      </p:sp>
    </p:spTree>
    <p:extLst>
      <p:ext uri="{BB962C8B-B14F-4D97-AF65-F5344CB8AC3E}">
        <p14:creationId xmlns:p14="http://schemas.microsoft.com/office/powerpoint/2010/main" val="28833698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5BE93-1E0F-4483-B8F5-02904AC7B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31BDB-C02F-4BD7-BE23-7F47377F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B462-019E-4741-AF59-96A071FCBF3B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E271A-7B8A-4E8A-A4E8-3AF1B246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48CD3-DA20-4248-9A85-1BDF59F1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C2BF-A139-4D77-A905-CCF26FB48D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93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tags" Target="../tags/tag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vmlDrawing" Target="../drawings/vmlDrawing1.v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image" Target="../media/image1.emf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oleObject" Target="../embeddings/oleObject1.bin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9BD34D-CD79-43DC-94A0-115DF655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14BC7-E200-4C14-93B7-C713B17E9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2EA6D-41C1-4B7D-9102-E6E4B3843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BC2C6-EC09-4267-B688-2BCAF37D24A4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CA078-F9B6-4A8E-8B22-762677517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94F9F-8500-43CB-92A2-913F48612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0C5D3-39FB-4A95-B1D2-873F7B6C0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74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42"/>
            </p:custDataLst>
          </p:nvPr>
        </p:nvGraphicFramePr>
        <p:xfrm>
          <a:off x="1815" y="1447"/>
          <a:ext cx="1809" cy="1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Folie" r:id="rId43" imgW="338" imgH="338" progId="TCLayout.ActiveDocument.1">
                  <p:embed/>
                </p:oleObj>
              </mc:Choice>
              <mc:Fallback>
                <p:oleObj name="think-cell Folie" r:id="rId43" imgW="338" imgH="338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815" y="1447"/>
                        <a:ext cx="1809" cy="1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" name="Group 4"/>
          <p:cNvGrpSpPr>
            <a:grpSpLocks noChangeAspect="1"/>
          </p:cNvGrpSpPr>
          <p:nvPr userDrawn="1"/>
        </p:nvGrpSpPr>
        <p:grpSpPr bwMode="gray">
          <a:xfrm>
            <a:off x="512559" y="6497975"/>
            <a:ext cx="1623696" cy="113836"/>
            <a:chOff x="1479" y="2249"/>
            <a:chExt cx="3780" cy="265"/>
          </a:xfrm>
          <a:solidFill>
            <a:schemeClr val="tx2"/>
          </a:solidFill>
        </p:grpSpPr>
        <p:sp>
          <p:nvSpPr>
            <p:cNvPr id="186" name="Rectangle 5"/>
            <p:cNvSpPr>
              <a:spLocks noChangeArrowheads="1"/>
            </p:cNvSpPr>
            <p:nvPr userDrawn="1"/>
          </p:nvSpPr>
          <p:spPr bwMode="gray">
            <a:xfrm>
              <a:off x="2485" y="2249"/>
              <a:ext cx="19" cy="26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87" name="Freeform 6"/>
            <p:cNvSpPr>
              <a:spLocks/>
            </p:cNvSpPr>
            <p:nvPr userDrawn="1"/>
          </p:nvSpPr>
          <p:spPr bwMode="gray">
            <a:xfrm>
              <a:off x="1839" y="2288"/>
              <a:ext cx="137" cy="187"/>
            </a:xfrm>
            <a:custGeom>
              <a:avLst/>
              <a:gdLst>
                <a:gd name="T0" fmla="*/ 104 w 137"/>
                <a:gd name="T1" fmla="*/ 0 h 187"/>
                <a:gd name="T2" fmla="*/ 104 w 137"/>
                <a:gd name="T3" fmla="*/ 78 h 187"/>
                <a:gd name="T4" fmla="*/ 35 w 137"/>
                <a:gd name="T5" fmla="*/ 78 h 187"/>
                <a:gd name="T6" fmla="*/ 35 w 137"/>
                <a:gd name="T7" fmla="*/ 0 h 187"/>
                <a:gd name="T8" fmla="*/ 0 w 137"/>
                <a:gd name="T9" fmla="*/ 0 h 187"/>
                <a:gd name="T10" fmla="*/ 0 w 137"/>
                <a:gd name="T11" fmla="*/ 187 h 187"/>
                <a:gd name="T12" fmla="*/ 35 w 137"/>
                <a:gd name="T13" fmla="*/ 187 h 187"/>
                <a:gd name="T14" fmla="*/ 35 w 137"/>
                <a:gd name="T15" fmla="*/ 109 h 187"/>
                <a:gd name="T16" fmla="*/ 104 w 137"/>
                <a:gd name="T17" fmla="*/ 109 h 187"/>
                <a:gd name="T18" fmla="*/ 104 w 137"/>
                <a:gd name="T19" fmla="*/ 187 h 187"/>
                <a:gd name="T20" fmla="*/ 137 w 137"/>
                <a:gd name="T21" fmla="*/ 187 h 187"/>
                <a:gd name="T22" fmla="*/ 137 w 137"/>
                <a:gd name="T23" fmla="*/ 0 h 187"/>
                <a:gd name="T24" fmla="*/ 104 w 137"/>
                <a:gd name="T2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" h="187">
                  <a:moveTo>
                    <a:pt x="104" y="0"/>
                  </a:moveTo>
                  <a:lnTo>
                    <a:pt x="104" y="78"/>
                  </a:lnTo>
                  <a:lnTo>
                    <a:pt x="35" y="78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87"/>
                  </a:lnTo>
                  <a:lnTo>
                    <a:pt x="35" y="187"/>
                  </a:lnTo>
                  <a:lnTo>
                    <a:pt x="35" y="109"/>
                  </a:lnTo>
                  <a:lnTo>
                    <a:pt x="104" y="109"/>
                  </a:lnTo>
                  <a:lnTo>
                    <a:pt x="104" y="187"/>
                  </a:lnTo>
                  <a:lnTo>
                    <a:pt x="137" y="187"/>
                  </a:lnTo>
                  <a:lnTo>
                    <a:pt x="137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88" name="Freeform 7"/>
            <p:cNvSpPr>
              <a:spLocks noEditPoints="1"/>
            </p:cNvSpPr>
            <p:nvPr userDrawn="1"/>
          </p:nvSpPr>
          <p:spPr bwMode="gray">
            <a:xfrm>
              <a:off x="2251" y="2288"/>
              <a:ext cx="137" cy="187"/>
            </a:xfrm>
            <a:custGeom>
              <a:avLst/>
              <a:gdLst>
                <a:gd name="T0" fmla="*/ 41 w 58"/>
                <a:gd name="T1" fmla="*/ 77 h 77"/>
                <a:gd name="T2" fmla="*/ 25 w 58"/>
                <a:gd name="T3" fmla="*/ 46 h 77"/>
                <a:gd name="T4" fmla="*/ 14 w 58"/>
                <a:gd name="T5" fmla="*/ 46 h 77"/>
                <a:gd name="T6" fmla="*/ 14 w 58"/>
                <a:gd name="T7" fmla="*/ 77 h 77"/>
                <a:gd name="T8" fmla="*/ 0 w 58"/>
                <a:gd name="T9" fmla="*/ 77 h 77"/>
                <a:gd name="T10" fmla="*/ 0 w 58"/>
                <a:gd name="T11" fmla="*/ 0 h 77"/>
                <a:gd name="T12" fmla="*/ 30 w 58"/>
                <a:gd name="T13" fmla="*/ 0 h 77"/>
                <a:gd name="T14" fmla="*/ 46 w 58"/>
                <a:gd name="T15" fmla="*/ 6 h 77"/>
                <a:gd name="T16" fmla="*/ 54 w 58"/>
                <a:gd name="T17" fmla="*/ 23 h 77"/>
                <a:gd name="T18" fmla="*/ 42 w 58"/>
                <a:gd name="T19" fmla="*/ 43 h 77"/>
                <a:gd name="T20" fmla="*/ 41 w 58"/>
                <a:gd name="T21" fmla="*/ 44 h 77"/>
                <a:gd name="T22" fmla="*/ 58 w 58"/>
                <a:gd name="T23" fmla="*/ 77 h 77"/>
                <a:gd name="T24" fmla="*/ 41 w 58"/>
                <a:gd name="T25" fmla="*/ 77 h 77"/>
                <a:gd name="T26" fmla="*/ 14 w 58"/>
                <a:gd name="T27" fmla="*/ 32 h 77"/>
                <a:gd name="T28" fmla="*/ 29 w 58"/>
                <a:gd name="T29" fmla="*/ 32 h 77"/>
                <a:gd name="T30" fmla="*/ 39 w 58"/>
                <a:gd name="T31" fmla="*/ 23 h 77"/>
                <a:gd name="T32" fmla="*/ 36 w 58"/>
                <a:gd name="T33" fmla="*/ 16 h 77"/>
                <a:gd name="T34" fmla="*/ 29 w 58"/>
                <a:gd name="T35" fmla="*/ 14 h 77"/>
                <a:gd name="T36" fmla="*/ 14 w 58"/>
                <a:gd name="T37" fmla="*/ 14 h 77"/>
                <a:gd name="T38" fmla="*/ 14 w 58"/>
                <a:gd name="T39" fmla="*/ 3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8" h="77">
                  <a:moveTo>
                    <a:pt x="41" y="77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77"/>
                    <a:pt x="14" y="77"/>
                    <a:pt x="14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7" y="0"/>
                    <a:pt x="42" y="2"/>
                    <a:pt x="46" y="6"/>
                  </a:cubicBezTo>
                  <a:cubicBezTo>
                    <a:pt x="51" y="10"/>
                    <a:pt x="54" y="16"/>
                    <a:pt x="54" y="23"/>
                  </a:cubicBezTo>
                  <a:cubicBezTo>
                    <a:pt x="54" y="31"/>
                    <a:pt x="49" y="39"/>
                    <a:pt x="42" y="43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58" y="77"/>
                    <a:pt x="58" y="77"/>
                    <a:pt x="58" y="77"/>
                  </a:cubicBezTo>
                  <a:lnTo>
                    <a:pt x="41" y="77"/>
                  </a:lnTo>
                  <a:close/>
                  <a:moveTo>
                    <a:pt x="14" y="32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35" y="32"/>
                    <a:pt x="39" y="28"/>
                    <a:pt x="39" y="23"/>
                  </a:cubicBezTo>
                  <a:cubicBezTo>
                    <a:pt x="39" y="18"/>
                    <a:pt x="38" y="17"/>
                    <a:pt x="36" y="16"/>
                  </a:cubicBezTo>
                  <a:cubicBezTo>
                    <a:pt x="35" y="15"/>
                    <a:pt x="33" y="14"/>
                    <a:pt x="29" y="14"/>
                  </a:cubicBezTo>
                  <a:cubicBezTo>
                    <a:pt x="14" y="14"/>
                    <a:pt x="14" y="14"/>
                    <a:pt x="14" y="14"/>
                  </a:cubicBezTo>
                  <a:lnTo>
                    <a:pt x="14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89" name="Freeform 8"/>
            <p:cNvSpPr>
              <a:spLocks/>
            </p:cNvSpPr>
            <p:nvPr userDrawn="1"/>
          </p:nvSpPr>
          <p:spPr bwMode="gray">
            <a:xfrm>
              <a:off x="2007" y="2288"/>
              <a:ext cx="97" cy="187"/>
            </a:xfrm>
            <a:custGeom>
              <a:avLst/>
              <a:gdLst>
                <a:gd name="T0" fmla="*/ 0 w 97"/>
                <a:gd name="T1" fmla="*/ 0 h 187"/>
                <a:gd name="T2" fmla="*/ 0 w 97"/>
                <a:gd name="T3" fmla="*/ 187 h 187"/>
                <a:gd name="T4" fmla="*/ 97 w 97"/>
                <a:gd name="T5" fmla="*/ 187 h 187"/>
                <a:gd name="T6" fmla="*/ 97 w 97"/>
                <a:gd name="T7" fmla="*/ 153 h 187"/>
                <a:gd name="T8" fmla="*/ 35 w 97"/>
                <a:gd name="T9" fmla="*/ 153 h 187"/>
                <a:gd name="T10" fmla="*/ 35 w 97"/>
                <a:gd name="T11" fmla="*/ 0 h 187"/>
                <a:gd name="T12" fmla="*/ 0 w 97"/>
                <a:gd name="T13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187">
                  <a:moveTo>
                    <a:pt x="0" y="0"/>
                  </a:moveTo>
                  <a:lnTo>
                    <a:pt x="0" y="187"/>
                  </a:lnTo>
                  <a:lnTo>
                    <a:pt x="97" y="187"/>
                  </a:lnTo>
                  <a:lnTo>
                    <a:pt x="97" y="153"/>
                  </a:lnTo>
                  <a:lnTo>
                    <a:pt x="35" y="153"/>
                  </a:lnTo>
                  <a:lnTo>
                    <a:pt x="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90" name="Freeform 9"/>
            <p:cNvSpPr>
              <a:spLocks noEditPoints="1"/>
            </p:cNvSpPr>
            <p:nvPr userDrawn="1"/>
          </p:nvSpPr>
          <p:spPr bwMode="gray">
            <a:xfrm>
              <a:off x="1479" y="2288"/>
              <a:ext cx="149" cy="187"/>
            </a:xfrm>
            <a:custGeom>
              <a:avLst/>
              <a:gdLst>
                <a:gd name="T0" fmla="*/ 0 w 63"/>
                <a:gd name="T1" fmla="*/ 77 h 77"/>
                <a:gd name="T2" fmla="*/ 0 w 63"/>
                <a:gd name="T3" fmla="*/ 0 h 77"/>
                <a:gd name="T4" fmla="*/ 26 w 63"/>
                <a:gd name="T5" fmla="*/ 0 h 77"/>
                <a:gd name="T6" fmla="*/ 63 w 63"/>
                <a:gd name="T7" fmla="*/ 39 h 77"/>
                <a:gd name="T8" fmla="*/ 26 w 63"/>
                <a:gd name="T9" fmla="*/ 77 h 77"/>
                <a:gd name="T10" fmla="*/ 0 w 63"/>
                <a:gd name="T11" fmla="*/ 77 h 77"/>
                <a:gd name="T12" fmla="*/ 14 w 63"/>
                <a:gd name="T13" fmla="*/ 15 h 77"/>
                <a:gd name="T14" fmla="*/ 14 w 63"/>
                <a:gd name="T15" fmla="*/ 63 h 77"/>
                <a:gd name="T16" fmla="*/ 24 w 63"/>
                <a:gd name="T17" fmla="*/ 62 h 77"/>
                <a:gd name="T18" fmla="*/ 47 w 63"/>
                <a:gd name="T19" fmla="*/ 38 h 77"/>
                <a:gd name="T20" fmla="*/ 24 w 63"/>
                <a:gd name="T21" fmla="*/ 14 h 77"/>
                <a:gd name="T22" fmla="*/ 24 w 63"/>
                <a:gd name="T23" fmla="*/ 14 h 77"/>
                <a:gd name="T24" fmla="*/ 14 w 63"/>
                <a:gd name="T25" fmla="*/ 15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" h="77">
                  <a:moveTo>
                    <a:pt x="0" y="7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46" y="0"/>
                    <a:pt x="63" y="17"/>
                    <a:pt x="63" y="39"/>
                  </a:cubicBezTo>
                  <a:cubicBezTo>
                    <a:pt x="63" y="60"/>
                    <a:pt x="46" y="77"/>
                    <a:pt x="26" y="77"/>
                  </a:cubicBezTo>
                  <a:lnTo>
                    <a:pt x="0" y="77"/>
                  </a:lnTo>
                  <a:close/>
                  <a:moveTo>
                    <a:pt x="14" y="15"/>
                  </a:moveTo>
                  <a:cubicBezTo>
                    <a:pt x="14" y="63"/>
                    <a:pt x="14" y="63"/>
                    <a:pt x="14" y="63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35" y="62"/>
                    <a:pt x="47" y="56"/>
                    <a:pt x="47" y="38"/>
                  </a:cubicBezTo>
                  <a:cubicBezTo>
                    <a:pt x="47" y="24"/>
                    <a:pt x="38" y="14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lnTo>
                    <a:pt x="14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91" name="Freeform 10"/>
            <p:cNvSpPr>
              <a:spLocks/>
            </p:cNvSpPr>
            <p:nvPr userDrawn="1"/>
          </p:nvSpPr>
          <p:spPr bwMode="gray">
            <a:xfrm>
              <a:off x="2118" y="2288"/>
              <a:ext cx="109" cy="187"/>
            </a:xfrm>
            <a:custGeom>
              <a:avLst/>
              <a:gdLst>
                <a:gd name="T0" fmla="*/ 0 w 109"/>
                <a:gd name="T1" fmla="*/ 0 h 187"/>
                <a:gd name="T2" fmla="*/ 0 w 109"/>
                <a:gd name="T3" fmla="*/ 187 h 187"/>
                <a:gd name="T4" fmla="*/ 109 w 109"/>
                <a:gd name="T5" fmla="*/ 187 h 187"/>
                <a:gd name="T6" fmla="*/ 109 w 109"/>
                <a:gd name="T7" fmla="*/ 153 h 187"/>
                <a:gd name="T8" fmla="*/ 36 w 109"/>
                <a:gd name="T9" fmla="*/ 153 h 187"/>
                <a:gd name="T10" fmla="*/ 36 w 109"/>
                <a:gd name="T11" fmla="*/ 109 h 187"/>
                <a:gd name="T12" fmla="*/ 97 w 109"/>
                <a:gd name="T13" fmla="*/ 109 h 187"/>
                <a:gd name="T14" fmla="*/ 97 w 109"/>
                <a:gd name="T15" fmla="*/ 78 h 187"/>
                <a:gd name="T16" fmla="*/ 36 w 109"/>
                <a:gd name="T17" fmla="*/ 78 h 187"/>
                <a:gd name="T18" fmla="*/ 36 w 109"/>
                <a:gd name="T19" fmla="*/ 34 h 187"/>
                <a:gd name="T20" fmla="*/ 109 w 109"/>
                <a:gd name="T21" fmla="*/ 34 h 187"/>
                <a:gd name="T22" fmla="*/ 109 w 109"/>
                <a:gd name="T23" fmla="*/ 0 h 187"/>
                <a:gd name="T24" fmla="*/ 0 w 109"/>
                <a:gd name="T2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" h="187">
                  <a:moveTo>
                    <a:pt x="0" y="0"/>
                  </a:moveTo>
                  <a:lnTo>
                    <a:pt x="0" y="187"/>
                  </a:lnTo>
                  <a:lnTo>
                    <a:pt x="109" y="187"/>
                  </a:lnTo>
                  <a:lnTo>
                    <a:pt x="109" y="153"/>
                  </a:lnTo>
                  <a:lnTo>
                    <a:pt x="36" y="153"/>
                  </a:lnTo>
                  <a:lnTo>
                    <a:pt x="36" y="109"/>
                  </a:lnTo>
                  <a:lnTo>
                    <a:pt x="97" y="109"/>
                  </a:lnTo>
                  <a:lnTo>
                    <a:pt x="97" y="78"/>
                  </a:lnTo>
                  <a:lnTo>
                    <a:pt x="36" y="78"/>
                  </a:lnTo>
                  <a:lnTo>
                    <a:pt x="36" y="34"/>
                  </a:lnTo>
                  <a:lnTo>
                    <a:pt x="109" y="34"/>
                  </a:lnTo>
                  <a:lnTo>
                    <a:pt x="10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92" name="Freeform 11"/>
            <p:cNvSpPr>
              <a:spLocks noEditPoints="1"/>
            </p:cNvSpPr>
            <p:nvPr userDrawn="1"/>
          </p:nvSpPr>
          <p:spPr bwMode="gray">
            <a:xfrm>
              <a:off x="1640" y="2288"/>
              <a:ext cx="185" cy="189"/>
            </a:xfrm>
            <a:custGeom>
              <a:avLst/>
              <a:gdLst>
                <a:gd name="T0" fmla="*/ 39 w 78"/>
                <a:gd name="T1" fmla="*/ 78 h 78"/>
                <a:gd name="T2" fmla="*/ 0 w 78"/>
                <a:gd name="T3" fmla="*/ 39 h 78"/>
                <a:gd name="T4" fmla="*/ 39 w 78"/>
                <a:gd name="T5" fmla="*/ 0 h 78"/>
                <a:gd name="T6" fmla="*/ 78 w 78"/>
                <a:gd name="T7" fmla="*/ 39 h 78"/>
                <a:gd name="T8" fmla="*/ 39 w 78"/>
                <a:gd name="T9" fmla="*/ 78 h 78"/>
                <a:gd name="T10" fmla="*/ 39 w 78"/>
                <a:gd name="T11" fmla="*/ 14 h 78"/>
                <a:gd name="T12" fmla="*/ 14 w 78"/>
                <a:gd name="T13" fmla="*/ 39 h 78"/>
                <a:gd name="T14" fmla="*/ 39 w 78"/>
                <a:gd name="T15" fmla="*/ 63 h 78"/>
                <a:gd name="T16" fmla="*/ 63 w 78"/>
                <a:gd name="T17" fmla="*/ 39 h 78"/>
                <a:gd name="T18" fmla="*/ 39 w 78"/>
                <a:gd name="T19" fmla="*/ 1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" h="78">
                  <a:moveTo>
                    <a:pt x="39" y="78"/>
                  </a:moveTo>
                  <a:cubicBezTo>
                    <a:pt x="17" y="78"/>
                    <a:pt x="0" y="60"/>
                    <a:pt x="0" y="39"/>
                  </a:cubicBezTo>
                  <a:cubicBezTo>
                    <a:pt x="0" y="17"/>
                    <a:pt x="17" y="0"/>
                    <a:pt x="39" y="0"/>
                  </a:cubicBezTo>
                  <a:cubicBezTo>
                    <a:pt x="60" y="0"/>
                    <a:pt x="78" y="17"/>
                    <a:pt x="78" y="39"/>
                  </a:cubicBezTo>
                  <a:cubicBezTo>
                    <a:pt x="78" y="60"/>
                    <a:pt x="60" y="78"/>
                    <a:pt x="39" y="78"/>
                  </a:cubicBezTo>
                  <a:moveTo>
                    <a:pt x="39" y="14"/>
                  </a:moveTo>
                  <a:cubicBezTo>
                    <a:pt x="25" y="14"/>
                    <a:pt x="14" y="25"/>
                    <a:pt x="14" y="39"/>
                  </a:cubicBezTo>
                  <a:cubicBezTo>
                    <a:pt x="14" y="52"/>
                    <a:pt x="25" y="63"/>
                    <a:pt x="39" y="63"/>
                  </a:cubicBezTo>
                  <a:cubicBezTo>
                    <a:pt x="52" y="63"/>
                    <a:pt x="63" y="52"/>
                    <a:pt x="63" y="39"/>
                  </a:cubicBezTo>
                  <a:cubicBezTo>
                    <a:pt x="63" y="25"/>
                    <a:pt x="52" y="14"/>
                    <a:pt x="39" y="1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93" name="Rectangle 12"/>
            <p:cNvSpPr>
              <a:spLocks noChangeArrowheads="1"/>
            </p:cNvSpPr>
            <p:nvPr userDrawn="1"/>
          </p:nvSpPr>
          <p:spPr bwMode="gray">
            <a:xfrm>
              <a:off x="1664" y="2249"/>
              <a:ext cx="35" cy="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94" name="Rectangle 13"/>
            <p:cNvSpPr>
              <a:spLocks noChangeArrowheads="1"/>
            </p:cNvSpPr>
            <p:nvPr userDrawn="1"/>
          </p:nvSpPr>
          <p:spPr bwMode="gray">
            <a:xfrm>
              <a:off x="1763" y="2249"/>
              <a:ext cx="36" cy="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95" name="Freeform 14"/>
            <p:cNvSpPr>
              <a:spLocks/>
            </p:cNvSpPr>
            <p:nvPr userDrawn="1"/>
          </p:nvSpPr>
          <p:spPr bwMode="gray">
            <a:xfrm>
              <a:off x="2611" y="2300"/>
              <a:ext cx="213" cy="165"/>
            </a:xfrm>
            <a:custGeom>
              <a:avLst/>
              <a:gdLst>
                <a:gd name="T0" fmla="*/ 72 w 90"/>
                <a:gd name="T1" fmla="*/ 68 h 68"/>
                <a:gd name="T2" fmla="*/ 61 w 90"/>
                <a:gd name="T3" fmla="*/ 68 h 68"/>
                <a:gd name="T4" fmla="*/ 48 w 90"/>
                <a:gd name="T5" fmla="*/ 22 h 68"/>
                <a:gd name="T6" fmla="*/ 45 w 90"/>
                <a:gd name="T7" fmla="*/ 10 h 68"/>
                <a:gd name="T8" fmla="*/ 45 w 90"/>
                <a:gd name="T9" fmla="*/ 10 h 68"/>
                <a:gd name="T10" fmla="*/ 43 w 90"/>
                <a:gd name="T11" fmla="*/ 22 h 68"/>
                <a:gd name="T12" fmla="*/ 30 w 90"/>
                <a:gd name="T13" fmla="*/ 68 h 68"/>
                <a:gd name="T14" fmla="*/ 19 w 90"/>
                <a:gd name="T15" fmla="*/ 68 h 68"/>
                <a:gd name="T16" fmla="*/ 0 w 90"/>
                <a:gd name="T17" fmla="*/ 0 h 68"/>
                <a:gd name="T18" fmla="*/ 10 w 90"/>
                <a:gd name="T19" fmla="*/ 0 h 68"/>
                <a:gd name="T20" fmla="*/ 22 w 90"/>
                <a:gd name="T21" fmla="*/ 44 h 68"/>
                <a:gd name="T22" fmla="*/ 25 w 90"/>
                <a:gd name="T23" fmla="*/ 58 h 68"/>
                <a:gd name="T24" fmla="*/ 25 w 90"/>
                <a:gd name="T25" fmla="*/ 58 h 68"/>
                <a:gd name="T26" fmla="*/ 28 w 90"/>
                <a:gd name="T27" fmla="*/ 45 h 68"/>
                <a:gd name="T28" fmla="*/ 40 w 90"/>
                <a:gd name="T29" fmla="*/ 0 h 68"/>
                <a:gd name="T30" fmla="*/ 51 w 90"/>
                <a:gd name="T31" fmla="*/ 0 h 68"/>
                <a:gd name="T32" fmla="*/ 64 w 90"/>
                <a:gd name="T33" fmla="*/ 45 h 68"/>
                <a:gd name="T34" fmla="*/ 67 w 90"/>
                <a:gd name="T35" fmla="*/ 57 h 68"/>
                <a:gd name="T36" fmla="*/ 67 w 90"/>
                <a:gd name="T37" fmla="*/ 57 h 68"/>
                <a:gd name="T38" fmla="*/ 69 w 90"/>
                <a:gd name="T39" fmla="*/ 46 h 68"/>
                <a:gd name="T40" fmla="*/ 81 w 90"/>
                <a:gd name="T41" fmla="*/ 0 h 68"/>
                <a:gd name="T42" fmla="*/ 90 w 90"/>
                <a:gd name="T43" fmla="*/ 0 h 68"/>
                <a:gd name="T44" fmla="*/ 72 w 90"/>
                <a:gd name="T45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68">
                  <a:moveTo>
                    <a:pt x="72" y="68"/>
                  </a:moveTo>
                  <a:cubicBezTo>
                    <a:pt x="61" y="68"/>
                    <a:pt x="61" y="68"/>
                    <a:pt x="61" y="68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7" y="18"/>
                    <a:pt x="46" y="14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4"/>
                    <a:pt x="44" y="18"/>
                    <a:pt x="43" y="22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9"/>
                    <a:pt x="24" y="53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6" y="53"/>
                    <a:pt x="27" y="49"/>
                    <a:pt x="28" y="45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5" y="49"/>
                    <a:pt x="66" y="53"/>
                    <a:pt x="67" y="57"/>
                  </a:cubicBezTo>
                  <a:cubicBezTo>
                    <a:pt x="67" y="57"/>
                    <a:pt x="67" y="57"/>
                    <a:pt x="67" y="57"/>
                  </a:cubicBezTo>
                  <a:cubicBezTo>
                    <a:pt x="68" y="53"/>
                    <a:pt x="68" y="50"/>
                    <a:pt x="69" y="46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90" y="0"/>
                    <a:pt x="90" y="0"/>
                    <a:pt x="90" y="0"/>
                  </a:cubicBezTo>
                  <a:lnTo>
                    <a:pt x="72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96" name="Freeform 15"/>
            <p:cNvSpPr>
              <a:spLocks/>
            </p:cNvSpPr>
            <p:nvPr userDrawn="1"/>
          </p:nvSpPr>
          <p:spPr bwMode="gray">
            <a:xfrm>
              <a:off x="2854" y="2300"/>
              <a:ext cx="83" cy="165"/>
            </a:xfrm>
            <a:custGeom>
              <a:avLst/>
              <a:gdLst>
                <a:gd name="T0" fmla="*/ 0 w 83"/>
                <a:gd name="T1" fmla="*/ 165 h 165"/>
                <a:gd name="T2" fmla="*/ 0 w 83"/>
                <a:gd name="T3" fmla="*/ 0 h 165"/>
                <a:gd name="T4" fmla="*/ 83 w 83"/>
                <a:gd name="T5" fmla="*/ 0 h 165"/>
                <a:gd name="T6" fmla="*/ 83 w 83"/>
                <a:gd name="T7" fmla="*/ 17 h 165"/>
                <a:gd name="T8" fmla="*/ 22 w 83"/>
                <a:gd name="T9" fmla="*/ 17 h 165"/>
                <a:gd name="T10" fmla="*/ 22 w 83"/>
                <a:gd name="T11" fmla="*/ 71 h 165"/>
                <a:gd name="T12" fmla="*/ 81 w 83"/>
                <a:gd name="T13" fmla="*/ 71 h 165"/>
                <a:gd name="T14" fmla="*/ 81 w 83"/>
                <a:gd name="T15" fmla="*/ 90 h 165"/>
                <a:gd name="T16" fmla="*/ 22 w 83"/>
                <a:gd name="T17" fmla="*/ 90 h 165"/>
                <a:gd name="T18" fmla="*/ 22 w 83"/>
                <a:gd name="T19" fmla="*/ 146 h 165"/>
                <a:gd name="T20" fmla="*/ 83 w 83"/>
                <a:gd name="T21" fmla="*/ 146 h 165"/>
                <a:gd name="T22" fmla="*/ 83 w 83"/>
                <a:gd name="T23" fmla="*/ 165 h 165"/>
                <a:gd name="T24" fmla="*/ 0 w 83"/>
                <a:gd name="T25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165">
                  <a:moveTo>
                    <a:pt x="0" y="165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7"/>
                  </a:lnTo>
                  <a:lnTo>
                    <a:pt x="22" y="17"/>
                  </a:lnTo>
                  <a:lnTo>
                    <a:pt x="22" y="71"/>
                  </a:lnTo>
                  <a:lnTo>
                    <a:pt x="81" y="71"/>
                  </a:lnTo>
                  <a:lnTo>
                    <a:pt x="81" y="90"/>
                  </a:lnTo>
                  <a:lnTo>
                    <a:pt x="22" y="90"/>
                  </a:lnTo>
                  <a:lnTo>
                    <a:pt x="22" y="146"/>
                  </a:lnTo>
                  <a:lnTo>
                    <a:pt x="83" y="146"/>
                  </a:lnTo>
                  <a:lnTo>
                    <a:pt x="83" y="165"/>
                  </a:lnTo>
                  <a:lnTo>
                    <a:pt x="0" y="1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97" name="Freeform 16"/>
            <p:cNvSpPr>
              <a:spLocks noEditPoints="1"/>
            </p:cNvSpPr>
            <p:nvPr userDrawn="1"/>
          </p:nvSpPr>
          <p:spPr bwMode="gray">
            <a:xfrm>
              <a:off x="3044" y="2298"/>
              <a:ext cx="106" cy="169"/>
            </a:xfrm>
            <a:custGeom>
              <a:avLst/>
              <a:gdLst>
                <a:gd name="T0" fmla="*/ 18 w 45"/>
                <a:gd name="T1" fmla="*/ 70 h 70"/>
                <a:gd name="T2" fmla="*/ 0 w 45"/>
                <a:gd name="T3" fmla="*/ 69 h 70"/>
                <a:gd name="T4" fmla="*/ 0 w 45"/>
                <a:gd name="T5" fmla="*/ 1 h 70"/>
                <a:gd name="T6" fmla="*/ 20 w 45"/>
                <a:gd name="T7" fmla="*/ 0 h 70"/>
                <a:gd name="T8" fmla="*/ 42 w 45"/>
                <a:gd name="T9" fmla="*/ 17 h 70"/>
                <a:gd name="T10" fmla="*/ 31 w 45"/>
                <a:gd name="T11" fmla="*/ 33 h 70"/>
                <a:gd name="T12" fmla="*/ 31 w 45"/>
                <a:gd name="T13" fmla="*/ 33 h 70"/>
                <a:gd name="T14" fmla="*/ 45 w 45"/>
                <a:gd name="T15" fmla="*/ 49 h 70"/>
                <a:gd name="T16" fmla="*/ 18 w 45"/>
                <a:gd name="T17" fmla="*/ 70 h 70"/>
                <a:gd name="T18" fmla="*/ 19 w 45"/>
                <a:gd name="T19" fmla="*/ 8 h 70"/>
                <a:gd name="T20" fmla="*/ 10 w 45"/>
                <a:gd name="T21" fmla="*/ 8 h 70"/>
                <a:gd name="T22" fmla="*/ 10 w 45"/>
                <a:gd name="T23" fmla="*/ 30 h 70"/>
                <a:gd name="T24" fmla="*/ 16 w 45"/>
                <a:gd name="T25" fmla="*/ 30 h 70"/>
                <a:gd name="T26" fmla="*/ 33 w 45"/>
                <a:gd name="T27" fmla="*/ 18 h 70"/>
                <a:gd name="T28" fmla="*/ 19 w 45"/>
                <a:gd name="T29" fmla="*/ 8 h 70"/>
                <a:gd name="T30" fmla="*/ 16 w 45"/>
                <a:gd name="T31" fmla="*/ 37 h 70"/>
                <a:gd name="T32" fmla="*/ 10 w 45"/>
                <a:gd name="T33" fmla="*/ 37 h 70"/>
                <a:gd name="T34" fmla="*/ 10 w 45"/>
                <a:gd name="T35" fmla="*/ 61 h 70"/>
                <a:gd name="T36" fmla="*/ 19 w 45"/>
                <a:gd name="T37" fmla="*/ 62 h 70"/>
                <a:gd name="T38" fmla="*/ 35 w 45"/>
                <a:gd name="T39" fmla="*/ 49 h 70"/>
                <a:gd name="T40" fmla="*/ 16 w 45"/>
                <a:gd name="T41" fmla="*/ 3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" h="70">
                  <a:moveTo>
                    <a:pt x="18" y="70"/>
                  </a:moveTo>
                  <a:cubicBezTo>
                    <a:pt x="14" y="70"/>
                    <a:pt x="7" y="69"/>
                    <a:pt x="0" y="6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2" y="0"/>
                    <a:pt x="20" y="0"/>
                  </a:cubicBezTo>
                  <a:cubicBezTo>
                    <a:pt x="35" y="0"/>
                    <a:pt x="42" y="7"/>
                    <a:pt x="42" y="17"/>
                  </a:cubicBezTo>
                  <a:cubicBezTo>
                    <a:pt x="42" y="24"/>
                    <a:pt x="38" y="30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40" y="35"/>
                    <a:pt x="45" y="42"/>
                    <a:pt x="45" y="49"/>
                  </a:cubicBezTo>
                  <a:cubicBezTo>
                    <a:pt x="45" y="57"/>
                    <a:pt x="39" y="70"/>
                    <a:pt x="18" y="70"/>
                  </a:cubicBezTo>
                  <a:close/>
                  <a:moveTo>
                    <a:pt x="19" y="8"/>
                  </a:moveTo>
                  <a:cubicBezTo>
                    <a:pt x="16" y="8"/>
                    <a:pt x="13" y="8"/>
                    <a:pt x="10" y="8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0"/>
                    <a:pt x="14" y="30"/>
                    <a:pt x="16" y="30"/>
                  </a:cubicBezTo>
                  <a:cubicBezTo>
                    <a:pt x="27" y="30"/>
                    <a:pt x="33" y="26"/>
                    <a:pt x="33" y="18"/>
                  </a:cubicBezTo>
                  <a:cubicBezTo>
                    <a:pt x="33" y="12"/>
                    <a:pt x="30" y="8"/>
                    <a:pt x="19" y="8"/>
                  </a:cubicBezTo>
                  <a:close/>
                  <a:moveTo>
                    <a:pt x="16" y="37"/>
                  </a:moveTo>
                  <a:cubicBezTo>
                    <a:pt x="15" y="37"/>
                    <a:pt x="11" y="37"/>
                    <a:pt x="10" y="37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1" y="62"/>
                    <a:pt x="15" y="62"/>
                    <a:pt x="19" y="62"/>
                  </a:cubicBezTo>
                  <a:cubicBezTo>
                    <a:pt x="30" y="62"/>
                    <a:pt x="35" y="57"/>
                    <a:pt x="35" y="49"/>
                  </a:cubicBezTo>
                  <a:cubicBezTo>
                    <a:pt x="35" y="40"/>
                    <a:pt x="27" y="37"/>
                    <a:pt x="16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98" name="Freeform 17"/>
            <p:cNvSpPr>
              <a:spLocks noEditPoints="1"/>
            </p:cNvSpPr>
            <p:nvPr userDrawn="1"/>
          </p:nvSpPr>
          <p:spPr bwMode="gray">
            <a:xfrm>
              <a:off x="3191" y="2298"/>
              <a:ext cx="106" cy="167"/>
            </a:xfrm>
            <a:custGeom>
              <a:avLst/>
              <a:gdLst>
                <a:gd name="T0" fmla="*/ 33 w 45"/>
                <a:gd name="T1" fmla="*/ 69 h 69"/>
                <a:gd name="T2" fmla="*/ 11 w 45"/>
                <a:gd name="T3" fmla="*/ 38 h 69"/>
                <a:gd name="T4" fmla="*/ 9 w 45"/>
                <a:gd name="T5" fmla="*/ 38 h 69"/>
                <a:gd name="T6" fmla="*/ 9 w 45"/>
                <a:gd name="T7" fmla="*/ 69 h 69"/>
                <a:gd name="T8" fmla="*/ 0 w 45"/>
                <a:gd name="T9" fmla="*/ 69 h 69"/>
                <a:gd name="T10" fmla="*/ 0 w 45"/>
                <a:gd name="T11" fmla="*/ 1 h 69"/>
                <a:gd name="T12" fmla="*/ 17 w 45"/>
                <a:gd name="T13" fmla="*/ 0 h 69"/>
                <a:gd name="T14" fmla="*/ 41 w 45"/>
                <a:gd name="T15" fmla="*/ 18 h 69"/>
                <a:gd name="T16" fmla="*/ 20 w 45"/>
                <a:gd name="T17" fmla="*/ 37 h 69"/>
                <a:gd name="T18" fmla="*/ 26 w 45"/>
                <a:gd name="T19" fmla="*/ 45 h 69"/>
                <a:gd name="T20" fmla="*/ 45 w 45"/>
                <a:gd name="T21" fmla="*/ 69 h 69"/>
                <a:gd name="T22" fmla="*/ 33 w 45"/>
                <a:gd name="T23" fmla="*/ 69 h 69"/>
                <a:gd name="T24" fmla="*/ 16 w 45"/>
                <a:gd name="T25" fmla="*/ 8 h 69"/>
                <a:gd name="T26" fmla="*/ 9 w 45"/>
                <a:gd name="T27" fmla="*/ 8 h 69"/>
                <a:gd name="T28" fmla="*/ 9 w 45"/>
                <a:gd name="T29" fmla="*/ 31 h 69"/>
                <a:gd name="T30" fmla="*/ 15 w 45"/>
                <a:gd name="T31" fmla="*/ 32 h 69"/>
                <a:gd name="T32" fmla="*/ 31 w 45"/>
                <a:gd name="T33" fmla="*/ 19 h 69"/>
                <a:gd name="T34" fmla="*/ 16 w 45"/>
                <a:gd name="T35" fmla="*/ 8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9">
                  <a:moveTo>
                    <a:pt x="33" y="69"/>
                  </a:moveTo>
                  <a:cubicBezTo>
                    <a:pt x="11" y="38"/>
                    <a:pt x="11" y="38"/>
                    <a:pt x="11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0" y="0"/>
                    <a:pt x="17" y="0"/>
                  </a:cubicBezTo>
                  <a:cubicBezTo>
                    <a:pt x="31" y="0"/>
                    <a:pt x="41" y="5"/>
                    <a:pt x="41" y="18"/>
                  </a:cubicBezTo>
                  <a:cubicBezTo>
                    <a:pt x="41" y="30"/>
                    <a:pt x="31" y="37"/>
                    <a:pt x="20" y="37"/>
                  </a:cubicBezTo>
                  <a:cubicBezTo>
                    <a:pt x="22" y="40"/>
                    <a:pt x="25" y="42"/>
                    <a:pt x="26" y="45"/>
                  </a:cubicBezTo>
                  <a:cubicBezTo>
                    <a:pt x="45" y="69"/>
                    <a:pt x="45" y="69"/>
                    <a:pt x="45" y="69"/>
                  </a:cubicBezTo>
                  <a:lnTo>
                    <a:pt x="33" y="69"/>
                  </a:lnTo>
                  <a:close/>
                  <a:moveTo>
                    <a:pt x="16" y="8"/>
                  </a:moveTo>
                  <a:cubicBezTo>
                    <a:pt x="13" y="8"/>
                    <a:pt x="11" y="8"/>
                    <a:pt x="9" y="8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0" y="32"/>
                    <a:pt x="12" y="32"/>
                    <a:pt x="15" y="32"/>
                  </a:cubicBezTo>
                  <a:cubicBezTo>
                    <a:pt x="25" y="32"/>
                    <a:pt x="31" y="27"/>
                    <a:pt x="31" y="19"/>
                  </a:cubicBezTo>
                  <a:cubicBezTo>
                    <a:pt x="31" y="11"/>
                    <a:pt x="26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199" name="Rectangle 18"/>
            <p:cNvSpPr>
              <a:spLocks noChangeArrowheads="1"/>
            </p:cNvSpPr>
            <p:nvPr userDrawn="1"/>
          </p:nvSpPr>
          <p:spPr bwMode="gray">
            <a:xfrm>
              <a:off x="3328" y="2300"/>
              <a:ext cx="21" cy="16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00" name="Freeform 19"/>
            <p:cNvSpPr>
              <a:spLocks/>
            </p:cNvSpPr>
            <p:nvPr userDrawn="1"/>
          </p:nvSpPr>
          <p:spPr bwMode="gray">
            <a:xfrm>
              <a:off x="3399" y="2300"/>
              <a:ext cx="130" cy="165"/>
            </a:xfrm>
            <a:custGeom>
              <a:avLst/>
              <a:gdLst>
                <a:gd name="T0" fmla="*/ 42 w 55"/>
                <a:gd name="T1" fmla="*/ 68 h 68"/>
                <a:gd name="T2" fmla="*/ 16 w 55"/>
                <a:gd name="T3" fmla="*/ 26 h 68"/>
                <a:gd name="T4" fmla="*/ 8 w 55"/>
                <a:gd name="T5" fmla="*/ 12 h 68"/>
                <a:gd name="T6" fmla="*/ 9 w 55"/>
                <a:gd name="T7" fmla="*/ 46 h 68"/>
                <a:gd name="T8" fmla="*/ 9 w 55"/>
                <a:gd name="T9" fmla="*/ 68 h 68"/>
                <a:gd name="T10" fmla="*/ 0 w 55"/>
                <a:gd name="T11" fmla="*/ 68 h 68"/>
                <a:gd name="T12" fmla="*/ 0 w 55"/>
                <a:gd name="T13" fmla="*/ 0 h 68"/>
                <a:gd name="T14" fmla="*/ 12 w 55"/>
                <a:gd name="T15" fmla="*/ 0 h 68"/>
                <a:gd name="T16" fmla="*/ 38 w 55"/>
                <a:gd name="T17" fmla="*/ 41 h 68"/>
                <a:gd name="T18" fmla="*/ 46 w 55"/>
                <a:gd name="T19" fmla="*/ 56 h 68"/>
                <a:gd name="T20" fmla="*/ 45 w 55"/>
                <a:gd name="T21" fmla="*/ 19 h 68"/>
                <a:gd name="T22" fmla="*/ 45 w 55"/>
                <a:gd name="T23" fmla="*/ 0 h 68"/>
                <a:gd name="T24" fmla="*/ 55 w 55"/>
                <a:gd name="T25" fmla="*/ 0 h 68"/>
                <a:gd name="T26" fmla="*/ 55 w 55"/>
                <a:gd name="T27" fmla="*/ 68 h 68"/>
                <a:gd name="T28" fmla="*/ 42 w 55"/>
                <a:gd name="T2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5" h="68">
                  <a:moveTo>
                    <a:pt x="42" y="68"/>
                  </a:moveTo>
                  <a:cubicBezTo>
                    <a:pt x="16" y="26"/>
                    <a:pt x="16" y="26"/>
                    <a:pt x="16" y="26"/>
                  </a:cubicBezTo>
                  <a:cubicBezTo>
                    <a:pt x="13" y="21"/>
                    <a:pt x="11" y="16"/>
                    <a:pt x="8" y="12"/>
                  </a:cubicBezTo>
                  <a:cubicBezTo>
                    <a:pt x="9" y="19"/>
                    <a:pt x="9" y="35"/>
                    <a:pt x="9" y="46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41" y="46"/>
                    <a:pt x="44" y="51"/>
                    <a:pt x="46" y="56"/>
                  </a:cubicBezTo>
                  <a:cubicBezTo>
                    <a:pt x="46" y="47"/>
                    <a:pt x="45" y="31"/>
                    <a:pt x="45" y="19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68"/>
                    <a:pt x="55" y="68"/>
                    <a:pt x="55" y="68"/>
                  </a:cubicBezTo>
                  <a:lnTo>
                    <a:pt x="42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01" name="Freeform 20"/>
            <p:cNvSpPr>
              <a:spLocks/>
            </p:cNvSpPr>
            <p:nvPr userDrawn="1"/>
          </p:nvSpPr>
          <p:spPr bwMode="gray">
            <a:xfrm>
              <a:off x="3565" y="2298"/>
              <a:ext cx="132" cy="169"/>
            </a:xfrm>
            <a:custGeom>
              <a:avLst/>
              <a:gdLst>
                <a:gd name="T0" fmla="*/ 34 w 56"/>
                <a:gd name="T1" fmla="*/ 70 h 70"/>
                <a:gd name="T2" fmla="*/ 0 w 56"/>
                <a:gd name="T3" fmla="*/ 36 h 70"/>
                <a:gd name="T4" fmla="*/ 37 w 56"/>
                <a:gd name="T5" fmla="*/ 0 h 70"/>
                <a:gd name="T6" fmla="*/ 56 w 56"/>
                <a:gd name="T7" fmla="*/ 3 h 70"/>
                <a:gd name="T8" fmla="*/ 54 w 56"/>
                <a:gd name="T9" fmla="*/ 11 h 70"/>
                <a:gd name="T10" fmla="*/ 36 w 56"/>
                <a:gd name="T11" fmla="*/ 8 h 70"/>
                <a:gd name="T12" fmla="*/ 10 w 56"/>
                <a:gd name="T13" fmla="*/ 35 h 70"/>
                <a:gd name="T14" fmla="*/ 35 w 56"/>
                <a:gd name="T15" fmla="*/ 62 h 70"/>
                <a:gd name="T16" fmla="*/ 47 w 56"/>
                <a:gd name="T17" fmla="*/ 60 h 70"/>
                <a:gd name="T18" fmla="*/ 47 w 56"/>
                <a:gd name="T19" fmla="*/ 34 h 70"/>
                <a:gd name="T20" fmla="*/ 56 w 56"/>
                <a:gd name="T21" fmla="*/ 34 h 70"/>
                <a:gd name="T22" fmla="*/ 56 w 56"/>
                <a:gd name="T23" fmla="*/ 66 h 70"/>
                <a:gd name="T24" fmla="*/ 34 w 56"/>
                <a:gd name="T25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70">
                  <a:moveTo>
                    <a:pt x="34" y="70"/>
                  </a:moveTo>
                  <a:cubicBezTo>
                    <a:pt x="13" y="70"/>
                    <a:pt x="0" y="58"/>
                    <a:pt x="0" y="36"/>
                  </a:cubicBezTo>
                  <a:cubicBezTo>
                    <a:pt x="0" y="15"/>
                    <a:pt x="14" y="0"/>
                    <a:pt x="37" y="0"/>
                  </a:cubicBezTo>
                  <a:cubicBezTo>
                    <a:pt x="43" y="0"/>
                    <a:pt x="50" y="1"/>
                    <a:pt x="56" y="3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48" y="9"/>
                    <a:pt x="42" y="8"/>
                    <a:pt x="36" y="8"/>
                  </a:cubicBezTo>
                  <a:cubicBezTo>
                    <a:pt x="22" y="8"/>
                    <a:pt x="10" y="17"/>
                    <a:pt x="10" y="35"/>
                  </a:cubicBezTo>
                  <a:cubicBezTo>
                    <a:pt x="10" y="52"/>
                    <a:pt x="20" y="62"/>
                    <a:pt x="35" y="62"/>
                  </a:cubicBezTo>
                  <a:cubicBezTo>
                    <a:pt x="40" y="62"/>
                    <a:pt x="44" y="61"/>
                    <a:pt x="47" y="60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0" y="69"/>
                    <a:pt x="41" y="70"/>
                    <a:pt x="34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02" name="Rectangle 21"/>
            <p:cNvSpPr>
              <a:spLocks noChangeArrowheads="1"/>
            </p:cNvSpPr>
            <p:nvPr userDrawn="1"/>
          </p:nvSpPr>
          <p:spPr bwMode="gray">
            <a:xfrm>
              <a:off x="3804" y="2298"/>
              <a:ext cx="23" cy="1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03" name="Freeform 22"/>
            <p:cNvSpPr>
              <a:spLocks noEditPoints="1"/>
            </p:cNvSpPr>
            <p:nvPr userDrawn="1"/>
          </p:nvSpPr>
          <p:spPr bwMode="gray">
            <a:xfrm>
              <a:off x="3870" y="2298"/>
              <a:ext cx="132" cy="169"/>
            </a:xfrm>
            <a:custGeom>
              <a:avLst/>
              <a:gdLst>
                <a:gd name="T0" fmla="*/ 18 w 56"/>
                <a:gd name="T1" fmla="*/ 70 h 70"/>
                <a:gd name="T2" fmla="*/ 0 w 56"/>
                <a:gd name="T3" fmla="*/ 69 h 70"/>
                <a:gd name="T4" fmla="*/ 0 w 56"/>
                <a:gd name="T5" fmla="*/ 1 h 70"/>
                <a:gd name="T6" fmla="*/ 21 w 56"/>
                <a:gd name="T7" fmla="*/ 0 h 70"/>
                <a:gd name="T8" fmla="*/ 56 w 56"/>
                <a:gd name="T9" fmla="*/ 34 h 70"/>
                <a:gd name="T10" fmla="*/ 18 w 56"/>
                <a:gd name="T11" fmla="*/ 70 h 70"/>
                <a:gd name="T12" fmla="*/ 20 w 56"/>
                <a:gd name="T13" fmla="*/ 8 h 70"/>
                <a:gd name="T14" fmla="*/ 9 w 56"/>
                <a:gd name="T15" fmla="*/ 8 h 70"/>
                <a:gd name="T16" fmla="*/ 9 w 56"/>
                <a:gd name="T17" fmla="*/ 61 h 70"/>
                <a:gd name="T18" fmla="*/ 19 w 56"/>
                <a:gd name="T19" fmla="*/ 62 h 70"/>
                <a:gd name="T20" fmla="*/ 46 w 56"/>
                <a:gd name="T21" fmla="*/ 35 h 70"/>
                <a:gd name="T22" fmla="*/ 20 w 56"/>
                <a:gd name="T23" fmla="*/ 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" h="70">
                  <a:moveTo>
                    <a:pt x="18" y="70"/>
                  </a:moveTo>
                  <a:cubicBezTo>
                    <a:pt x="11" y="70"/>
                    <a:pt x="5" y="69"/>
                    <a:pt x="0" y="6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3" y="0"/>
                    <a:pt x="21" y="0"/>
                  </a:cubicBezTo>
                  <a:cubicBezTo>
                    <a:pt x="43" y="0"/>
                    <a:pt x="56" y="10"/>
                    <a:pt x="56" y="34"/>
                  </a:cubicBezTo>
                  <a:cubicBezTo>
                    <a:pt x="56" y="58"/>
                    <a:pt x="40" y="70"/>
                    <a:pt x="18" y="70"/>
                  </a:cubicBezTo>
                  <a:close/>
                  <a:moveTo>
                    <a:pt x="20" y="8"/>
                  </a:moveTo>
                  <a:cubicBezTo>
                    <a:pt x="16" y="8"/>
                    <a:pt x="12" y="8"/>
                    <a:pt x="9" y="8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12" y="61"/>
                    <a:pt x="16" y="62"/>
                    <a:pt x="19" y="62"/>
                  </a:cubicBezTo>
                  <a:cubicBezTo>
                    <a:pt x="35" y="62"/>
                    <a:pt x="46" y="53"/>
                    <a:pt x="46" y="35"/>
                  </a:cubicBezTo>
                  <a:cubicBezTo>
                    <a:pt x="46" y="17"/>
                    <a:pt x="38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04" name="Freeform 23"/>
            <p:cNvSpPr>
              <a:spLocks/>
            </p:cNvSpPr>
            <p:nvPr userDrawn="1"/>
          </p:nvSpPr>
          <p:spPr bwMode="gray">
            <a:xfrm>
              <a:off x="4033" y="2298"/>
              <a:ext cx="83" cy="167"/>
            </a:xfrm>
            <a:custGeom>
              <a:avLst/>
              <a:gdLst>
                <a:gd name="T0" fmla="*/ 0 w 83"/>
                <a:gd name="T1" fmla="*/ 167 h 167"/>
                <a:gd name="T2" fmla="*/ 0 w 83"/>
                <a:gd name="T3" fmla="*/ 0 h 167"/>
                <a:gd name="T4" fmla="*/ 83 w 83"/>
                <a:gd name="T5" fmla="*/ 0 h 167"/>
                <a:gd name="T6" fmla="*/ 83 w 83"/>
                <a:gd name="T7" fmla="*/ 19 h 167"/>
                <a:gd name="T8" fmla="*/ 22 w 83"/>
                <a:gd name="T9" fmla="*/ 19 h 167"/>
                <a:gd name="T10" fmla="*/ 22 w 83"/>
                <a:gd name="T11" fmla="*/ 73 h 167"/>
                <a:gd name="T12" fmla="*/ 81 w 83"/>
                <a:gd name="T13" fmla="*/ 73 h 167"/>
                <a:gd name="T14" fmla="*/ 81 w 83"/>
                <a:gd name="T15" fmla="*/ 92 h 167"/>
                <a:gd name="T16" fmla="*/ 22 w 83"/>
                <a:gd name="T17" fmla="*/ 92 h 167"/>
                <a:gd name="T18" fmla="*/ 22 w 83"/>
                <a:gd name="T19" fmla="*/ 148 h 167"/>
                <a:gd name="T20" fmla="*/ 83 w 83"/>
                <a:gd name="T21" fmla="*/ 148 h 167"/>
                <a:gd name="T22" fmla="*/ 83 w 83"/>
                <a:gd name="T23" fmla="*/ 167 h 167"/>
                <a:gd name="T24" fmla="*/ 0 w 83"/>
                <a:gd name="T25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167">
                  <a:moveTo>
                    <a:pt x="0" y="167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9"/>
                  </a:lnTo>
                  <a:lnTo>
                    <a:pt x="22" y="19"/>
                  </a:lnTo>
                  <a:lnTo>
                    <a:pt x="22" y="73"/>
                  </a:lnTo>
                  <a:lnTo>
                    <a:pt x="81" y="73"/>
                  </a:lnTo>
                  <a:lnTo>
                    <a:pt x="81" y="92"/>
                  </a:lnTo>
                  <a:lnTo>
                    <a:pt x="22" y="92"/>
                  </a:lnTo>
                  <a:lnTo>
                    <a:pt x="22" y="148"/>
                  </a:lnTo>
                  <a:lnTo>
                    <a:pt x="83" y="148"/>
                  </a:lnTo>
                  <a:lnTo>
                    <a:pt x="83" y="167"/>
                  </a:lnTo>
                  <a:lnTo>
                    <a:pt x="0" y="1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05" name="Freeform 24"/>
            <p:cNvSpPr>
              <a:spLocks noEditPoints="1"/>
            </p:cNvSpPr>
            <p:nvPr userDrawn="1"/>
          </p:nvSpPr>
          <p:spPr bwMode="gray">
            <a:xfrm>
              <a:off x="4133" y="2298"/>
              <a:ext cx="144" cy="167"/>
            </a:xfrm>
            <a:custGeom>
              <a:avLst/>
              <a:gdLst>
                <a:gd name="T0" fmla="*/ 50 w 61"/>
                <a:gd name="T1" fmla="*/ 69 h 69"/>
                <a:gd name="T2" fmla="*/ 45 w 61"/>
                <a:gd name="T3" fmla="*/ 53 h 69"/>
                <a:gd name="T4" fmla="*/ 16 w 61"/>
                <a:gd name="T5" fmla="*/ 53 h 69"/>
                <a:gd name="T6" fmla="*/ 10 w 61"/>
                <a:gd name="T7" fmla="*/ 69 h 69"/>
                <a:gd name="T8" fmla="*/ 0 w 61"/>
                <a:gd name="T9" fmla="*/ 69 h 69"/>
                <a:gd name="T10" fmla="*/ 25 w 61"/>
                <a:gd name="T11" fmla="*/ 0 h 69"/>
                <a:gd name="T12" fmla="*/ 36 w 61"/>
                <a:gd name="T13" fmla="*/ 0 h 69"/>
                <a:gd name="T14" fmla="*/ 61 w 61"/>
                <a:gd name="T15" fmla="*/ 69 h 69"/>
                <a:gd name="T16" fmla="*/ 50 w 61"/>
                <a:gd name="T17" fmla="*/ 69 h 69"/>
                <a:gd name="T18" fmla="*/ 33 w 61"/>
                <a:gd name="T19" fmla="*/ 20 h 69"/>
                <a:gd name="T20" fmla="*/ 30 w 61"/>
                <a:gd name="T21" fmla="*/ 11 h 69"/>
                <a:gd name="T22" fmla="*/ 30 w 61"/>
                <a:gd name="T23" fmla="*/ 11 h 69"/>
                <a:gd name="T24" fmla="*/ 27 w 61"/>
                <a:gd name="T25" fmla="*/ 20 h 69"/>
                <a:gd name="T26" fmla="*/ 18 w 61"/>
                <a:gd name="T27" fmla="*/ 46 h 69"/>
                <a:gd name="T28" fmla="*/ 42 w 61"/>
                <a:gd name="T29" fmla="*/ 46 h 69"/>
                <a:gd name="T30" fmla="*/ 33 w 61"/>
                <a:gd name="T3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" h="69">
                  <a:moveTo>
                    <a:pt x="50" y="69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0" y="69"/>
                    <a:pt x="10" y="69"/>
                    <a:pt x="10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61" y="69"/>
                    <a:pt x="61" y="69"/>
                    <a:pt x="61" y="69"/>
                  </a:cubicBezTo>
                  <a:lnTo>
                    <a:pt x="50" y="69"/>
                  </a:lnTo>
                  <a:close/>
                  <a:moveTo>
                    <a:pt x="33" y="20"/>
                  </a:moveTo>
                  <a:cubicBezTo>
                    <a:pt x="32" y="17"/>
                    <a:pt x="31" y="14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29" y="14"/>
                    <a:pt x="28" y="17"/>
                    <a:pt x="27" y="20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33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06" name="Freeform 25"/>
            <p:cNvSpPr>
              <a:spLocks/>
            </p:cNvSpPr>
            <p:nvPr userDrawn="1"/>
          </p:nvSpPr>
          <p:spPr bwMode="gray">
            <a:xfrm>
              <a:off x="4294" y="2298"/>
              <a:ext cx="97" cy="169"/>
            </a:xfrm>
            <a:custGeom>
              <a:avLst/>
              <a:gdLst>
                <a:gd name="T0" fmla="*/ 15 w 41"/>
                <a:gd name="T1" fmla="*/ 70 h 70"/>
                <a:gd name="T2" fmla="*/ 0 w 41"/>
                <a:gd name="T3" fmla="*/ 68 h 70"/>
                <a:gd name="T4" fmla="*/ 2 w 41"/>
                <a:gd name="T5" fmla="*/ 59 h 70"/>
                <a:gd name="T6" fmla="*/ 16 w 41"/>
                <a:gd name="T7" fmla="*/ 62 h 70"/>
                <a:gd name="T8" fmla="*/ 31 w 41"/>
                <a:gd name="T9" fmla="*/ 50 h 70"/>
                <a:gd name="T10" fmla="*/ 0 w 41"/>
                <a:gd name="T11" fmla="*/ 19 h 70"/>
                <a:gd name="T12" fmla="*/ 24 w 41"/>
                <a:gd name="T13" fmla="*/ 0 h 70"/>
                <a:gd name="T14" fmla="*/ 36 w 41"/>
                <a:gd name="T15" fmla="*/ 1 h 70"/>
                <a:gd name="T16" fmla="*/ 35 w 41"/>
                <a:gd name="T17" fmla="*/ 9 h 70"/>
                <a:gd name="T18" fmla="*/ 23 w 41"/>
                <a:gd name="T19" fmla="*/ 7 h 70"/>
                <a:gd name="T20" fmla="*/ 9 w 41"/>
                <a:gd name="T21" fmla="*/ 18 h 70"/>
                <a:gd name="T22" fmla="*/ 41 w 41"/>
                <a:gd name="T23" fmla="*/ 49 h 70"/>
                <a:gd name="T24" fmla="*/ 15 w 41"/>
                <a:gd name="T25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70">
                  <a:moveTo>
                    <a:pt x="15" y="70"/>
                  </a:moveTo>
                  <a:cubicBezTo>
                    <a:pt x="10" y="70"/>
                    <a:pt x="5" y="69"/>
                    <a:pt x="0" y="68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6" y="61"/>
                    <a:pt x="11" y="62"/>
                    <a:pt x="16" y="62"/>
                  </a:cubicBezTo>
                  <a:cubicBezTo>
                    <a:pt x="24" y="62"/>
                    <a:pt x="31" y="59"/>
                    <a:pt x="31" y="50"/>
                  </a:cubicBezTo>
                  <a:cubicBezTo>
                    <a:pt x="31" y="35"/>
                    <a:pt x="0" y="41"/>
                    <a:pt x="0" y="19"/>
                  </a:cubicBezTo>
                  <a:cubicBezTo>
                    <a:pt x="0" y="8"/>
                    <a:pt x="8" y="0"/>
                    <a:pt x="24" y="0"/>
                  </a:cubicBezTo>
                  <a:cubicBezTo>
                    <a:pt x="28" y="0"/>
                    <a:pt x="32" y="0"/>
                    <a:pt x="36" y="1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1" y="8"/>
                    <a:pt x="27" y="7"/>
                    <a:pt x="23" y="7"/>
                  </a:cubicBezTo>
                  <a:cubicBezTo>
                    <a:pt x="14" y="7"/>
                    <a:pt x="9" y="11"/>
                    <a:pt x="9" y="18"/>
                  </a:cubicBezTo>
                  <a:cubicBezTo>
                    <a:pt x="9" y="33"/>
                    <a:pt x="41" y="27"/>
                    <a:pt x="41" y="49"/>
                  </a:cubicBezTo>
                  <a:cubicBezTo>
                    <a:pt x="41" y="61"/>
                    <a:pt x="31" y="70"/>
                    <a:pt x="15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07" name="Freeform 26"/>
            <p:cNvSpPr>
              <a:spLocks/>
            </p:cNvSpPr>
            <p:nvPr userDrawn="1"/>
          </p:nvSpPr>
          <p:spPr bwMode="gray">
            <a:xfrm>
              <a:off x="4455" y="2298"/>
              <a:ext cx="116" cy="167"/>
            </a:xfrm>
            <a:custGeom>
              <a:avLst/>
              <a:gdLst>
                <a:gd name="T0" fmla="*/ 68 w 116"/>
                <a:gd name="T1" fmla="*/ 19 h 167"/>
                <a:gd name="T2" fmla="*/ 68 w 116"/>
                <a:gd name="T3" fmla="*/ 167 h 167"/>
                <a:gd name="T4" fmla="*/ 47 w 116"/>
                <a:gd name="T5" fmla="*/ 167 h 167"/>
                <a:gd name="T6" fmla="*/ 47 w 116"/>
                <a:gd name="T7" fmla="*/ 19 h 167"/>
                <a:gd name="T8" fmla="*/ 0 w 116"/>
                <a:gd name="T9" fmla="*/ 19 h 167"/>
                <a:gd name="T10" fmla="*/ 0 w 116"/>
                <a:gd name="T11" fmla="*/ 0 h 167"/>
                <a:gd name="T12" fmla="*/ 116 w 116"/>
                <a:gd name="T13" fmla="*/ 0 h 167"/>
                <a:gd name="T14" fmla="*/ 116 w 116"/>
                <a:gd name="T15" fmla="*/ 19 h 167"/>
                <a:gd name="T16" fmla="*/ 68 w 116"/>
                <a:gd name="T17" fmla="*/ 19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67">
                  <a:moveTo>
                    <a:pt x="68" y="19"/>
                  </a:moveTo>
                  <a:lnTo>
                    <a:pt x="68" y="167"/>
                  </a:lnTo>
                  <a:lnTo>
                    <a:pt x="47" y="167"/>
                  </a:lnTo>
                  <a:lnTo>
                    <a:pt x="47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116" y="19"/>
                  </a:lnTo>
                  <a:lnTo>
                    <a:pt x="68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08" name="Freeform 27"/>
            <p:cNvSpPr>
              <a:spLocks noEditPoints="1"/>
            </p:cNvSpPr>
            <p:nvPr userDrawn="1"/>
          </p:nvSpPr>
          <p:spPr bwMode="gray">
            <a:xfrm>
              <a:off x="4575" y="2295"/>
              <a:ext cx="152" cy="172"/>
            </a:xfrm>
            <a:custGeom>
              <a:avLst/>
              <a:gdLst>
                <a:gd name="T0" fmla="*/ 31 w 64"/>
                <a:gd name="T1" fmla="*/ 71 h 71"/>
                <a:gd name="T2" fmla="*/ 0 w 64"/>
                <a:gd name="T3" fmla="*/ 37 h 71"/>
                <a:gd name="T4" fmla="*/ 33 w 64"/>
                <a:gd name="T5" fmla="*/ 0 h 71"/>
                <a:gd name="T6" fmla="*/ 64 w 64"/>
                <a:gd name="T7" fmla="*/ 35 h 71"/>
                <a:gd name="T8" fmla="*/ 31 w 64"/>
                <a:gd name="T9" fmla="*/ 71 h 71"/>
                <a:gd name="T10" fmla="*/ 32 w 64"/>
                <a:gd name="T11" fmla="*/ 9 h 71"/>
                <a:gd name="T12" fmla="*/ 10 w 64"/>
                <a:gd name="T13" fmla="*/ 35 h 71"/>
                <a:gd name="T14" fmla="*/ 32 w 64"/>
                <a:gd name="T15" fmla="*/ 63 h 71"/>
                <a:gd name="T16" fmla="*/ 54 w 64"/>
                <a:gd name="T17" fmla="*/ 36 h 71"/>
                <a:gd name="T18" fmla="*/ 32 w 64"/>
                <a:gd name="T19" fmla="*/ 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71">
                  <a:moveTo>
                    <a:pt x="31" y="71"/>
                  </a:moveTo>
                  <a:cubicBezTo>
                    <a:pt x="10" y="71"/>
                    <a:pt x="0" y="57"/>
                    <a:pt x="0" y="37"/>
                  </a:cubicBezTo>
                  <a:cubicBezTo>
                    <a:pt x="0" y="14"/>
                    <a:pt x="15" y="0"/>
                    <a:pt x="33" y="0"/>
                  </a:cubicBezTo>
                  <a:cubicBezTo>
                    <a:pt x="52" y="0"/>
                    <a:pt x="64" y="12"/>
                    <a:pt x="64" y="35"/>
                  </a:cubicBezTo>
                  <a:cubicBezTo>
                    <a:pt x="64" y="58"/>
                    <a:pt x="49" y="71"/>
                    <a:pt x="31" y="71"/>
                  </a:cubicBezTo>
                  <a:close/>
                  <a:moveTo>
                    <a:pt x="32" y="9"/>
                  </a:moveTo>
                  <a:cubicBezTo>
                    <a:pt x="21" y="9"/>
                    <a:pt x="10" y="18"/>
                    <a:pt x="10" y="35"/>
                  </a:cubicBezTo>
                  <a:cubicBezTo>
                    <a:pt x="10" y="52"/>
                    <a:pt x="17" y="63"/>
                    <a:pt x="32" y="63"/>
                  </a:cubicBezTo>
                  <a:cubicBezTo>
                    <a:pt x="43" y="63"/>
                    <a:pt x="54" y="54"/>
                    <a:pt x="54" y="36"/>
                  </a:cubicBezTo>
                  <a:cubicBezTo>
                    <a:pt x="54" y="19"/>
                    <a:pt x="46" y="9"/>
                    <a:pt x="3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09" name="Freeform 28"/>
            <p:cNvSpPr>
              <a:spLocks/>
            </p:cNvSpPr>
            <p:nvPr userDrawn="1"/>
          </p:nvSpPr>
          <p:spPr bwMode="gray">
            <a:xfrm>
              <a:off x="4821" y="2298"/>
              <a:ext cx="81" cy="167"/>
            </a:xfrm>
            <a:custGeom>
              <a:avLst/>
              <a:gdLst>
                <a:gd name="T0" fmla="*/ 0 w 81"/>
                <a:gd name="T1" fmla="*/ 167 h 167"/>
                <a:gd name="T2" fmla="*/ 0 w 81"/>
                <a:gd name="T3" fmla="*/ 0 h 167"/>
                <a:gd name="T4" fmla="*/ 22 w 81"/>
                <a:gd name="T5" fmla="*/ 0 h 167"/>
                <a:gd name="T6" fmla="*/ 22 w 81"/>
                <a:gd name="T7" fmla="*/ 148 h 167"/>
                <a:gd name="T8" fmla="*/ 81 w 81"/>
                <a:gd name="T9" fmla="*/ 148 h 167"/>
                <a:gd name="T10" fmla="*/ 81 w 81"/>
                <a:gd name="T11" fmla="*/ 167 h 167"/>
                <a:gd name="T12" fmla="*/ 0 w 81"/>
                <a:gd name="T13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167">
                  <a:moveTo>
                    <a:pt x="0" y="16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148"/>
                  </a:lnTo>
                  <a:lnTo>
                    <a:pt x="81" y="148"/>
                  </a:lnTo>
                  <a:lnTo>
                    <a:pt x="81" y="167"/>
                  </a:lnTo>
                  <a:lnTo>
                    <a:pt x="0" y="1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10" name="Rectangle 29"/>
            <p:cNvSpPr>
              <a:spLocks noChangeArrowheads="1"/>
            </p:cNvSpPr>
            <p:nvPr userDrawn="1"/>
          </p:nvSpPr>
          <p:spPr bwMode="gray">
            <a:xfrm>
              <a:off x="4930" y="2298"/>
              <a:ext cx="22" cy="16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11" name="Freeform 30"/>
            <p:cNvSpPr>
              <a:spLocks/>
            </p:cNvSpPr>
            <p:nvPr userDrawn="1"/>
          </p:nvSpPr>
          <p:spPr bwMode="gray">
            <a:xfrm>
              <a:off x="5001" y="2298"/>
              <a:ext cx="83" cy="167"/>
            </a:xfrm>
            <a:custGeom>
              <a:avLst/>
              <a:gdLst>
                <a:gd name="T0" fmla="*/ 22 w 83"/>
                <a:gd name="T1" fmla="*/ 19 h 167"/>
                <a:gd name="T2" fmla="*/ 22 w 83"/>
                <a:gd name="T3" fmla="*/ 75 h 167"/>
                <a:gd name="T4" fmla="*/ 81 w 83"/>
                <a:gd name="T5" fmla="*/ 75 h 167"/>
                <a:gd name="T6" fmla="*/ 81 w 83"/>
                <a:gd name="T7" fmla="*/ 92 h 167"/>
                <a:gd name="T8" fmla="*/ 22 w 83"/>
                <a:gd name="T9" fmla="*/ 92 h 167"/>
                <a:gd name="T10" fmla="*/ 22 w 83"/>
                <a:gd name="T11" fmla="*/ 167 h 167"/>
                <a:gd name="T12" fmla="*/ 0 w 83"/>
                <a:gd name="T13" fmla="*/ 167 h 167"/>
                <a:gd name="T14" fmla="*/ 0 w 83"/>
                <a:gd name="T15" fmla="*/ 0 h 167"/>
                <a:gd name="T16" fmla="*/ 83 w 83"/>
                <a:gd name="T17" fmla="*/ 0 h 167"/>
                <a:gd name="T18" fmla="*/ 83 w 83"/>
                <a:gd name="T19" fmla="*/ 19 h 167"/>
                <a:gd name="T20" fmla="*/ 22 w 83"/>
                <a:gd name="T21" fmla="*/ 19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" h="167">
                  <a:moveTo>
                    <a:pt x="22" y="19"/>
                  </a:moveTo>
                  <a:lnTo>
                    <a:pt x="22" y="75"/>
                  </a:lnTo>
                  <a:lnTo>
                    <a:pt x="81" y="75"/>
                  </a:lnTo>
                  <a:lnTo>
                    <a:pt x="81" y="92"/>
                  </a:lnTo>
                  <a:lnTo>
                    <a:pt x="22" y="92"/>
                  </a:lnTo>
                  <a:lnTo>
                    <a:pt x="22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19"/>
                  </a:lnTo>
                  <a:lnTo>
                    <a:pt x="22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12" name="Freeform 31"/>
            <p:cNvSpPr>
              <a:spLocks/>
            </p:cNvSpPr>
            <p:nvPr userDrawn="1"/>
          </p:nvSpPr>
          <p:spPr bwMode="gray">
            <a:xfrm>
              <a:off x="5115" y="2298"/>
              <a:ext cx="83" cy="167"/>
            </a:xfrm>
            <a:custGeom>
              <a:avLst/>
              <a:gdLst>
                <a:gd name="T0" fmla="*/ 0 w 83"/>
                <a:gd name="T1" fmla="*/ 167 h 167"/>
                <a:gd name="T2" fmla="*/ 0 w 83"/>
                <a:gd name="T3" fmla="*/ 0 h 167"/>
                <a:gd name="T4" fmla="*/ 83 w 83"/>
                <a:gd name="T5" fmla="*/ 0 h 167"/>
                <a:gd name="T6" fmla="*/ 83 w 83"/>
                <a:gd name="T7" fmla="*/ 19 h 167"/>
                <a:gd name="T8" fmla="*/ 21 w 83"/>
                <a:gd name="T9" fmla="*/ 19 h 167"/>
                <a:gd name="T10" fmla="*/ 21 w 83"/>
                <a:gd name="T11" fmla="*/ 73 h 167"/>
                <a:gd name="T12" fmla="*/ 81 w 83"/>
                <a:gd name="T13" fmla="*/ 73 h 167"/>
                <a:gd name="T14" fmla="*/ 81 w 83"/>
                <a:gd name="T15" fmla="*/ 92 h 167"/>
                <a:gd name="T16" fmla="*/ 21 w 83"/>
                <a:gd name="T17" fmla="*/ 92 h 167"/>
                <a:gd name="T18" fmla="*/ 21 w 83"/>
                <a:gd name="T19" fmla="*/ 148 h 167"/>
                <a:gd name="T20" fmla="*/ 83 w 83"/>
                <a:gd name="T21" fmla="*/ 148 h 167"/>
                <a:gd name="T22" fmla="*/ 83 w 83"/>
                <a:gd name="T23" fmla="*/ 167 h 167"/>
                <a:gd name="T24" fmla="*/ 0 w 83"/>
                <a:gd name="T25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167">
                  <a:moveTo>
                    <a:pt x="0" y="167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9"/>
                  </a:lnTo>
                  <a:lnTo>
                    <a:pt x="21" y="19"/>
                  </a:lnTo>
                  <a:lnTo>
                    <a:pt x="21" y="73"/>
                  </a:lnTo>
                  <a:lnTo>
                    <a:pt x="81" y="73"/>
                  </a:lnTo>
                  <a:lnTo>
                    <a:pt x="81" y="92"/>
                  </a:lnTo>
                  <a:lnTo>
                    <a:pt x="21" y="92"/>
                  </a:lnTo>
                  <a:lnTo>
                    <a:pt x="21" y="148"/>
                  </a:lnTo>
                  <a:lnTo>
                    <a:pt x="83" y="148"/>
                  </a:lnTo>
                  <a:lnTo>
                    <a:pt x="83" y="167"/>
                  </a:lnTo>
                  <a:lnTo>
                    <a:pt x="0" y="1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  <p:sp>
          <p:nvSpPr>
            <p:cNvPr id="213" name="Oval 32"/>
            <p:cNvSpPr>
              <a:spLocks noChangeArrowheads="1"/>
            </p:cNvSpPr>
            <p:nvPr userDrawn="1"/>
          </p:nvSpPr>
          <p:spPr bwMode="gray">
            <a:xfrm>
              <a:off x="5231" y="2438"/>
              <a:ext cx="28" cy="2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45947"/>
              <a:endParaRPr lang="de-DE" sz="1904">
                <a:solidFill>
                  <a:srgbClr val="00233E"/>
                </a:solidFill>
              </a:endParaRPr>
            </a:p>
          </p:txBody>
        </p:sp>
      </p:grpSp>
      <p:sp>
        <p:nvSpPr>
          <p:cNvPr id="39" name="Textfeld 38"/>
          <p:cNvSpPr txBox="1"/>
          <p:nvPr userDrawn="1"/>
        </p:nvSpPr>
        <p:spPr bwMode="gray">
          <a:xfrm>
            <a:off x="10784508" y="6485458"/>
            <a:ext cx="895394" cy="1255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 defTabSz="945947">
              <a:spcBef>
                <a:spcPts val="272"/>
              </a:spcBef>
            </a:pPr>
            <a:fld id="{CCFED7E5-2E50-44E2-AE80-A409710B6CFB}" type="slidenum">
              <a:rPr lang="de-DE" sz="816" b="1" smtClean="0">
                <a:solidFill>
                  <a:schemeClr val="tx2"/>
                </a:solidFill>
              </a:rPr>
              <a:pPr algn="r" defTabSz="945947">
                <a:spcBef>
                  <a:spcPts val="272"/>
                </a:spcBef>
              </a:pPr>
              <a:t>‹#›</a:t>
            </a:fld>
            <a:endParaRPr lang="de-DE" sz="816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49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</p:sldLayoutIdLst>
  <p:hf sldNum="0" hdr="0" ftr="0"/>
  <p:txStyles>
    <p:titleStyle>
      <a:lvl1pPr algn="l" defTabSz="945802" rtl="0" eaLnBrk="1" latinLnBrk="0" hangingPunct="1">
        <a:spcBef>
          <a:spcPct val="0"/>
        </a:spcBef>
        <a:buNone/>
        <a:defRPr lang="de-DE" sz="1814" b="1" i="0" u="none" strike="noStrike" kern="1200" baseline="0" smtClean="0">
          <a:solidFill>
            <a:schemeClr val="tx1"/>
          </a:solidFill>
          <a:latin typeface="Tahoma" pitchFamily="34" charset="0"/>
          <a:ea typeface="+mj-ea"/>
          <a:cs typeface="Tahoma" pitchFamily="34" charset="0"/>
        </a:defRPr>
      </a:lvl1pPr>
    </p:titleStyle>
    <p:bodyStyle>
      <a:lvl1pPr marL="0" indent="0" algn="l" defTabSz="945802" rtl="0" eaLnBrk="1" latinLnBrk="0" hangingPunct="1">
        <a:lnSpc>
          <a:spcPct val="130000"/>
        </a:lnSpc>
        <a:spcBef>
          <a:spcPts val="0"/>
        </a:spcBef>
        <a:buFont typeface="Arial" pitchFamily="34" charset="0"/>
        <a:buNone/>
        <a:defRPr lang="de-DE" sz="1451" b="0" i="0" u="none" strike="noStrike" kern="1200" baseline="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391790" indent="-195895" algn="l" defTabSz="492303" rtl="0" eaLnBrk="1" latinLnBrk="0" hangingPunct="1">
        <a:lnSpc>
          <a:spcPct val="130000"/>
        </a:lnSpc>
        <a:spcBef>
          <a:spcPts val="0"/>
        </a:spcBef>
        <a:buClr>
          <a:schemeClr val="tx1"/>
        </a:buClr>
        <a:buSzPct val="120000"/>
        <a:buFont typeface="Arial" pitchFamily="34" charset="0"/>
        <a:buChar char="•"/>
        <a:tabLst/>
        <a:defRPr sz="1451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783580" indent="-195895" algn="l" defTabSz="945802" rtl="0" eaLnBrk="1" latinLnBrk="0" hangingPunct="1">
        <a:lnSpc>
          <a:spcPct val="130000"/>
        </a:lnSpc>
        <a:spcBef>
          <a:spcPts val="0"/>
        </a:spcBef>
        <a:buClr>
          <a:schemeClr val="tx1"/>
        </a:buClr>
        <a:buSzPct val="120000"/>
        <a:buFont typeface="Arial" pitchFamily="34" charset="0"/>
        <a:buChar char="•"/>
        <a:defRPr sz="1451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783580" indent="-195895" algn="l" defTabSz="945802" rtl="0" eaLnBrk="1" latinLnBrk="0" hangingPunct="1">
        <a:lnSpc>
          <a:spcPct val="130000"/>
        </a:lnSpc>
        <a:spcBef>
          <a:spcPts val="0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45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783580" indent="-195895" algn="l" defTabSz="945802" rtl="0" eaLnBrk="1" latinLnBrk="0" hangingPunct="1">
        <a:lnSpc>
          <a:spcPct val="130000"/>
        </a:lnSpc>
        <a:spcBef>
          <a:spcPts val="0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45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783580" indent="-195895" algn="l" defTabSz="945802" rtl="0" eaLnBrk="1" latinLnBrk="0" hangingPunct="1">
        <a:lnSpc>
          <a:spcPct val="130000"/>
        </a:lnSpc>
        <a:spcBef>
          <a:spcPts val="0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45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783580" indent="-195895" algn="l" defTabSz="945802" rtl="0" eaLnBrk="1" latinLnBrk="0" hangingPunct="1">
        <a:lnSpc>
          <a:spcPct val="130000"/>
        </a:lnSpc>
        <a:spcBef>
          <a:spcPts val="0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45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783580" indent="-195895" algn="l" defTabSz="945802" rtl="0" eaLnBrk="1" latinLnBrk="0" hangingPunct="1">
        <a:lnSpc>
          <a:spcPct val="130000"/>
        </a:lnSpc>
        <a:spcBef>
          <a:spcPts val="0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45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4019660" indent="-236451" algn="l" defTabSz="945802" rtl="0" eaLnBrk="1" latinLnBrk="0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4580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72901" algn="l" defTabSz="94580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45802" algn="l" defTabSz="94580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18704" algn="l" defTabSz="94580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891605" algn="l" defTabSz="94580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364505" algn="l" defTabSz="94580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837407" algn="l" defTabSz="94580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10308" algn="l" defTabSz="94580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783209" algn="l" defTabSz="94580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3">
          <p15:clr>
            <a:srgbClr val="F26B43"/>
          </p15:clr>
        </p15:guide>
        <p15:guide id="2" pos="8225">
          <p15:clr>
            <a:srgbClr val="F26B43"/>
          </p15:clr>
        </p15:guide>
        <p15:guide id="3" orient="horz" pos="4581">
          <p15:clr>
            <a:srgbClr val="F26B43"/>
          </p15:clr>
        </p15:guide>
        <p15:guide id="4" orient="horz" pos="182">
          <p15:clr>
            <a:srgbClr val="F26B43"/>
          </p15:clr>
        </p15:guide>
        <p15:guide id="5" pos="4234">
          <p15:clr>
            <a:srgbClr val="F26B43"/>
          </p15:clr>
        </p15:guide>
        <p15:guide id="6" pos="8112">
          <p15:clr>
            <a:srgbClr val="F26B43"/>
          </p15:clr>
        </p15:guide>
        <p15:guide id="7" orient="horz" pos="4468">
          <p15:clr>
            <a:srgbClr val="F26B43"/>
          </p15:clr>
        </p15:guide>
        <p15:guide id="8" pos="356">
          <p15:clr>
            <a:srgbClr val="F26B43"/>
          </p15:clr>
        </p15:guide>
        <p15:guide id="9" pos="528">
          <p15:clr>
            <a:srgbClr val="F26B43"/>
          </p15:clr>
        </p15:guide>
        <p15:guide id="10" pos="7953">
          <p15:clr>
            <a:srgbClr val="F26B43"/>
          </p15:clr>
        </p15:guide>
        <p15:guide id="11" pos="4376">
          <p15:clr>
            <a:srgbClr val="F26B43"/>
          </p15:clr>
        </p15:guide>
        <p15:guide id="12" pos="4092">
          <p15:clr>
            <a:srgbClr val="F26B43"/>
          </p15:clr>
        </p15:guide>
        <p15:guide id="13" orient="horz" pos="817">
          <p15:clr>
            <a:srgbClr val="F26B43"/>
          </p15:clr>
        </p15:guide>
        <p15:guide id="14" orient="horz" pos="4287">
          <p15:clr>
            <a:srgbClr val="F26B43"/>
          </p15:clr>
        </p15:guide>
        <p15:guide id="15" orient="horz" pos="295">
          <p15:clr>
            <a:srgbClr val="F26B43"/>
          </p15:clr>
        </p15:guide>
        <p15:guide id="16" orient="horz" pos="930">
          <p15:clr>
            <a:srgbClr val="F26B43"/>
          </p15:clr>
        </p15:guide>
        <p15:guide id="17" pos="2284">
          <p15:clr>
            <a:srgbClr val="F26B43"/>
          </p15:clr>
        </p15:guide>
        <p15:guide id="18" pos="6184">
          <p15:clr>
            <a:srgbClr val="F26B43"/>
          </p15:clr>
        </p15:guide>
        <p15:guide id="19" pos="3236">
          <p15:clr>
            <a:srgbClr val="F26B43"/>
          </p15:clr>
        </p15:guide>
        <p15:guide id="20" pos="5232">
          <p15:clr>
            <a:srgbClr val="F26B43"/>
          </p15:clr>
        </p15:guide>
        <p15:guide id="21" pos="1399">
          <p15:clr>
            <a:srgbClr val="F26B43"/>
          </p15:clr>
        </p15:guide>
        <p15:guide id="22" pos="70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AD1109DD-5699-4012-BF5E-2F6FE654A4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561976"/>
          <a:ext cx="9802971" cy="49407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0597">
                  <a:extLst>
                    <a:ext uri="{9D8B030D-6E8A-4147-A177-3AD203B41FA5}">
                      <a16:colId xmlns:a16="http://schemas.microsoft.com/office/drawing/2014/main" val="1869823969"/>
                    </a:ext>
                  </a:extLst>
                </a:gridCol>
                <a:gridCol w="2197458">
                  <a:extLst>
                    <a:ext uri="{9D8B030D-6E8A-4147-A177-3AD203B41FA5}">
                      <a16:colId xmlns:a16="http://schemas.microsoft.com/office/drawing/2014/main" val="1575882417"/>
                    </a:ext>
                  </a:extLst>
                </a:gridCol>
                <a:gridCol w="2197458">
                  <a:extLst>
                    <a:ext uri="{9D8B030D-6E8A-4147-A177-3AD203B41FA5}">
                      <a16:colId xmlns:a16="http://schemas.microsoft.com/office/drawing/2014/main" val="3834016999"/>
                    </a:ext>
                  </a:extLst>
                </a:gridCol>
                <a:gridCol w="2197458">
                  <a:extLst>
                    <a:ext uri="{9D8B030D-6E8A-4147-A177-3AD203B41FA5}">
                      <a16:colId xmlns:a16="http://schemas.microsoft.com/office/drawing/2014/main" val="4224715080"/>
                    </a:ext>
                  </a:extLst>
                </a:gridCol>
              </a:tblGrid>
              <a:tr h="825953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Nutrition</a:t>
                      </a:r>
                      <a:endParaRPr lang="ru-RU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Healthy body / General wellbeing</a:t>
                      </a:r>
                      <a:endParaRPr lang="ru-RU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Enjoyment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Mood changer</a:t>
                      </a:r>
                      <a:endParaRPr lang="ru-RU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940708"/>
                  </a:ext>
                </a:extLst>
              </a:tr>
              <a:tr h="8259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Healthy start – </a:t>
                      </a:r>
                      <a:r>
                        <a:rPr lang="en-US" dirty="0" err="1"/>
                        <a:t>spoonable</a:t>
                      </a:r>
                      <a:r>
                        <a:rPr lang="en-US" dirty="0"/>
                        <a:t> yogurt in poach pack with cereal flour (rice, oat and corn). </a:t>
                      </a:r>
                      <a:endParaRPr lang="ru-RU" dirty="0"/>
                    </a:p>
                    <a:p>
                      <a:pPr algn="ctr"/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Low sugar/sugar replacement</a:t>
                      </a:r>
                      <a:endParaRPr lang="ru-RU"/>
                    </a:p>
                    <a:p>
                      <a:pPr algn="ctr"/>
                      <a:endParaRPr lang="ru-R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Spoonable yogurt/fresh cheese with the layer of jelly on the bottom</a:t>
                      </a:r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Chocolate as a best treat (</a:t>
                      </a:r>
                      <a:r>
                        <a:rPr lang="de-DE" err="1"/>
                        <a:t>crackin</a:t>
                      </a:r>
                      <a:r>
                        <a:rPr lang="de-DE"/>
                        <a:t> </a:t>
                      </a:r>
                      <a:r>
                        <a:rPr lang="de-DE" err="1"/>
                        <a:t>shells</a:t>
                      </a:r>
                      <a:r>
                        <a:rPr lang="de-DE"/>
                        <a:t>)</a:t>
                      </a:r>
                      <a:endParaRPr lang="ru-R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519935"/>
                  </a:ext>
                </a:extLst>
              </a:tr>
              <a:tr h="8259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Extension of fruit and veggie range with white carrot and sweet potato</a:t>
                      </a:r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highlight>
                            <a:srgbClr val="FFFF00"/>
                          </a:highlight>
                        </a:rPr>
                        <a:t>Healthy kids formula - Vit D from Mushroom</a:t>
                      </a:r>
                      <a:endParaRPr lang="ru-RU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Fruit shapes (soft inclusions) in </a:t>
                      </a:r>
                      <a:r>
                        <a:rPr lang="en-US" dirty="0" err="1"/>
                        <a:t>spoonable</a:t>
                      </a:r>
                      <a:r>
                        <a:rPr lang="en-US" dirty="0"/>
                        <a:t> yogurt</a:t>
                      </a:r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CO-branding “favorite tastes of animation movies heroes”</a:t>
                      </a:r>
                      <a:endParaRPr lang="ru-R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356310"/>
                  </a:ext>
                </a:extLst>
              </a:tr>
              <a:tr h="825953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highlight>
                            <a:srgbClr val="FFFF00"/>
                          </a:highlight>
                        </a:rPr>
                        <a:t>Milk – bar </a:t>
                      </a:r>
                    </a:p>
                    <a:p>
                      <a:pPr algn="ctr"/>
                      <a:r>
                        <a:rPr lang="en-GB">
                          <a:highlight>
                            <a:srgbClr val="FFFF00"/>
                          </a:highlight>
                        </a:rPr>
                        <a:t>(could be with Probiotic granulates)</a:t>
                      </a:r>
                    </a:p>
                    <a:p>
                      <a:pPr algn="ctr"/>
                      <a:endParaRPr lang="en-GB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en-GB">
                          <a:highlight>
                            <a:srgbClr val="FFFF00"/>
                          </a:highlight>
                        </a:rPr>
                        <a:t>Glazed yoghurt bar</a:t>
                      </a:r>
                    </a:p>
                    <a:p>
                      <a:pPr algn="ctr"/>
                      <a:endParaRPr lang="ru-R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highlight>
                            <a:srgbClr val="FFFF00"/>
                          </a:highlight>
                        </a:rPr>
                        <a:t>Exploration of sensation in poach pack yogurt (cooling fresh, juicy sour, creamy velvet…..) </a:t>
                      </a:r>
                      <a:endParaRPr lang="ru-RU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45368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C6DBC5D-B951-4B9D-BAC0-03C656BCD4F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C"/>
              </a:clrFrom>
              <a:clrTo>
                <a:srgbClr val="FFFE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35498" y="218255"/>
            <a:ext cx="1556502" cy="14113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6E08C4-B4F8-4666-A2F8-181F68F99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42" y="1957878"/>
            <a:ext cx="672550" cy="689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CD835F-EAE8-45CE-BAD3-B8F73F6CA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719" y="2723437"/>
            <a:ext cx="545813" cy="70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1263F0-2EEF-46A0-B2EC-7C29BA43F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265" y="1735186"/>
            <a:ext cx="545813" cy="705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5B2B5F-C67C-4E1E-961D-F077936D3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412" y="1889523"/>
            <a:ext cx="545813" cy="70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2BA77A-CFEC-4088-BE2E-9920DA72D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19" y="3084047"/>
            <a:ext cx="545812" cy="6899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CE8F65-D68E-458D-B2AF-C3389B881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903" y="1948169"/>
            <a:ext cx="545812" cy="6899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65F355-5784-4DE9-A223-4A4C9502F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503" y="2924052"/>
            <a:ext cx="545812" cy="6899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8E82ED-7FFB-4FEB-A5BF-3C173C479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691982"/>
            <a:ext cx="545812" cy="6899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5649FA-0EE9-4248-98CE-AA6347A69897}"/>
              </a:ext>
            </a:extLst>
          </p:cNvPr>
          <p:cNvSpPr txBox="1"/>
          <p:nvPr/>
        </p:nvSpPr>
        <p:spPr>
          <a:xfrm>
            <a:off x="1138825" y="5615826"/>
            <a:ext cx="30305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Yoghurts with fruit puree at the bottom. Clean label (CF)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3C9605-3F4E-480D-B40B-CA6C598AC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13" y="5493921"/>
            <a:ext cx="545812" cy="68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65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F016D9-3B9E-4BA8-AA6A-487AB16565E7}"/>
              </a:ext>
            </a:extLst>
          </p:cNvPr>
          <p:cNvSpPr/>
          <p:nvPr/>
        </p:nvSpPr>
        <p:spPr>
          <a:xfrm>
            <a:off x="0" y="5340889"/>
            <a:ext cx="12192000" cy="1148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2BD2D4-AB33-45CE-BDA1-E8DAE788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55658"/>
            <a:ext cx="2743200" cy="365125"/>
          </a:xfrm>
        </p:spPr>
        <p:txBody>
          <a:bodyPr/>
          <a:lstStyle/>
          <a:p>
            <a:fld id="{A3947556-5217-4D5D-911D-F840C9E30AF7}" type="slidenum">
              <a:rPr lang="en-US" sz="140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en-US" sz="1400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31256B-48FC-44B2-BB67-CA7A731F8083}"/>
              </a:ext>
            </a:extLst>
          </p:cNvPr>
          <p:cNvSpPr/>
          <p:nvPr/>
        </p:nvSpPr>
        <p:spPr>
          <a:xfrm>
            <a:off x="10363200" y="466471"/>
            <a:ext cx="1828800" cy="5935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ángulo 1">
            <a:extLst>
              <a:ext uri="{FF2B5EF4-FFF2-40B4-BE49-F238E27FC236}">
                <a16:creationId xmlns:a16="http://schemas.microsoft.com/office/drawing/2014/main" id="{5BCD79D4-D9D7-43F9-86C3-76A3E3602D4E}"/>
              </a:ext>
            </a:extLst>
          </p:cNvPr>
          <p:cNvSpPr/>
          <p:nvPr/>
        </p:nvSpPr>
        <p:spPr>
          <a:xfrm>
            <a:off x="304800" y="423737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Company</a:t>
            </a:r>
          </a:p>
        </p:txBody>
      </p:sp>
      <p:sp>
        <p:nvSpPr>
          <p:cNvPr id="52" name="Rectángulo 7">
            <a:extLst>
              <a:ext uri="{FF2B5EF4-FFF2-40B4-BE49-F238E27FC236}">
                <a16:creationId xmlns:a16="http://schemas.microsoft.com/office/drawing/2014/main" id="{B2C9D6C7-B63E-4C43-8B11-5472B7D52199}"/>
              </a:ext>
            </a:extLst>
          </p:cNvPr>
          <p:cNvSpPr/>
          <p:nvPr/>
        </p:nvSpPr>
        <p:spPr>
          <a:xfrm>
            <a:off x="304800" y="1993443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SOLUTIONS PROPOSEES</a:t>
            </a:r>
          </a:p>
        </p:txBody>
      </p:sp>
      <p:sp>
        <p:nvSpPr>
          <p:cNvPr id="53" name="Rectángulo 8">
            <a:extLst>
              <a:ext uri="{FF2B5EF4-FFF2-40B4-BE49-F238E27FC236}">
                <a16:creationId xmlns:a16="http://schemas.microsoft.com/office/drawing/2014/main" id="{DD64379B-4D44-4A7E-B03F-84947C7A10E0}"/>
              </a:ext>
            </a:extLst>
          </p:cNvPr>
          <p:cNvSpPr/>
          <p:nvPr/>
        </p:nvSpPr>
        <p:spPr>
          <a:xfrm>
            <a:off x="414298" y="5305499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60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Economical</a:t>
            </a:r>
            <a:r>
              <a:rPr lang="es-AR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performance</a:t>
            </a:r>
            <a:endParaRPr kumimoji="0" lang="es-A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EC334352-2D57-4F3A-9042-9DAB947F564B}"/>
              </a:ext>
            </a:extLst>
          </p:cNvPr>
          <p:cNvSpPr/>
          <p:nvPr/>
        </p:nvSpPr>
        <p:spPr>
          <a:xfrm>
            <a:off x="6300723" y="431802"/>
            <a:ext cx="2724132" cy="36947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</a:rPr>
              <a:t>FORCES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5" name="Rectángulo 11">
            <a:extLst>
              <a:ext uri="{FF2B5EF4-FFF2-40B4-BE49-F238E27FC236}">
                <a16:creationId xmlns:a16="http://schemas.microsoft.com/office/drawing/2014/main" id="{8D1F3DC6-8C4B-43EE-B6AC-12E2D16A76CF}"/>
              </a:ext>
            </a:extLst>
          </p:cNvPr>
          <p:cNvSpPr/>
          <p:nvPr/>
        </p:nvSpPr>
        <p:spPr>
          <a:xfrm>
            <a:off x="9220200" y="438591"/>
            <a:ext cx="2724132" cy="36268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CHALLENGES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6" name="Rectángulo 12">
            <a:extLst>
              <a:ext uri="{FF2B5EF4-FFF2-40B4-BE49-F238E27FC236}">
                <a16:creationId xmlns:a16="http://schemas.microsoft.com/office/drawing/2014/main" id="{43349294-E890-4FB1-8B9A-48C5CC0B7BDC}"/>
              </a:ext>
            </a:extLst>
          </p:cNvPr>
          <p:cNvSpPr/>
          <p:nvPr/>
        </p:nvSpPr>
        <p:spPr>
          <a:xfrm>
            <a:off x="6384762" y="3790308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Implementation costs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7" name="Rectángulo 13">
            <a:extLst>
              <a:ext uri="{FF2B5EF4-FFF2-40B4-BE49-F238E27FC236}">
                <a16:creationId xmlns:a16="http://schemas.microsoft.com/office/drawing/2014/main" id="{1A0FA339-7C3D-4D1A-B4CA-D352CA0318DA}"/>
              </a:ext>
            </a:extLst>
          </p:cNvPr>
          <p:cNvSpPr/>
          <p:nvPr/>
        </p:nvSpPr>
        <p:spPr>
          <a:xfrm>
            <a:off x="348650" y="913657"/>
            <a:ext cx="5727030" cy="95848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8" name="Rectángulo 14">
            <a:extLst>
              <a:ext uri="{FF2B5EF4-FFF2-40B4-BE49-F238E27FC236}">
                <a16:creationId xmlns:a16="http://schemas.microsoft.com/office/drawing/2014/main" id="{BD0EB13C-8F4F-4A5C-8116-41AEF0779B66}"/>
              </a:ext>
            </a:extLst>
          </p:cNvPr>
          <p:cNvSpPr/>
          <p:nvPr/>
        </p:nvSpPr>
        <p:spPr>
          <a:xfrm>
            <a:off x="348650" y="2493983"/>
            <a:ext cx="5727030" cy="273530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ángulo 15">
            <a:extLst>
              <a:ext uri="{FF2B5EF4-FFF2-40B4-BE49-F238E27FC236}">
                <a16:creationId xmlns:a16="http://schemas.microsoft.com/office/drawing/2014/main" id="{2613358C-5C6C-47C4-8D8E-35700687FFB7}"/>
              </a:ext>
            </a:extLst>
          </p:cNvPr>
          <p:cNvSpPr/>
          <p:nvPr/>
        </p:nvSpPr>
        <p:spPr>
          <a:xfrm>
            <a:off x="376289" y="5807762"/>
            <a:ext cx="5727030" cy="67579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ctr">
              <a:buFont typeface="Calibri"/>
              <a:buChar char="-"/>
              <a:defRPr/>
            </a:pPr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Sweet Potato Puree B94975 2,13 €/kg </a:t>
            </a:r>
            <a:r>
              <a:rPr lang="en-US" sz="1600" err="1">
                <a:solidFill>
                  <a:schemeClr val="tx1"/>
                </a:solidFill>
                <a:ea typeface="+mn-lt"/>
                <a:cs typeface="+mn-lt"/>
              </a:rPr>
              <a:t>fût</a:t>
            </a:r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 200 kg MOQ 7T</a:t>
            </a:r>
            <a:endParaRPr lang="fr-FR" sz="160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60" name="Rectángulo 18">
            <a:extLst>
              <a:ext uri="{FF2B5EF4-FFF2-40B4-BE49-F238E27FC236}">
                <a16:creationId xmlns:a16="http://schemas.microsoft.com/office/drawing/2014/main" id="{AF8DF0D5-8DE6-431F-87B7-91E8C1B39D39}"/>
              </a:ext>
            </a:extLst>
          </p:cNvPr>
          <p:cNvSpPr/>
          <p:nvPr/>
        </p:nvSpPr>
        <p:spPr>
          <a:xfrm>
            <a:off x="6337690" y="927396"/>
            <a:ext cx="2724132" cy="16437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Clean label, no </a:t>
            </a:r>
            <a:r>
              <a:rPr lang="en-US" sz="14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flavours</a:t>
            </a: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/colors, no sugar added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1" name="Rectángulo 19">
            <a:extLst>
              <a:ext uri="{FF2B5EF4-FFF2-40B4-BE49-F238E27FC236}">
                <a16:creationId xmlns:a16="http://schemas.microsoft.com/office/drawing/2014/main" id="{1CB35A4D-3ECC-4C10-8366-819687032CFC}"/>
              </a:ext>
            </a:extLst>
          </p:cNvPr>
          <p:cNvSpPr/>
          <p:nvPr/>
        </p:nvSpPr>
        <p:spPr>
          <a:xfrm>
            <a:off x="9236236" y="923174"/>
            <a:ext cx="2724132" cy="162760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is no special adjustment required.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2" name="Rectángulo 20">
            <a:extLst>
              <a:ext uri="{FF2B5EF4-FFF2-40B4-BE49-F238E27FC236}">
                <a16:creationId xmlns:a16="http://schemas.microsoft.com/office/drawing/2014/main" id="{85DBA35B-B0E5-47DC-BC82-F5FBCB780EA0}"/>
              </a:ext>
            </a:extLst>
          </p:cNvPr>
          <p:cNvSpPr/>
          <p:nvPr/>
        </p:nvSpPr>
        <p:spPr>
          <a:xfrm>
            <a:off x="6384762" y="4247508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Existing packaging </a:t>
            </a:r>
          </a:p>
        </p:txBody>
      </p:sp>
      <p:sp>
        <p:nvSpPr>
          <p:cNvPr id="63" name="Rectángulo 12">
            <a:extLst>
              <a:ext uri="{FF2B5EF4-FFF2-40B4-BE49-F238E27FC236}">
                <a16:creationId xmlns:a16="http://schemas.microsoft.com/office/drawing/2014/main" id="{C158E373-640D-48C2-A001-A2CABA04172F}"/>
              </a:ext>
            </a:extLst>
          </p:cNvPr>
          <p:cNvSpPr/>
          <p:nvPr/>
        </p:nvSpPr>
        <p:spPr>
          <a:xfrm>
            <a:off x="6392780" y="4814121"/>
            <a:ext cx="5727030" cy="327467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Production solution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4" name="Rectángulo 20">
            <a:extLst>
              <a:ext uri="{FF2B5EF4-FFF2-40B4-BE49-F238E27FC236}">
                <a16:creationId xmlns:a16="http://schemas.microsoft.com/office/drawing/2014/main" id="{38853859-A83E-4809-835C-59EA27D05140}"/>
              </a:ext>
            </a:extLst>
          </p:cNvPr>
          <p:cNvSpPr/>
          <p:nvPr/>
        </p:nvSpPr>
        <p:spPr>
          <a:xfrm>
            <a:off x="6392780" y="5215440"/>
            <a:ext cx="5727030" cy="32746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5" name="Rectángulo 12">
            <a:extLst>
              <a:ext uri="{FF2B5EF4-FFF2-40B4-BE49-F238E27FC236}">
                <a16:creationId xmlns:a16="http://schemas.microsoft.com/office/drawing/2014/main" id="{A929AC1B-82A3-413F-80AE-977A8548E793}"/>
              </a:ext>
            </a:extLst>
          </p:cNvPr>
          <p:cNvSpPr/>
          <p:nvPr/>
        </p:nvSpPr>
        <p:spPr>
          <a:xfrm>
            <a:off x="9224209" y="3790308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Facilite d’implementation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6" name="Rectángulo 20">
            <a:extLst>
              <a:ext uri="{FF2B5EF4-FFF2-40B4-BE49-F238E27FC236}">
                <a16:creationId xmlns:a16="http://schemas.microsoft.com/office/drawing/2014/main" id="{0E4157A8-6E98-4BA3-B72D-887C40ABCBBC}"/>
              </a:ext>
            </a:extLst>
          </p:cNvPr>
          <p:cNvSpPr/>
          <p:nvPr/>
        </p:nvSpPr>
        <p:spPr>
          <a:xfrm>
            <a:off x="9210145" y="4237219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Ingredients are known and used in dairy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Rectángulo 20">
            <a:extLst>
              <a:ext uri="{FF2B5EF4-FFF2-40B4-BE49-F238E27FC236}">
                <a16:creationId xmlns:a16="http://schemas.microsoft.com/office/drawing/2014/main" id="{68339D44-C327-4052-A52A-545F3A6624FD}"/>
              </a:ext>
            </a:extLst>
          </p:cNvPr>
          <p:cNvSpPr/>
          <p:nvPr/>
        </p:nvSpPr>
        <p:spPr>
          <a:xfrm>
            <a:off x="6367380" y="6046368"/>
            <a:ext cx="5727030" cy="32746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Présentation:  Y                      Prototypes/Maquettes: Y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8" name="Rectángulo 12">
            <a:extLst>
              <a:ext uri="{FF2B5EF4-FFF2-40B4-BE49-F238E27FC236}">
                <a16:creationId xmlns:a16="http://schemas.microsoft.com/office/drawing/2014/main" id="{9E5B5AE6-EC32-49D8-B18C-A18A3B6C6DFD}"/>
              </a:ext>
            </a:extLst>
          </p:cNvPr>
          <p:cNvSpPr/>
          <p:nvPr/>
        </p:nvSpPr>
        <p:spPr>
          <a:xfrm>
            <a:off x="6361412" y="5638096"/>
            <a:ext cx="5727030" cy="3274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SUPPORT DE PRESENTATION CREATIVITY DAY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9" name="Rectángulo 12">
            <a:extLst>
              <a:ext uri="{FF2B5EF4-FFF2-40B4-BE49-F238E27FC236}">
                <a16:creationId xmlns:a16="http://schemas.microsoft.com/office/drawing/2014/main" id="{9856820F-A443-4C87-80E1-B780CA4DBC31}"/>
              </a:ext>
            </a:extLst>
          </p:cNvPr>
          <p:cNvSpPr/>
          <p:nvPr/>
        </p:nvSpPr>
        <p:spPr>
          <a:xfrm>
            <a:off x="6392780" y="2772000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TIME TO MARKET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ángulo 20">
            <a:extLst>
              <a:ext uri="{FF2B5EF4-FFF2-40B4-BE49-F238E27FC236}">
                <a16:creationId xmlns:a16="http://schemas.microsoft.com/office/drawing/2014/main" id="{1120FA02-EEB9-452A-B592-2E5A93E3E136}"/>
              </a:ext>
            </a:extLst>
          </p:cNvPr>
          <p:cNvSpPr/>
          <p:nvPr/>
        </p:nvSpPr>
        <p:spPr>
          <a:xfrm>
            <a:off x="6392780" y="3229200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&lt; 6 months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1" name="Rectángulo 12">
            <a:extLst>
              <a:ext uri="{FF2B5EF4-FFF2-40B4-BE49-F238E27FC236}">
                <a16:creationId xmlns:a16="http://schemas.microsoft.com/office/drawing/2014/main" id="{BB3A16E4-4E41-4177-984B-FCE06705A417}"/>
              </a:ext>
            </a:extLst>
          </p:cNvPr>
          <p:cNvSpPr/>
          <p:nvPr/>
        </p:nvSpPr>
        <p:spPr>
          <a:xfrm>
            <a:off x="9232227" y="2772000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Sales model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2" name="Rectángulo 20">
            <a:extLst>
              <a:ext uri="{FF2B5EF4-FFF2-40B4-BE49-F238E27FC236}">
                <a16:creationId xmlns:a16="http://schemas.microsoft.com/office/drawing/2014/main" id="{19112C3F-3E1F-489E-BE30-352B06CE768B}"/>
              </a:ext>
            </a:extLst>
          </p:cNvPr>
          <p:cNvSpPr/>
          <p:nvPr/>
        </p:nvSpPr>
        <p:spPr>
          <a:xfrm>
            <a:off x="9228218" y="3229200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B2B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7" name="Gruppieren 582">
            <a:extLst>
              <a:ext uri="{FF2B5EF4-FFF2-40B4-BE49-F238E27FC236}">
                <a16:creationId xmlns:a16="http://schemas.microsoft.com/office/drawing/2014/main" id="{DF0ABAD8-BE80-40E6-BFE1-65DA9C066E8E}"/>
              </a:ext>
            </a:extLst>
          </p:cNvPr>
          <p:cNvGrpSpPr/>
          <p:nvPr/>
        </p:nvGrpSpPr>
        <p:grpSpPr bwMode="gray">
          <a:xfrm>
            <a:off x="1308920" y="1010280"/>
            <a:ext cx="1083134" cy="714549"/>
            <a:chOff x="8436334" y="244797"/>
            <a:chExt cx="1632504" cy="1096404"/>
          </a:xfrm>
          <a:solidFill>
            <a:schemeClr val="tx1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765304-D5CE-4A9C-A7D2-45F56AAF92D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842342" y="1024139"/>
              <a:ext cx="1226496" cy="18757"/>
            </a:xfrm>
            <a:prstGeom prst="rect">
              <a:avLst/>
            </a:prstGeom>
            <a:solidFill>
              <a:srgbClr val="4AA2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A57C190-C86C-4CDC-8EC1-188B6EB358A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594260" y="244797"/>
              <a:ext cx="296489" cy="251108"/>
            </a:xfrm>
            <a:custGeom>
              <a:avLst/>
              <a:gdLst>
                <a:gd name="T0" fmla="*/ 199 w 207"/>
                <a:gd name="T1" fmla="*/ 174 h 175"/>
                <a:gd name="T2" fmla="*/ 206 w 207"/>
                <a:gd name="T3" fmla="*/ 175 h 175"/>
                <a:gd name="T4" fmla="*/ 207 w 207"/>
                <a:gd name="T5" fmla="*/ 175 h 175"/>
                <a:gd name="T6" fmla="*/ 190 w 207"/>
                <a:gd name="T7" fmla="*/ 142 h 175"/>
                <a:gd name="T8" fmla="*/ 75 w 207"/>
                <a:gd name="T9" fmla="*/ 28 h 175"/>
                <a:gd name="T10" fmla="*/ 0 w 207"/>
                <a:gd name="T11" fmla="*/ 0 h 175"/>
                <a:gd name="T12" fmla="*/ 32 w 207"/>
                <a:gd name="T13" fmla="*/ 79 h 175"/>
                <a:gd name="T14" fmla="*/ 180 w 207"/>
                <a:gd name="T15" fmla="*/ 151 h 175"/>
                <a:gd name="T16" fmla="*/ 199 w 207"/>
                <a:gd name="T17" fmla="*/ 174 h 175"/>
                <a:gd name="T18" fmla="*/ 94 w 207"/>
                <a:gd name="T19" fmla="*/ 75 h 175"/>
                <a:gd name="T20" fmla="*/ 17 w 207"/>
                <a:gd name="T21" fmla="*/ 26 h 175"/>
                <a:gd name="T22" fmla="*/ 106 w 207"/>
                <a:gd name="T23" fmla="*/ 72 h 175"/>
                <a:gd name="T24" fmla="*/ 180 w 207"/>
                <a:gd name="T25" fmla="*/ 136 h 175"/>
                <a:gd name="T26" fmla="*/ 94 w 207"/>
                <a:gd name="T27" fmla="*/ 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" h="175">
                  <a:moveTo>
                    <a:pt x="199" y="174"/>
                  </a:moveTo>
                  <a:cubicBezTo>
                    <a:pt x="201" y="174"/>
                    <a:pt x="204" y="174"/>
                    <a:pt x="206" y="175"/>
                  </a:cubicBezTo>
                  <a:cubicBezTo>
                    <a:pt x="207" y="175"/>
                    <a:pt x="207" y="175"/>
                    <a:pt x="207" y="175"/>
                  </a:cubicBezTo>
                  <a:cubicBezTo>
                    <a:pt x="204" y="166"/>
                    <a:pt x="198" y="155"/>
                    <a:pt x="190" y="142"/>
                  </a:cubicBezTo>
                  <a:cubicBezTo>
                    <a:pt x="193" y="71"/>
                    <a:pt x="141" y="32"/>
                    <a:pt x="75" y="28"/>
                  </a:cubicBezTo>
                  <a:cubicBezTo>
                    <a:pt x="8" y="23"/>
                    <a:pt x="0" y="0"/>
                    <a:pt x="0" y="0"/>
                  </a:cubicBezTo>
                  <a:cubicBezTo>
                    <a:pt x="0" y="0"/>
                    <a:pt x="0" y="43"/>
                    <a:pt x="32" y="79"/>
                  </a:cubicBezTo>
                  <a:cubicBezTo>
                    <a:pt x="89" y="145"/>
                    <a:pt x="153" y="136"/>
                    <a:pt x="180" y="151"/>
                  </a:cubicBezTo>
                  <a:cubicBezTo>
                    <a:pt x="189" y="155"/>
                    <a:pt x="195" y="164"/>
                    <a:pt x="199" y="174"/>
                  </a:cubicBezTo>
                  <a:close/>
                  <a:moveTo>
                    <a:pt x="94" y="75"/>
                  </a:moveTo>
                  <a:cubicBezTo>
                    <a:pt x="43" y="59"/>
                    <a:pt x="22" y="35"/>
                    <a:pt x="17" y="26"/>
                  </a:cubicBezTo>
                  <a:cubicBezTo>
                    <a:pt x="28" y="38"/>
                    <a:pt x="41" y="56"/>
                    <a:pt x="106" y="72"/>
                  </a:cubicBezTo>
                  <a:cubicBezTo>
                    <a:pt x="151" y="84"/>
                    <a:pt x="174" y="121"/>
                    <a:pt x="180" y="136"/>
                  </a:cubicBezTo>
                  <a:cubicBezTo>
                    <a:pt x="165" y="111"/>
                    <a:pt x="148" y="90"/>
                    <a:pt x="94" y="75"/>
                  </a:cubicBezTo>
                  <a:close/>
                </a:path>
              </a:pathLst>
            </a:custGeom>
            <a:solidFill>
              <a:srgbClr val="4AA2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8703741C-30C0-47EA-AC33-92EC8D6C96E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436334" y="395462"/>
              <a:ext cx="694026" cy="945739"/>
            </a:xfrm>
            <a:custGeom>
              <a:avLst/>
              <a:gdLst>
                <a:gd name="T0" fmla="*/ 320 w 484"/>
                <a:gd name="T1" fmla="*/ 646 h 659"/>
                <a:gd name="T2" fmla="*/ 270 w 484"/>
                <a:gd name="T3" fmla="*/ 644 h 659"/>
                <a:gd name="T4" fmla="*/ 255 w 484"/>
                <a:gd name="T5" fmla="*/ 580 h 659"/>
                <a:gd name="T6" fmla="*/ 246 w 484"/>
                <a:gd name="T7" fmla="*/ 570 h 659"/>
                <a:gd name="T8" fmla="*/ 216 w 484"/>
                <a:gd name="T9" fmla="*/ 444 h 659"/>
                <a:gd name="T10" fmla="*/ 216 w 484"/>
                <a:gd name="T11" fmla="*/ 437 h 659"/>
                <a:gd name="T12" fmla="*/ 251 w 484"/>
                <a:gd name="T13" fmla="*/ 183 h 659"/>
                <a:gd name="T14" fmla="*/ 255 w 484"/>
                <a:gd name="T15" fmla="*/ 172 h 659"/>
                <a:gd name="T16" fmla="*/ 320 w 484"/>
                <a:gd name="T17" fmla="*/ 92 h 659"/>
                <a:gd name="T18" fmla="*/ 377 w 484"/>
                <a:gd name="T19" fmla="*/ 169 h 659"/>
                <a:gd name="T20" fmla="*/ 484 w 484"/>
                <a:gd name="T21" fmla="*/ 144 h 659"/>
                <a:gd name="T22" fmla="*/ 367 w 484"/>
                <a:gd name="T23" fmla="*/ 10 h 659"/>
                <a:gd name="T24" fmla="*/ 302 w 484"/>
                <a:gd name="T25" fmla="*/ 81 h 659"/>
                <a:gd name="T26" fmla="*/ 283 w 484"/>
                <a:gd name="T27" fmla="*/ 657 h 659"/>
                <a:gd name="T28" fmla="*/ 328 w 484"/>
                <a:gd name="T29" fmla="*/ 645 h 659"/>
                <a:gd name="T30" fmla="*/ 266 w 484"/>
                <a:gd name="T31" fmla="*/ 644 h 659"/>
                <a:gd name="T32" fmla="*/ 138 w 484"/>
                <a:gd name="T33" fmla="*/ 542 h 659"/>
                <a:gd name="T34" fmla="*/ 266 w 484"/>
                <a:gd name="T35" fmla="*/ 644 h 659"/>
                <a:gd name="T36" fmla="*/ 129 w 484"/>
                <a:gd name="T37" fmla="*/ 523 h 659"/>
                <a:gd name="T38" fmla="*/ 150 w 484"/>
                <a:gd name="T39" fmla="*/ 432 h 659"/>
                <a:gd name="T40" fmla="*/ 230 w 484"/>
                <a:gd name="T41" fmla="*/ 566 h 659"/>
                <a:gd name="T42" fmla="*/ 37 w 484"/>
                <a:gd name="T43" fmla="*/ 295 h 659"/>
                <a:gd name="T44" fmla="*/ 79 w 484"/>
                <a:gd name="T45" fmla="*/ 361 h 659"/>
                <a:gd name="T46" fmla="*/ 27 w 484"/>
                <a:gd name="T47" fmla="*/ 362 h 659"/>
                <a:gd name="T48" fmla="*/ 43 w 484"/>
                <a:gd name="T49" fmla="*/ 278 h 659"/>
                <a:gd name="T50" fmla="*/ 127 w 484"/>
                <a:gd name="T51" fmla="*/ 202 h 659"/>
                <a:gd name="T52" fmla="*/ 43 w 484"/>
                <a:gd name="T53" fmla="*/ 278 h 659"/>
                <a:gd name="T54" fmla="*/ 81 w 484"/>
                <a:gd name="T55" fmla="*/ 408 h 659"/>
                <a:gd name="T56" fmla="*/ 38 w 484"/>
                <a:gd name="T57" fmla="*/ 445 h 659"/>
                <a:gd name="T58" fmla="*/ 152 w 484"/>
                <a:gd name="T59" fmla="*/ 420 h 659"/>
                <a:gd name="T60" fmla="*/ 97 w 484"/>
                <a:gd name="T61" fmla="*/ 363 h 659"/>
                <a:gd name="T62" fmla="*/ 206 w 484"/>
                <a:gd name="T63" fmla="*/ 310 h 659"/>
                <a:gd name="T64" fmla="*/ 201 w 484"/>
                <a:gd name="T65" fmla="*/ 434 h 659"/>
                <a:gd name="T66" fmla="*/ 206 w 484"/>
                <a:gd name="T67" fmla="*/ 309 h 659"/>
                <a:gd name="T68" fmla="*/ 107 w 484"/>
                <a:gd name="T69" fmla="*/ 292 h 659"/>
                <a:gd name="T70" fmla="*/ 241 w 484"/>
                <a:gd name="T71" fmla="*/ 183 h 659"/>
                <a:gd name="T72" fmla="*/ 294 w 484"/>
                <a:gd name="T73" fmla="*/ 92 h 659"/>
                <a:gd name="T74" fmla="*/ 156 w 484"/>
                <a:gd name="T75" fmla="*/ 179 h 659"/>
                <a:gd name="T76" fmla="*/ 294 w 484"/>
                <a:gd name="T77" fmla="*/ 92 h 659"/>
                <a:gd name="T78" fmla="*/ 140 w 484"/>
                <a:gd name="T79" fmla="*/ 183 h 659"/>
                <a:gd name="T80" fmla="*/ 218 w 484"/>
                <a:gd name="T81" fmla="*/ 107 h 659"/>
                <a:gd name="T82" fmla="*/ 121 w 484"/>
                <a:gd name="T83" fmla="*/ 532 h 659"/>
                <a:gd name="T84" fmla="*/ 51 w 484"/>
                <a:gd name="T85" fmla="*/ 481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659">
                  <a:moveTo>
                    <a:pt x="355" y="585"/>
                  </a:moveTo>
                  <a:cubicBezTo>
                    <a:pt x="347" y="611"/>
                    <a:pt x="332" y="635"/>
                    <a:pt x="320" y="646"/>
                  </a:cubicBezTo>
                  <a:cubicBezTo>
                    <a:pt x="312" y="646"/>
                    <a:pt x="304" y="647"/>
                    <a:pt x="296" y="646"/>
                  </a:cubicBezTo>
                  <a:cubicBezTo>
                    <a:pt x="287" y="646"/>
                    <a:pt x="279" y="645"/>
                    <a:pt x="270" y="644"/>
                  </a:cubicBezTo>
                  <a:cubicBezTo>
                    <a:pt x="260" y="624"/>
                    <a:pt x="250" y="602"/>
                    <a:pt x="242" y="577"/>
                  </a:cubicBezTo>
                  <a:cubicBezTo>
                    <a:pt x="246" y="578"/>
                    <a:pt x="251" y="579"/>
                    <a:pt x="255" y="580"/>
                  </a:cubicBezTo>
                  <a:cubicBezTo>
                    <a:pt x="297" y="586"/>
                    <a:pt x="342" y="584"/>
                    <a:pt x="411" y="569"/>
                  </a:cubicBezTo>
                  <a:cubicBezTo>
                    <a:pt x="362" y="576"/>
                    <a:pt x="297" y="582"/>
                    <a:pt x="246" y="570"/>
                  </a:cubicBezTo>
                  <a:cubicBezTo>
                    <a:pt x="244" y="570"/>
                    <a:pt x="242" y="569"/>
                    <a:pt x="239" y="569"/>
                  </a:cubicBezTo>
                  <a:cubicBezTo>
                    <a:pt x="228" y="531"/>
                    <a:pt x="219" y="490"/>
                    <a:pt x="216" y="444"/>
                  </a:cubicBezTo>
                  <a:cubicBezTo>
                    <a:pt x="236" y="447"/>
                    <a:pt x="256" y="448"/>
                    <a:pt x="276" y="448"/>
                  </a:cubicBezTo>
                  <a:cubicBezTo>
                    <a:pt x="259" y="446"/>
                    <a:pt x="238" y="442"/>
                    <a:pt x="216" y="437"/>
                  </a:cubicBezTo>
                  <a:cubicBezTo>
                    <a:pt x="215" y="418"/>
                    <a:pt x="214" y="399"/>
                    <a:pt x="215" y="379"/>
                  </a:cubicBezTo>
                  <a:cubicBezTo>
                    <a:pt x="218" y="307"/>
                    <a:pt x="230" y="240"/>
                    <a:pt x="251" y="183"/>
                  </a:cubicBezTo>
                  <a:cubicBezTo>
                    <a:pt x="314" y="182"/>
                    <a:pt x="369" y="191"/>
                    <a:pt x="389" y="197"/>
                  </a:cubicBezTo>
                  <a:cubicBezTo>
                    <a:pt x="370" y="187"/>
                    <a:pt x="317" y="174"/>
                    <a:pt x="255" y="172"/>
                  </a:cubicBezTo>
                  <a:cubicBezTo>
                    <a:pt x="267" y="142"/>
                    <a:pt x="281" y="114"/>
                    <a:pt x="298" y="92"/>
                  </a:cubicBezTo>
                  <a:cubicBezTo>
                    <a:pt x="305" y="92"/>
                    <a:pt x="313" y="91"/>
                    <a:pt x="320" y="92"/>
                  </a:cubicBezTo>
                  <a:cubicBezTo>
                    <a:pt x="329" y="92"/>
                    <a:pt x="338" y="93"/>
                    <a:pt x="348" y="94"/>
                  </a:cubicBezTo>
                  <a:cubicBezTo>
                    <a:pt x="361" y="111"/>
                    <a:pt x="370" y="133"/>
                    <a:pt x="377" y="169"/>
                  </a:cubicBezTo>
                  <a:cubicBezTo>
                    <a:pt x="378" y="136"/>
                    <a:pt x="364" y="106"/>
                    <a:pt x="355" y="95"/>
                  </a:cubicBezTo>
                  <a:cubicBezTo>
                    <a:pt x="399" y="102"/>
                    <a:pt x="442" y="119"/>
                    <a:pt x="484" y="144"/>
                  </a:cubicBezTo>
                  <a:cubicBezTo>
                    <a:pt x="441" y="108"/>
                    <a:pt x="375" y="86"/>
                    <a:pt x="316" y="82"/>
                  </a:cubicBezTo>
                  <a:cubicBezTo>
                    <a:pt x="330" y="47"/>
                    <a:pt x="342" y="38"/>
                    <a:pt x="367" y="10"/>
                  </a:cubicBezTo>
                  <a:cubicBezTo>
                    <a:pt x="367" y="6"/>
                    <a:pt x="368" y="1"/>
                    <a:pt x="353" y="0"/>
                  </a:cubicBezTo>
                  <a:cubicBezTo>
                    <a:pt x="337" y="18"/>
                    <a:pt x="323" y="34"/>
                    <a:pt x="302" y="81"/>
                  </a:cubicBezTo>
                  <a:cubicBezTo>
                    <a:pt x="144" y="76"/>
                    <a:pt x="11" y="200"/>
                    <a:pt x="5" y="359"/>
                  </a:cubicBezTo>
                  <a:cubicBezTo>
                    <a:pt x="0" y="518"/>
                    <a:pt x="124" y="651"/>
                    <a:pt x="283" y="657"/>
                  </a:cubicBezTo>
                  <a:cubicBezTo>
                    <a:pt x="341" y="659"/>
                    <a:pt x="414" y="640"/>
                    <a:pt x="464" y="596"/>
                  </a:cubicBezTo>
                  <a:cubicBezTo>
                    <a:pt x="433" y="620"/>
                    <a:pt x="375" y="639"/>
                    <a:pt x="328" y="645"/>
                  </a:cubicBezTo>
                  <a:cubicBezTo>
                    <a:pt x="334" y="637"/>
                    <a:pt x="352" y="610"/>
                    <a:pt x="355" y="585"/>
                  </a:cubicBezTo>
                  <a:close/>
                  <a:moveTo>
                    <a:pt x="266" y="644"/>
                  </a:moveTo>
                  <a:cubicBezTo>
                    <a:pt x="248" y="641"/>
                    <a:pt x="231" y="637"/>
                    <a:pt x="215" y="631"/>
                  </a:cubicBezTo>
                  <a:cubicBezTo>
                    <a:pt x="187" y="613"/>
                    <a:pt x="160" y="582"/>
                    <a:pt x="138" y="542"/>
                  </a:cubicBezTo>
                  <a:cubicBezTo>
                    <a:pt x="167" y="556"/>
                    <a:pt x="198" y="568"/>
                    <a:pt x="234" y="575"/>
                  </a:cubicBezTo>
                  <a:cubicBezTo>
                    <a:pt x="243" y="601"/>
                    <a:pt x="254" y="624"/>
                    <a:pt x="266" y="644"/>
                  </a:cubicBezTo>
                  <a:close/>
                  <a:moveTo>
                    <a:pt x="230" y="566"/>
                  </a:moveTo>
                  <a:cubicBezTo>
                    <a:pt x="191" y="555"/>
                    <a:pt x="157" y="540"/>
                    <a:pt x="129" y="523"/>
                  </a:cubicBezTo>
                  <a:cubicBezTo>
                    <a:pt x="114" y="491"/>
                    <a:pt x="104" y="455"/>
                    <a:pt x="99" y="416"/>
                  </a:cubicBezTo>
                  <a:cubicBezTo>
                    <a:pt x="115" y="421"/>
                    <a:pt x="132" y="427"/>
                    <a:pt x="150" y="432"/>
                  </a:cubicBezTo>
                  <a:cubicBezTo>
                    <a:pt x="165" y="436"/>
                    <a:pt x="183" y="439"/>
                    <a:pt x="202" y="442"/>
                  </a:cubicBezTo>
                  <a:cubicBezTo>
                    <a:pt x="206" y="487"/>
                    <a:pt x="217" y="529"/>
                    <a:pt x="230" y="566"/>
                  </a:cubicBezTo>
                  <a:close/>
                  <a:moveTo>
                    <a:pt x="27" y="359"/>
                  </a:moveTo>
                  <a:cubicBezTo>
                    <a:pt x="28" y="337"/>
                    <a:pt x="32" y="315"/>
                    <a:pt x="37" y="295"/>
                  </a:cubicBezTo>
                  <a:cubicBezTo>
                    <a:pt x="48" y="297"/>
                    <a:pt x="66" y="300"/>
                    <a:pt x="86" y="302"/>
                  </a:cubicBezTo>
                  <a:cubicBezTo>
                    <a:pt x="82" y="321"/>
                    <a:pt x="80" y="341"/>
                    <a:pt x="79" y="361"/>
                  </a:cubicBezTo>
                  <a:cubicBezTo>
                    <a:pt x="78" y="371"/>
                    <a:pt x="79" y="381"/>
                    <a:pt x="79" y="391"/>
                  </a:cubicBezTo>
                  <a:cubicBezTo>
                    <a:pt x="61" y="382"/>
                    <a:pt x="44" y="373"/>
                    <a:pt x="27" y="362"/>
                  </a:cubicBezTo>
                  <a:cubicBezTo>
                    <a:pt x="27" y="361"/>
                    <a:pt x="27" y="360"/>
                    <a:pt x="27" y="359"/>
                  </a:cubicBezTo>
                  <a:close/>
                  <a:moveTo>
                    <a:pt x="43" y="278"/>
                  </a:moveTo>
                  <a:cubicBezTo>
                    <a:pt x="49" y="261"/>
                    <a:pt x="57" y="244"/>
                    <a:pt x="66" y="229"/>
                  </a:cubicBezTo>
                  <a:cubicBezTo>
                    <a:pt x="85" y="217"/>
                    <a:pt x="106" y="208"/>
                    <a:pt x="127" y="202"/>
                  </a:cubicBezTo>
                  <a:cubicBezTo>
                    <a:pt x="111" y="228"/>
                    <a:pt x="98" y="257"/>
                    <a:pt x="90" y="289"/>
                  </a:cubicBezTo>
                  <a:cubicBezTo>
                    <a:pt x="69" y="285"/>
                    <a:pt x="52" y="281"/>
                    <a:pt x="43" y="278"/>
                  </a:cubicBezTo>
                  <a:close/>
                  <a:moveTo>
                    <a:pt x="28" y="382"/>
                  </a:moveTo>
                  <a:cubicBezTo>
                    <a:pt x="44" y="391"/>
                    <a:pt x="62" y="400"/>
                    <a:pt x="81" y="408"/>
                  </a:cubicBezTo>
                  <a:cubicBezTo>
                    <a:pt x="85" y="445"/>
                    <a:pt x="96" y="479"/>
                    <a:pt x="110" y="510"/>
                  </a:cubicBezTo>
                  <a:cubicBezTo>
                    <a:pt x="81" y="490"/>
                    <a:pt x="57" y="467"/>
                    <a:pt x="38" y="445"/>
                  </a:cubicBezTo>
                  <a:cubicBezTo>
                    <a:pt x="32" y="424"/>
                    <a:pt x="29" y="403"/>
                    <a:pt x="28" y="382"/>
                  </a:cubicBezTo>
                  <a:close/>
                  <a:moveTo>
                    <a:pt x="152" y="420"/>
                  </a:moveTo>
                  <a:cubicBezTo>
                    <a:pt x="133" y="414"/>
                    <a:pt x="115" y="407"/>
                    <a:pt x="98" y="400"/>
                  </a:cubicBezTo>
                  <a:cubicBezTo>
                    <a:pt x="97" y="388"/>
                    <a:pt x="97" y="375"/>
                    <a:pt x="97" y="363"/>
                  </a:cubicBezTo>
                  <a:cubicBezTo>
                    <a:pt x="98" y="343"/>
                    <a:pt x="100" y="323"/>
                    <a:pt x="104" y="304"/>
                  </a:cubicBezTo>
                  <a:cubicBezTo>
                    <a:pt x="138" y="307"/>
                    <a:pt x="177" y="310"/>
                    <a:pt x="206" y="310"/>
                  </a:cubicBezTo>
                  <a:cubicBezTo>
                    <a:pt x="203" y="332"/>
                    <a:pt x="200" y="354"/>
                    <a:pt x="200" y="376"/>
                  </a:cubicBezTo>
                  <a:cubicBezTo>
                    <a:pt x="199" y="396"/>
                    <a:pt x="199" y="415"/>
                    <a:pt x="201" y="434"/>
                  </a:cubicBezTo>
                  <a:cubicBezTo>
                    <a:pt x="185" y="430"/>
                    <a:pt x="169" y="425"/>
                    <a:pt x="152" y="420"/>
                  </a:cubicBezTo>
                  <a:close/>
                  <a:moveTo>
                    <a:pt x="206" y="309"/>
                  </a:moveTo>
                  <a:cubicBezTo>
                    <a:pt x="183" y="306"/>
                    <a:pt x="151" y="300"/>
                    <a:pt x="127" y="296"/>
                  </a:cubicBezTo>
                  <a:cubicBezTo>
                    <a:pt x="120" y="295"/>
                    <a:pt x="113" y="293"/>
                    <a:pt x="107" y="292"/>
                  </a:cubicBezTo>
                  <a:cubicBezTo>
                    <a:pt x="115" y="257"/>
                    <a:pt x="129" y="225"/>
                    <a:pt x="145" y="197"/>
                  </a:cubicBezTo>
                  <a:cubicBezTo>
                    <a:pt x="177" y="188"/>
                    <a:pt x="210" y="185"/>
                    <a:pt x="241" y="183"/>
                  </a:cubicBezTo>
                  <a:cubicBezTo>
                    <a:pt x="226" y="221"/>
                    <a:pt x="213" y="263"/>
                    <a:pt x="206" y="309"/>
                  </a:cubicBezTo>
                  <a:close/>
                  <a:moveTo>
                    <a:pt x="294" y="92"/>
                  </a:moveTo>
                  <a:cubicBezTo>
                    <a:pt x="277" y="112"/>
                    <a:pt x="260" y="140"/>
                    <a:pt x="246" y="172"/>
                  </a:cubicBezTo>
                  <a:cubicBezTo>
                    <a:pt x="217" y="171"/>
                    <a:pt x="186" y="173"/>
                    <a:pt x="156" y="179"/>
                  </a:cubicBezTo>
                  <a:cubicBezTo>
                    <a:pt x="178" y="145"/>
                    <a:pt x="205" y="118"/>
                    <a:pt x="232" y="103"/>
                  </a:cubicBezTo>
                  <a:cubicBezTo>
                    <a:pt x="252" y="97"/>
                    <a:pt x="273" y="93"/>
                    <a:pt x="294" y="92"/>
                  </a:cubicBezTo>
                  <a:close/>
                  <a:moveTo>
                    <a:pt x="218" y="107"/>
                  </a:moveTo>
                  <a:cubicBezTo>
                    <a:pt x="191" y="124"/>
                    <a:pt x="163" y="150"/>
                    <a:pt x="140" y="183"/>
                  </a:cubicBezTo>
                  <a:cubicBezTo>
                    <a:pt x="121" y="187"/>
                    <a:pt x="102" y="194"/>
                    <a:pt x="85" y="202"/>
                  </a:cubicBezTo>
                  <a:cubicBezTo>
                    <a:pt x="118" y="159"/>
                    <a:pt x="165" y="125"/>
                    <a:pt x="218" y="107"/>
                  </a:cubicBezTo>
                  <a:close/>
                  <a:moveTo>
                    <a:pt x="51" y="481"/>
                  </a:moveTo>
                  <a:cubicBezTo>
                    <a:pt x="72" y="499"/>
                    <a:pt x="95" y="517"/>
                    <a:pt x="121" y="532"/>
                  </a:cubicBezTo>
                  <a:cubicBezTo>
                    <a:pt x="143" y="572"/>
                    <a:pt x="171" y="605"/>
                    <a:pt x="200" y="626"/>
                  </a:cubicBezTo>
                  <a:cubicBezTo>
                    <a:pt x="133" y="598"/>
                    <a:pt x="80" y="546"/>
                    <a:pt x="51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9E95AD80-6532-43FB-B7D6-D98466F89B4F}"/>
                </a:ext>
              </a:extLst>
            </p:cNvPr>
            <p:cNvSpPr>
              <a:spLocks/>
            </p:cNvSpPr>
            <p:nvPr/>
          </p:nvSpPr>
          <p:spPr bwMode="gray">
            <a:xfrm>
              <a:off x="9325196" y="742777"/>
              <a:ext cx="184549" cy="242637"/>
            </a:xfrm>
            <a:custGeom>
              <a:avLst/>
              <a:gdLst>
                <a:gd name="T0" fmla="*/ 215 w 305"/>
                <a:gd name="T1" fmla="*/ 156 h 401"/>
                <a:gd name="T2" fmla="*/ 90 w 305"/>
                <a:gd name="T3" fmla="*/ 156 h 401"/>
                <a:gd name="T4" fmla="*/ 90 w 305"/>
                <a:gd name="T5" fmla="*/ 0 h 401"/>
                <a:gd name="T6" fmla="*/ 0 w 305"/>
                <a:gd name="T7" fmla="*/ 0 h 401"/>
                <a:gd name="T8" fmla="*/ 0 w 305"/>
                <a:gd name="T9" fmla="*/ 401 h 401"/>
                <a:gd name="T10" fmla="*/ 90 w 305"/>
                <a:gd name="T11" fmla="*/ 401 h 401"/>
                <a:gd name="T12" fmla="*/ 90 w 305"/>
                <a:gd name="T13" fmla="*/ 239 h 401"/>
                <a:gd name="T14" fmla="*/ 215 w 305"/>
                <a:gd name="T15" fmla="*/ 239 h 401"/>
                <a:gd name="T16" fmla="*/ 215 w 305"/>
                <a:gd name="T17" fmla="*/ 401 h 401"/>
                <a:gd name="T18" fmla="*/ 305 w 305"/>
                <a:gd name="T19" fmla="*/ 401 h 401"/>
                <a:gd name="T20" fmla="*/ 305 w 305"/>
                <a:gd name="T21" fmla="*/ 0 h 401"/>
                <a:gd name="T22" fmla="*/ 215 w 305"/>
                <a:gd name="T23" fmla="*/ 0 h 401"/>
                <a:gd name="T24" fmla="*/ 215 w 305"/>
                <a:gd name="T25" fmla="*/ 156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5" h="401">
                  <a:moveTo>
                    <a:pt x="215" y="156"/>
                  </a:moveTo>
                  <a:lnTo>
                    <a:pt x="90" y="156"/>
                  </a:lnTo>
                  <a:lnTo>
                    <a:pt x="90" y="0"/>
                  </a:lnTo>
                  <a:lnTo>
                    <a:pt x="0" y="0"/>
                  </a:lnTo>
                  <a:lnTo>
                    <a:pt x="0" y="401"/>
                  </a:lnTo>
                  <a:lnTo>
                    <a:pt x="90" y="401"/>
                  </a:lnTo>
                  <a:lnTo>
                    <a:pt x="90" y="239"/>
                  </a:lnTo>
                  <a:lnTo>
                    <a:pt x="215" y="239"/>
                  </a:lnTo>
                  <a:lnTo>
                    <a:pt x="215" y="401"/>
                  </a:lnTo>
                  <a:lnTo>
                    <a:pt x="305" y="401"/>
                  </a:lnTo>
                  <a:lnTo>
                    <a:pt x="305" y="0"/>
                  </a:lnTo>
                  <a:lnTo>
                    <a:pt x="215" y="0"/>
                  </a:lnTo>
                  <a:lnTo>
                    <a:pt x="215" y="1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6F123567-9F9F-4A3E-A3C3-AD45CA8C6D02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058356" y="739752"/>
              <a:ext cx="246872" cy="246872"/>
            </a:xfrm>
            <a:custGeom>
              <a:avLst/>
              <a:gdLst>
                <a:gd name="T0" fmla="*/ 86 w 172"/>
                <a:gd name="T1" fmla="*/ 0 h 172"/>
                <a:gd name="T2" fmla="*/ 0 w 172"/>
                <a:gd name="T3" fmla="*/ 86 h 172"/>
                <a:gd name="T4" fmla="*/ 86 w 172"/>
                <a:gd name="T5" fmla="*/ 172 h 172"/>
                <a:gd name="T6" fmla="*/ 172 w 172"/>
                <a:gd name="T7" fmla="*/ 86 h 172"/>
                <a:gd name="T8" fmla="*/ 86 w 172"/>
                <a:gd name="T9" fmla="*/ 0 h 172"/>
                <a:gd name="T10" fmla="*/ 86 w 172"/>
                <a:gd name="T11" fmla="*/ 135 h 172"/>
                <a:gd name="T12" fmla="*/ 37 w 172"/>
                <a:gd name="T13" fmla="*/ 86 h 172"/>
                <a:gd name="T14" fmla="*/ 86 w 172"/>
                <a:gd name="T15" fmla="*/ 38 h 172"/>
                <a:gd name="T16" fmla="*/ 135 w 172"/>
                <a:gd name="T17" fmla="*/ 86 h 172"/>
                <a:gd name="T18" fmla="*/ 86 w 172"/>
                <a:gd name="T19" fmla="*/ 13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2" h="172">
                  <a:moveTo>
                    <a:pt x="86" y="0"/>
                  </a:moveTo>
                  <a:cubicBezTo>
                    <a:pt x="39" y="0"/>
                    <a:pt x="0" y="39"/>
                    <a:pt x="0" y="86"/>
                  </a:cubicBezTo>
                  <a:cubicBezTo>
                    <a:pt x="0" y="134"/>
                    <a:pt x="39" y="172"/>
                    <a:pt x="86" y="172"/>
                  </a:cubicBezTo>
                  <a:cubicBezTo>
                    <a:pt x="133" y="172"/>
                    <a:pt x="172" y="134"/>
                    <a:pt x="172" y="86"/>
                  </a:cubicBezTo>
                  <a:cubicBezTo>
                    <a:pt x="172" y="39"/>
                    <a:pt x="133" y="0"/>
                    <a:pt x="86" y="0"/>
                  </a:cubicBezTo>
                  <a:close/>
                  <a:moveTo>
                    <a:pt x="86" y="135"/>
                  </a:moveTo>
                  <a:cubicBezTo>
                    <a:pt x="59" y="135"/>
                    <a:pt x="37" y="113"/>
                    <a:pt x="37" y="86"/>
                  </a:cubicBezTo>
                  <a:cubicBezTo>
                    <a:pt x="37" y="59"/>
                    <a:pt x="59" y="38"/>
                    <a:pt x="86" y="38"/>
                  </a:cubicBezTo>
                  <a:cubicBezTo>
                    <a:pt x="113" y="38"/>
                    <a:pt x="135" y="59"/>
                    <a:pt x="135" y="86"/>
                  </a:cubicBezTo>
                  <a:cubicBezTo>
                    <a:pt x="135" y="113"/>
                    <a:pt x="113" y="135"/>
                    <a:pt x="86" y="1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2CC4BDE9-D5DF-486E-BA14-8244AAE3729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878238" y="742777"/>
              <a:ext cx="189390" cy="242637"/>
            </a:xfrm>
            <a:custGeom>
              <a:avLst/>
              <a:gdLst>
                <a:gd name="T0" fmla="*/ 132 w 132"/>
                <a:gd name="T1" fmla="*/ 169 h 169"/>
                <a:gd name="T2" fmla="*/ 94 w 132"/>
                <a:gd name="T3" fmla="*/ 96 h 169"/>
                <a:gd name="T4" fmla="*/ 122 w 132"/>
                <a:gd name="T5" fmla="*/ 50 h 169"/>
                <a:gd name="T6" fmla="*/ 104 w 132"/>
                <a:gd name="T7" fmla="*/ 12 h 169"/>
                <a:gd name="T8" fmla="*/ 67 w 132"/>
                <a:gd name="T9" fmla="*/ 0 h 169"/>
                <a:gd name="T10" fmla="*/ 0 w 132"/>
                <a:gd name="T11" fmla="*/ 0 h 169"/>
                <a:gd name="T12" fmla="*/ 0 w 132"/>
                <a:gd name="T13" fmla="*/ 169 h 169"/>
                <a:gd name="T14" fmla="*/ 38 w 132"/>
                <a:gd name="T15" fmla="*/ 169 h 169"/>
                <a:gd name="T16" fmla="*/ 38 w 132"/>
                <a:gd name="T17" fmla="*/ 103 h 169"/>
                <a:gd name="T18" fmla="*/ 56 w 132"/>
                <a:gd name="T19" fmla="*/ 103 h 169"/>
                <a:gd name="T20" fmla="*/ 88 w 132"/>
                <a:gd name="T21" fmla="*/ 169 h 169"/>
                <a:gd name="T22" fmla="*/ 132 w 132"/>
                <a:gd name="T23" fmla="*/ 169 h 169"/>
                <a:gd name="T24" fmla="*/ 65 w 132"/>
                <a:gd name="T25" fmla="*/ 67 h 169"/>
                <a:gd name="T26" fmla="*/ 37 w 132"/>
                <a:gd name="T27" fmla="*/ 67 h 169"/>
                <a:gd name="T28" fmla="*/ 37 w 132"/>
                <a:gd name="T29" fmla="*/ 35 h 169"/>
                <a:gd name="T30" fmla="*/ 66 w 132"/>
                <a:gd name="T31" fmla="*/ 35 h 169"/>
                <a:gd name="T32" fmla="*/ 79 w 132"/>
                <a:gd name="T33" fmla="*/ 38 h 169"/>
                <a:gd name="T34" fmla="*/ 84 w 132"/>
                <a:gd name="T35" fmla="*/ 50 h 169"/>
                <a:gd name="T36" fmla="*/ 65 w 132"/>
                <a:gd name="T37" fmla="*/ 67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2" h="169">
                  <a:moveTo>
                    <a:pt x="132" y="169"/>
                  </a:moveTo>
                  <a:cubicBezTo>
                    <a:pt x="94" y="96"/>
                    <a:pt x="94" y="96"/>
                    <a:pt x="94" y="96"/>
                  </a:cubicBezTo>
                  <a:cubicBezTo>
                    <a:pt x="111" y="87"/>
                    <a:pt x="122" y="70"/>
                    <a:pt x="122" y="50"/>
                  </a:cubicBezTo>
                  <a:cubicBezTo>
                    <a:pt x="122" y="34"/>
                    <a:pt x="114" y="20"/>
                    <a:pt x="104" y="12"/>
                  </a:cubicBezTo>
                  <a:cubicBezTo>
                    <a:pt x="94" y="3"/>
                    <a:pt x="82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38" y="169"/>
                    <a:pt x="38" y="169"/>
                    <a:pt x="38" y="169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56" y="103"/>
                    <a:pt x="56" y="103"/>
                    <a:pt x="56" y="103"/>
                  </a:cubicBezTo>
                  <a:cubicBezTo>
                    <a:pt x="88" y="169"/>
                    <a:pt x="88" y="169"/>
                    <a:pt x="88" y="169"/>
                  </a:cubicBezTo>
                  <a:lnTo>
                    <a:pt x="132" y="169"/>
                  </a:lnTo>
                  <a:close/>
                  <a:moveTo>
                    <a:pt x="65" y="67"/>
                  </a:moveTo>
                  <a:cubicBezTo>
                    <a:pt x="37" y="67"/>
                    <a:pt x="37" y="67"/>
                    <a:pt x="37" y="6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73" y="35"/>
                    <a:pt x="76" y="36"/>
                    <a:pt x="79" y="38"/>
                  </a:cubicBezTo>
                  <a:cubicBezTo>
                    <a:pt x="82" y="40"/>
                    <a:pt x="84" y="44"/>
                    <a:pt x="84" y="50"/>
                  </a:cubicBezTo>
                  <a:cubicBezTo>
                    <a:pt x="84" y="59"/>
                    <a:pt x="78" y="67"/>
                    <a:pt x="6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222CA59A-DB3C-418F-BE0D-15759D56E587}"/>
                </a:ext>
              </a:extLst>
            </p:cNvPr>
            <p:cNvSpPr>
              <a:spLocks/>
            </p:cNvSpPr>
            <p:nvPr/>
          </p:nvSpPr>
          <p:spPr bwMode="gray">
            <a:xfrm>
              <a:off x="9547260" y="742777"/>
              <a:ext cx="136143" cy="242637"/>
            </a:xfrm>
            <a:custGeom>
              <a:avLst/>
              <a:gdLst>
                <a:gd name="T0" fmla="*/ 90 w 225"/>
                <a:gd name="T1" fmla="*/ 0 h 401"/>
                <a:gd name="T2" fmla="*/ 0 w 225"/>
                <a:gd name="T3" fmla="*/ 0 h 401"/>
                <a:gd name="T4" fmla="*/ 0 w 225"/>
                <a:gd name="T5" fmla="*/ 401 h 401"/>
                <a:gd name="T6" fmla="*/ 225 w 225"/>
                <a:gd name="T7" fmla="*/ 401 h 401"/>
                <a:gd name="T8" fmla="*/ 225 w 225"/>
                <a:gd name="T9" fmla="*/ 313 h 401"/>
                <a:gd name="T10" fmla="*/ 90 w 225"/>
                <a:gd name="T11" fmla="*/ 313 h 401"/>
                <a:gd name="T12" fmla="*/ 90 w 225"/>
                <a:gd name="T13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5" h="401">
                  <a:moveTo>
                    <a:pt x="90" y="0"/>
                  </a:moveTo>
                  <a:lnTo>
                    <a:pt x="0" y="0"/>
                  </a:lnTo>
                  <a:lnTo>
                    <a:pt x="0" y="401"/>
                  </a:lnTo>
                  <a:lnTo>
                    <a:pt x="225" y="401"/>
                  </a:lnTo>
                  <a:lnTo>
                    <a:pt x="225" y="313"/>
                  </a:lnTo>
                  <a:lnTo>
                    <a:pt x="90" y="313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9A21CA-36CA-472B-9C74-9A6162C7B77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843552" y="741567"/>
              <a:ext cx="200281" cy="243847"/>
            </a:xfrm>
            <a:custGeom>
              <a:avLst/>
              <a:gdLst>
                <a:gd name="T0" fmla="*/ 140 w 140"/>
                <a:gd name="T1" fmla="*/ 85 h 170"/>
                <a:gd name="T2" fmla="*/ 59 w 140"/>
                <a:gd name="T3" fmla="*/ 0 h 170"/>
                <a:gd name="T4" fmla="*/ 0 w 140"/>
                <a:gd name="T5" fmla="*/ 0 h 170"/>
                <a:gd name="T6" fmla="*/ 0 w 140"/>
                <a:gd name="T7" fmla="*/ 170 h 170"/>
                <a:gd name="T8" fmla="*/ 59 w 140"/>
                <a:gd name="T9" fmla="*/ 170 h 170"/>
                <a:gd name="T10" fmla="*/ 140 w 140"/>
                <a:gd name="T11" fmla="*/ 85 h 170"/>
                <a:gd name="T12" fmla="*/ 36 w 140"/>
                <a:gd name="T13" fmla="*/ 133 h 170"/>
                <a:gd name="T14" fmla="*/ 36 w 140"/>
                <a:gd name="T15" fmla="*/ 38 h 170"/>
                <a:gd name="T16" fmla="*/ 54 w 140"/>
                <a:gd name="T17" fmla="*/ 37 h 170"/>
                <a:gd name="T18" fmla="*/ 100 w 140"/>
                <a:gd name="T19" fmla="*/ 85 h 170"/>
                <a:gd name="T20" fmla="*/ 54 w 140"/>
                <a:gd name="T21" fmla="*/ 132 h 170"/>
                <a:gd name="T22" fmla="*/ 36 w 140"/>
                <a:gd name="T23" fmla="*/ 13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0" h="170">
                  <a:moveTo>
                    <a:pt x="140" y="85"/>
                  </a:moveTo>
                  <a:cubicBezTo>
                    <a:pt x="140" y="37"/>
                    <a:pt x="103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59" y="170"/>
                    <a:pt x="59" y="170"/>
                    <a:pt x="59" y="170"/>
                  </a:cubicBezTo>
                  <a:cubicBezTo>
                    <a:pt x="103" y="170"/>
                    <a:pt x="140" y="133"/>
                    <a:pt x="140" y="85"/>
                  </a:cubicBezTo>
                  <a:close/>
                  <a:moveTo>
                    <a:pt x="36" y="133"/>
                  </a:moveTo>
                  <a:cubicBezTo>
                    <a:pt x="36" y="38"/>
                    <a:pt x="36" y="38"/>
                    <a:pt x="36" y="38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81" y="37"/>
                    <a:pt x="100" y="54"/>
                    <a:pt x="100" y="85"/>
                  </a:cubicBezTo>
                  <a:cubicBezTo>
                    <a:pt x="100" y="118"/>
                    <a:pt x="78" y="132"/>
                    <a:pt x="54" y="132"/>
                  </a:cubicBezTo>
                  <a:lnTo>
                    <a:pt x="36" y="1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52AF319-E279-4E06-9A68-31204FD3A8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091635" y="689530"/>
              <a:ext cx="47196" cy="4719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4FF88D9E-C879-48DC-9598-58FB77E29D40}"/>
                </a:ext>
              </a:extLst>
            </p:cNvPr>
            <p:cNvSpPr>
              <a:spLocks/>
            </p:cNvSpPr>
            <p:nvPr/>
          </p:nvSpPr>
          <p:spPr bwMode="gray">
            <a:xfrm>
              <a:off x="9699135" y="742777"/>
              <a:ext cx="150665" cy="242637"/>
            </a:xfrm>
            <a:custGeom>
              <a:avLst/>
              <a:gdLst>
                <a:gd name="T0" fmla="*/ 249 w 249"/>
                <a:gd name="T1" fmla="*/ 313 h 401"/>
                <a:gd name="T2" fmla="*/ 90 w 249"/>
                <a:gd name="T3" fmla="*/ 313 h 401"/>
                <a:gd name="T4" fmla="*/ 90 w 249"/>
                <a:gd name="T5" fmla="*/ 239 h 401"/>
                <a:gd name="T6" fmla="*/ 223 w 249"/>
                <a:gd name="T7" fmla="*/ 239 h 401"/>
                <a:gd name="T8" fmla="*/ 223 w 249"/>
                <a:gd name="T9" fmla="*/ 156 h 401"/>
                <a:gd name="T10" fmla="*/ 90 w 249"/>
                <a:gd name="T11" fmla="*/ 156 h 401"/>
                <a:gd name="T12" fmla="*/ 90 w 249"/>
                <a:gd name="T13" fmla="*/ 85 h 401"/>
                <a:gd name="T14" fmla="*/ 249 w 249"/>
                <a:gd name="T15" fmla="*/ 85 h 401"/>
                <a:gd name="T16" fmla="*/ 249 w 249"/>
                <a:gd name="T17" fmla="*/ 0 h 401"/>
                <a:gd name="T18" fmla="*/ 0 w 249"/>
                <a:gd name="T19" fmla="*/ 0 h 401"/>
                <a:gd name="T20" fmla="*/ 0 w 249"/>
                <a:gd name="T21" fmla="*/ 401 h 401"/>
                <a:gd name="T22" fmla="*/ 249 w 249"/>
                <a:gd name="T23" fmla="*/ 401 h 401"/>
                <a:gd name="T24" fmla="*/ 249 w 249"/>
                <a:gd name="T25" fmla="*/ 313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401">
                  <a:moveTo>
                    <a:pt x="249" y="313"/>
                  </a:moveTo>
                  <a:lnTo>
                    <a:pt x="90" y="313"/>
                  </a:lnTo>
                  <a:lnTo>
                    <a:pt x="90" y="239"/>
                  </a:lnTo>
                  <a:lnTo>
                    <a:pt x="223" y="239"/>
                  </a:lnTo>
                  <a:lnTo>
                    <a:pt x="223" y="156"/>
                  </a:lnTo>
                  <a:lnTo>
                    <a:pt x="90" y="156"/>
                  </a:lnTo>
                  <a:lnTo>
                    <a:pt x="90" y="85"/>
                  </a:lnTo>
                  <a:lnTo>
                    <a:pt x="249" y="85"/>
                  </a:lnTo>
                  <a:lnTo>
                    <a:pt x="249" y="0"/>
                  </a:lnTo>
                  <a:lnTo>
                    <a:pt x="0" y="0"/>
                  </a:lnTo>
                  <a:lnTo>
                    <a:pt x="0" y="401"/>
                  </a:lnTo>
                  <a:lnTo>
                    <a:pt x="249" y="401"/>
                  </a:lnTo>
                  <a:lnTo>
                    <a:pt x="249" y="3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BDE8442-C524-41F4-A909-1C3627B075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24752" y="689530"/>
              <a:ext cx="47196" cy="4719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AE289AB6-6C1A-4EC9-B5F3-AE11D5C9878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882277" y="1076781"/>
              <a:ext cx="31464" cy="56272"/>
            </a:xfrm>
            <a:custGeom>
              <a:avLst/>
              <a:gdLst>
                <a:gd name="T0" fmla="*/ 21 w 52"/>
                <a:gd name="T1" fmla="*/ 0 h 93"/>
                <a:gd name="T2" fmla="*/ 0 w 52"/>
                <a:gd name="T3" fmla="*/ 93 h 93"/>
                <a:gd name="T4" fmla="*/ 14 w 52"/>
                <a:gd name="T5" fmla="*/ 93 h 93"/>
                <a:gd name="T6" fmla="*/ 16 w 52"/>
                <a:gd name="T7" fmla="*/ 72 h 93"/>
                <a:gd name="T8" fmla="*/ 35 w 52"/>
                <a:gd name="T9" fmla="*/ 72 h 93"/>
                <a:gd name="T10" fmla="*/ 38 w 52"/>
                <a:gd name="T11" fmla="*/ 93 h 93"/>
                <a:gd name="T12" fmla="*/ 52 w 52"/>
                <a:gd name="T13" fmla="*/ 93 h 93"/>
                <a:gd name="T14" fmla="*/ 31 w 52"/>
                <a:gd name="T15" fmla="*/ 0 h 93"/>
                <a:gd name="T16" fmla="*/ 21 w 52"/>
                <a:gd name="T17" fmla="*/ 0 h 93"/>
                <a:gd name="T18" fmla="*/ 19 w 52"/>
                <a:gd name="T19" fmla="*/ 60 h 93"/>
                <a:gd name="T20" fmla="*/ 26 w 52"/>
                <a:gd name="T21" fmla="*/ 27 h 93"/>
                <a:gd name="T22" fmla="*/ 33 w 52"/>
                <a:gd name="T23" fmla="*/ 60 h 93"/>
                <a:gd name="T24" fmla="*/ 19 w 52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93">
                  <a:moveTo>
                    <a:pt x="21" y="0"/>
                  </a:moveTo>
                  <a:lnTo>
                    <a:pt x="0" y="93"/>
                  </a:lnTo>
                  <a:lnTo>
                    <a:pt x="14" y="93"/>
                  </a:lnTo>
                  <a:lnTo>
                    <a:pt x="16" y="72"/>
                  </a:lnTo>
                  <a:lnTo>
                    <a:pt x="35" y="72"/>
                  </a:lnTo>
                  <a:lnTo>
                    <a:pt x="38" y="93"/>
                  </a:lnTo>
                  <a:lnTo>
                    <a:pt x="52" y="93"/>
                  </a:lnTo>
                  <a:lnTo>
                    <a:pt x="31" y="0"/>
                  </a:lnTo>
                  <a:lnTo>
                    <a:pt x="21" y="0"/>
                  </a:lnTo>
                  <a:close/>
                  <a:moveTo>
                    <a:pt x="19" y="60"/>
                  </a:moveTo>
                  <a:lnTo>
                    <a:pt x="26" y="27"/>
                  </a:lnTo>
                  <a:lnTo>
                    <a:pt x="33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B6A099B0-BC8B-488E-B557-447634433D96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9852" y="1076781"/>
              <a:ext cx="22993" cy="56272"/>
            </a:xfrm>
            <a:custGeom>
              <a:avLst/>
              <a:gdLst>
                <a:gd name="T0" fmla="*/ 12 w 38"/>
                <a:gd name="T1" fmla="*/ 0 h 93"/>
                <a:gd name="T2" fmla="*/ 0 w 38"/>
                <a:gd name="T3" fmla="*/ 0 h 93"/>
                <a:gd name="T4" fmla="*/ 0 w 38"/>
                <a:gd name="T5" fmla="*/ 93 h 93"/>
                <a:gd name="T6" fmla="*/ 38 w 38"/>
                <a:gd name="T7" fmla="*/ 93 h 93"/>
                <a:gd name="T8" fmla="*/ 38 w 38"/>
                <a:gd name="T9" fmla="*/ 79 h 93"/>
                <a:gd name="T10" fmla="*/ 12 w 38"/>
                <a:gd name="T11" fmla="*/ 79 h 93"/>
                <a:gd name="T12" fmla="*/ 12 w 38"/>
                <a:gd name="T1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93">
                  <a:moveTo>
                    <a:pt x="12" y="0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74B623B4-64FE-43E0-8385-95C9D0FA6F20}"/>
                </a:ext>
              </a:extLst>
            </p:cNvPr>
            <p:cNvSpPr>
              <a:spLocks/>
            </p:cNvSpPr>
            <p:nvPr/>
          </p:nvSpPr>
          <p:spPr bwMode="gray">
            <a:xfrm>
              <a:off x="8844763" y="1076781"/>
              <a:ext cx="27229" cy="56272"/>
            </a:xfrm>
            <a:custGeom>
              <a:avLst/>
              <a:gdLst>
                <a:gd name="T0" fmla="*/ 33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2 w 45"/>
                <a:gd name="T9" fmla="*/ 93 h 93"/>
                <a:gd name="T10" fmla="*/ 12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3 w 45"/>
                <a:gd name="T19" fmla="*/ 0 h 93"/>
                <a:gd name="T20" fmla="*/ 33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3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2" y="93"/>
                  </a:lnTo>
                  <a:lnTo>
                    <a:pt x="12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3" y="0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93354FE3-41F0-40F6-8EF7-AB5D7500678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200549" y="1076781"/>
              <a:ext cx="27229" cy="56272"/>
            </a:xfrm>
            <a:custGeom>
              <a:avLst/>
              <a:gdLst>
                <a:gd name="T0" fmla="*/ 9 w 19"/>
                <a:gd name="T1" fmla="*/ 0 h 39"/>
                <a:gd name="T2" fmla="*/ 0 w 19"/>
                <a:gd name="T3" fmla="*/ 9 h 39"/>
                <a:gd name="T4" fmla="*/ 0 w 19"/>
                <a:gd name="T5" fmla="*/ 30 h 39"/>
                <a:gd name="T6" fmla="*/ 9 w 19"/>
                <a:gd name="T7" fmla="*/ 39 h 39"/>
                <a:gd name="T8" fmla="*/ 19 w 19"/>
                <a:gd name="T9" fmla="*/ 30 h 39"/>
                <a:gd name="T10" fmla="*/ 19 w 19"/>
                <a:gd name="T11" fmla="*/ 9 h 39"/>
                <a:gd name="T12" fmla="*/ 9 w 19"/>
                <a:gd name="T13" fmla="*/ 0 h 39"/>
                <a:gd name="T14" fmla="*/ 13 w 19"/>
                <a:gd name="T15" fmla="*/ 30 h 39"/>
                <a:gd name="T16" fmla="*/ 9 w 19"/>
                <a:gd name="T17" fmla="*/ 34 h 39"/>
                <a:gd name="T18" fmla="*/ 6 w 19"/>
                <a:gd name="T19" fmla="*/ 30 h 39"/>
                <a:gd name="T20" fmla="*/ 6 w 19"/>
                <a:gd name="T21" fmla="*/ 9 h 39"/>
                <a:gd name="T22" fmla="*/ 9 w 19"/>
                <a:gd name="T23" fmla="*/ 6 h 39"/>
                <a:gd name="T24" fmla="*/ 13 w 19"/>
                <a:gd name="T25" fmla="*/ 9 h 39"/>
                <a:gd name="T26" fmla="*/ 13 w 19"/>
                <a:gd name="T27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39">
                  <a:moveTo>
                    <a:pt x="9" y="0"/>
                  </a:moveTo>
                  <a:cubicBezTo>
                    <a:pt x="5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5" y="39"/>
                    <a:pt x="9" y="39"/>
                  </a:cubicBezTo>
                  <a:cubicBezTo>
                    <a:pt x="14" y="39"/>
                    <a:pt x="19" y="36"/>
                    <a:pt x="19" y="3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3"/>
                    <a:pt x="14" y="0"/>
                    <a:pt x="9" y="0"/>
                  </a:cubicBezTo>
                  <a:close/>
                  <a:moveTo>
                    <a:pt x="13" y="30"/>
                  </a:move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6" y="32"/>
                    <a:pt x="6" y="3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lnTo>
                    <a:pt x="1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3" name="Freeform 20">
              <a:extLst>
                <a:ext uri="{FF2B5EF4-FFF2-40B4-BE49-F238E27FC236}">
                  <a16:creationId xmlns:a16="http://schemas.microsoft.com/office/drawing/2014/main" id="{6F5AEEE6-EEBA-49CF-B5A3-681F6B7D091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028102" y="1076781"/>
              <a:ext cx="32069" cy="56272"/>
            </a:xfrm>
            <a:custGeom>
              <a:avLst/>
              <a:gdLst>
                <a:gd name="T0" fmla="*/ 19 w 53"/>
                <a:gd name="T1" fmla="*/ 0 h 93"/>
                <a:gd name="T2" fmla="*/ 0 w 53"/>
                <a:gd name="T3" fmla="*/ 93 h 93"/>
                <a:gd name="T4" fmla="*/ 12 w 53"/>
                <a:gd name="T5" fmla="*/ 93 h 93"/>
                <a:gd name="T6" fmla="*/ 17 w 53"/>
                <a:gd name="T7" fmla="*/ 72 h 93"/>
                <a:gd name="T8" fmla="*/ 34 w 53"/>
                <a:gd name="T9" fmla="*/ 72 h 93"/>
                <a:gd name="T10" fmla="*/ 38 w 53"/>
                <a:gd name="T11" fmla="*/ 93 h 93"/>
                <a:gd name="T12" fmla="*/ 53 w 53"/>
                <a:gd name="T13" fmla="*/ 93 h 93"/>
                <a:gd name="T14" fmla="*/ 31 w 53"/>
                <a:gd name="T15" fmla="*/ 0 h 93"/>
                <a:gd name="T16" fmla="*/ 19 w 53"/>
                <a:gd name="T17" fmla="*/ 0 h 93"/>
                <a:gd name="T18" fmla="*/ 19 w 53"/>
                <a:gd name="T19" fmla="*/ 60 h 93"/>
                <a:gd name="T20" fmla="*/ 26 w 53"/>
                <a:gd name="T21" fmla="*/ 27 h 93"/>
                <a:gd name="T22" fmla="*/ 31 w 53"/>
                <a:gd name="T23" fmla="*/ 60 h 93"/>
                <a:gd name="T24" fmla="*/ 19 w 53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" h="93">
                  <a:moveTo>
                    <a:pt x="19" y="0"/>
                  </a:moveTo>
                  <a:lnTo>
                    <a:pt x="0" y="93"/>
                  </a:lnTo>
                  <a:lnTo>
                    <a:pt x="12" y="93"/>
                  </a:lnTo>
                  <a:lnTo>
                    <a:pt x="17" y="72"/>
                  </a:lnTo>
                  <a:lnTo>
                    <a:pt x="34" y="72"/>
                  </a:lnTo>
                  <a:lnTo>
                    <a:pt x="38" y="93"/>
                  </a:lnTo>
                  <a:lnTo>
                    <a:pt x="53" y="93"/>
                  </a:lnTo>
                  <a:lnTo>
                    <a:pt x="31" y="0"/>
                  </a:lnTo>
                  <a:lnTo>
                    <a:pt x="19" y="0"/>
                  </a:lnTo>
                  <a:close/>
                  <a:moveTo>
                    <a:pt x="19" y="60"/>
                  </a:moveTo>
                  <a:lnTo>
                    <a:pt x="26" y="27"/>
                  </a:lnTo>
                  <a:lnTo>
                    <a:pt x="31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9D2AD66F-752E-4F3E-908F-29C084B277F7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992402" y="1076781"/>
              <a:ext cx="27229" cy="56272"/>
            </a:xfrm>
            <a:custGeom>
              <a:avLst/>
              <a:gdLst>
                <a:gd name="T0" fmla="*/ 18 w 19"/>
                <a:gd name="T1" fmla="*/ 12 h 39"/>
                <a:gd name="T2" fmla="*/ 8 w 19"/>
                <a:gd name="T3" fmla="*/ 0 h 39"/>
                <a:gd name="T4" fmla="*/ 0 w 19"/>
                <a:gd name="T5" fmla="*/ 0 h 39"/>
                <a:gd name="T6" fmla="*/ 0 w 19"/>
                <a:gd name="T7" fmla="*/ 39 h 39"/>
                <a:gd name="T8" fmla="*/ 5 w 19"/>
                <a:gd name="T9" fmla="*/ 39 h 39"/>
                <a:gd name="T10" fmla="*/ 5 w 19"/>
                <a:gd name="T11" fmla="*/ 22 h 39"/>
                <a:gd name="T12" fmla="*/ 8 w 19"/>
                <a:gd name="T13" fmla="*/ 22 h 39"/>
                <a:gd name="T14" fmla="*/ 14 w 19"/>
                <a:gd name="T15" fmla="*/ 39 h 39"/>
                <a:gd name="T16" fmla="*/ 19 w 19"/>
                <a:gd name="T17" fmla="*/ 39 h 39"/>
                <a:gd name="T18" fmla="*/ 13 w 19"/>
                <a:gd name="T19" fmla="*/ 21 h 39"/>
                <a:gd name="T20" fmla="*/ 18 w 19"/>
                <a:gd name="T21" fmla="*/ 12 h 39"/>
                <a:gd name="T22" fmla="*/ 8 w 19"/>
                <a:gd name="T23" fmla="*/ 17 h 39"/>
                <a:gd name="T24" fmla="*/ 5 w 19"/>
                <a:gd name="T25" fmla="*/ 17 h 39"/>
                <a:gd name="T26" fmla="*/ 5 w 19"/>
                <a:gd name="T27" fmla="*/ 6 h 39"/>
                <a:gd name="T28" fmla="*/ 8 w 19"/>
                <a:gd name="T29" fmla="*/ 6 h 39"/>
                <a:gd name="T30" fmla="*/ 13 w 19"/>
                <a:gd name="T31" fmla="*/ 12 h 39"/>
                <a:gd name="T32" fmla="*/ 8 w 19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39">
                  <a:moveTo>
                    <a:pt x="18" y="12"/>
                  </a:moveTo>
                  <a:cubicBezTo>
                    <a:pt x="18" y="4"/>
                    <a:pt x="15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7" y="19"/>
                    <a:pt x="18" y="16"/>
                    <a:pt x="18" y="12"/>
                  </a:cubicBezTo>
                  <a:close/>
                  <a:moveTo>
                    <a:pt x="8" y="17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6"/>
                    <a:pt x="13" y="8"/>
                    <a:pt x="13" y="12"/>
                  </a:cubicBezTo>
                  <a:cubicBezTo>
                    <a:pt x="13" y="15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B3BFA192-33F7-4E1A-AEA7-4DA244DE995F}"/>
                </a:ext>
              </a:extLst>
            </p:cNvPr>
            <p:cNvSpPr>
              <a:spLocks/>
            </p:cNvSpPr>
            <p:nvPr/>
          </p:nvSpPr>
          <p:spPr bwMode="gray">
            <a:xfrm>
              <a:off x="9125519" y="1076781"/>
              <a:ext cx="24808" cy="56272"/>
            </a:xfrm>
            <a:custGeom>
              <a:avLst/>
              <a:gdLst>
                <a:gd name="T0" fmla="*/ 0 w 41"/>
                <a:gd name="T1" fmla="*/ 93 h 93"/>
                <a:gd name="T2" fmla="*/ 15 w 41"/>
                <a:gd name="T3" fmla="*/ 93 h 93"/>
                <a:gd name="T4" fmla="*/ 15 w 41"/>
                <a:gd name="T5" fmla="*/ 53 h 93"/>
                <a:gd name="T6" fmla="*/ 36 w 41"/>
                <a:gd name="T7" fmla="*/ 53 h 93"/>
                <a:gd name="T8" fmla="*/ 36 w 41"/>
                <a:gd name="T9" fmla="*/ 41 h 93"/>
                <a:gd name="T10" fmla="*/ 15 w 41"/>
                <a:gd name="T11" fmla="*/ 41 h 93"/>
                <a:gd name="T12" fmla="*/ 15 w 41"/>
                <a:gd name="T13" fmla="*/ 15 h 93"/>
                <a:gd name="T14" fmla="*/ 41 w 41"/>
                <a:gd name="T15" fmla="*/ 15 h 93"/>
                <a:gd name="T16" fmla="*/ 41 w 41"/>
                <a:gd name="T17" fmla="*/ 0 h 93"/>
                <a:gd name="T18" fmla="*/ 0 w 41"/>
                <a:gd name="T19" fmla="*/ 0 h 93"/>
                <a:gd name="T20" fmla="*/ 0 w 41"/>
                <a:gd name="T21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" h="93">
                  <a:moveTo>
                    <a:pt x="0" y="93"/>
                  </a:moveTo>
                  <a:lnTo>
                    <a:pt x="15" y="93"/>
                  </a:lnTo>
                  <a:lnTo>
                    <a:pt x="15" y="53"/>
                  </a:lnTo>
                  <a:lnTo>
                    <a:pt x="36" y="53"/>
                  </a:lnTo>
                  <a:lnTo>
                    <a:pt x="36" y="41"/>
                  </a:lnTo>
                  <a:lnTo>
                    <a:pt x="15" y="41"/>
                  </a:lnTo>
                  <a:lnTo>
                    <a:pt x="15" y="15"/>
                  </a:lnTo>
                  <a:lnTo>
                    <a:pt x="41" y="15"/>
                  </a:lnTo>
                  <a:lnTo>
                    <a:pt x="41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690330E0-8010-4438-ABBA-0336672BD822}"/>
                </a:ext>
              </a:extLst>
            </p:cNvPr>
            <p:cNvSpPr>
              <a:spLocks/>
            </p:cNvSpPr>
            <p:nvPr/>
          </p:nvSpPr>
          <p:spPr bwMode="gray">
            <a:xfrm>
              <a:off x="8916767" y="1076781"/>
              <a:ext cx="25413" cy="56272"/>
            </a:xfrm>
            <a:custGeom>
              <a:avLst/>
              <a:gdLst>
                <a:gd name="T0" fmla="*/ 0 w 42"/>
                <a:gd name="T1" fmla="*/ 15 h 93"/>
                <a:gd name="T2" fmla="*/ 14 w 42"/>
                <a:gd name="T3" fmla="*/ 15 h 93"/>
                <a:gd name="T4" fmla="*/ 14 w 42"/>
                <a:gd name="T5" fmla="*/ 93 h 93"/>
                <a:gd name="T6" fmla="*/ 28 w 42"/>
                <a:gd name="T7" fmla="*/ 93 h 93"/>
                <a:gd name="T8" fmla="*/ 28 w 42"/>
                <a:gd name="T9" fmla="*/ 15 h 93"/>
                <a:gd name="T10" fmla="*/ 42 w 42"/>
                <a:gd name="T11" fmla="*/ 15 h 93"/>
                <a:gd name="T12" fmla="*/ 42 w 42"/>
                <a:gd name="T13" fmla="*/ 0 h 93"/>
                <a:gd name="T14" fmla="*/ 0 w 42"/>
                <a:gd name="T15" fmla="*/ 0 h 93"/>
                <a:gd name="T16" fmla="*/ 0 w 42"/>
                <a:gd name="T17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93">
                  <a:moveTo>
                    <a:pt x="0" y="15"/>
                  </a:moveTo>
                  <a:lnTo>
                    <a:pt x="14" y="15"/>
                  </a:lnTo>
                  <a:lnTo>
                    <a:pt x="14" y="93"/>
                  </a:lnTo>
                  <a:lnTo>
                    <a:pt x="28" y="93"/>
                  </a:lnTo>
                  <a:lnTo>
                    <a:pt x="28" y="15"/>
                  </a:lnTo>
                  <a:lnTo>
                    <a:pt x="42" y="1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F8CF404D-6923-44DD-B279-45C2123C3B7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161824" y="1076781"/>
              <a:ext cx="25413" cy="56272"/>
            </a:xfrm>
            <a:custGeom>
              <a:avLst/>
              <a:gdLst>
                <a:gd name="T0" fmla="*/ 9 w 18"/>
                <a:gd name="T1" fmla="*/ 0 h 39"/>
                <a:gd name="T2" fmla="*/ 0 w 18"/>
                <a:gd name="T3" fmla="*/ 9 h 39"/>
                <a:gd name="T4" fmla="*/ 0 w 18"/>
                <a:gd name="T5" fmla="*/ 30 h 39"/>
                <a:gd name="T6" fmla="*/ 9 w 18"/>
                <a:gd name="T7" fmla="*/ 39 h 39"/>
                <a:gd name="T8" fmla="*/ 18 w 18"/>
                <a:gd name="T9" fmla="*/ 30 h 39"/>
                <a:gd name="T10" fmla="*/ 18 w 18"/>
                <a:gd name="T11" fmla="*/ 9 h 39"/>
                <a:gd name="T12" fmla="*/ 9 w 18"/>
                <a:gd name="T13" fmla="*/ 0 h 39"/>
                <a:gd name="T14" fmla="*/ 13 w 18"/>
                <a:gd name="T15" fmla="*/ 30 h 39"/>
                <a:gd name="T16" fmla="*/ 9 w 18"/>
                <a:gd name="T17" fmla="*/ 34 h 39"/>
                <a:gd name="T18" fmla="*/ 5 w 18"/>
                <a:gd name="T19" fmla="*/ 30 h 39"/>
                <a:gd name="T20" fmla="*/ 5 w 18"/>
                <a:gd name="T21" fmla="*/ 9 h 39"/>
                <a:gd name="T22" fmla="*/ 9 w 18"/>
                <a:gd name="T23" fmla="*/ 6 h 39"/>
                <a:gd name="T24" fmla="*/ 13 w 18"/>
                <a:gd name="T25" fmla="*/ 9 h 39"/>
                <a:gd name="T26" fmla="*/ 13 w 18"/>
                <a:gd name="T27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9" y="0"/>
                  </a:moveTo>
                  <a:cubicBezTo>
                    <a:pt x="4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4" y="39"/>
                    <a:pt x="9" y="39"/>
                  </a:cubicBezTo>
                  <a:cubicBezTo>
                    <a:pt x="13" y="39"/>
                    <a:pt x="18" y="36"/>
                    <a:pt x="18" y="3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3"/>
                    <a:pt x="13" y="0"/>
                    <a:pt x="9" y="0"/>
                  </a:cubicBezTo>
                  <a:close/>
                  <a:moveTo>
                    <a:pt x="13" y="30"/>
                  </a:move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lnTo>
                    <a:pt x="1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9" name="Freeform 25">
              <a:extLst>
                <a:ext uri="{FF2B5EF4-FFF2-40B4-BE49-F238E27FC236}">
                  <a16:creationId xmlns:a16="http://schemas.microsoft.com/office/drawing/2014/main" id="{50566281-D547-42D7-AB89-3026A749F66F}"/>
                </a:ext>
              </a:extLst>
            </p:cNvPr>
            <p:cNvSpPr>
              <a:spLocks/>
            </p:cNvSpPr>
            <p:nvPr/>
          </p:nvSpPr>
          <p:spPr bwMode="gray">
            <a:xfrm>
              <a:off x="8952467" y="1076781"/>
              <a:ext cx="26018" cy="56272"/>
            </a:xfrm>
            <a:custGeom>
              <a:avLst/>
              <a:gdLst>
                <a:gd name="T0" fmla="*/ 12 w 18"/>
                <a:gd name="T1" fmla="*/ 30 h 39"/>
                <a:gd name="T2" fmla="*/ 9 w 18"/>
                <a:gd name="T3" fmla="*/ 34 h 39"/>
                <a:gd name="T4" fmla="*/ 5 w 18"/>
                <a:gd name="T5" fmla="*/ 30 h 39"/>
                <a:gd name="T6" fmla="*/ 5 w 18"/>
                <a:gd name="T7" fmla="*/ 0 h 39"/>
                <a:gd name="T8" fmla="*/ 0 w 18"/>
                <a:gd name="T9" fmla="*/ 0 h 39"/>
                <a:gd name="T10" fmla="*/ 0 w 18"/>
                <a:gd name="T11" fmla="*/ 30 h 39"/>
                <a:gd name="T12" fmla="*/ 9 w 18"/>
                <a:gd name="T13" fmla="*/ 39 h 39"/>
                <a:gd name="T14" fmla="*/ 18 w 18"/>
                <a:gd name="T15" fmla="*/ 30 h 39"/>
                <a:gd name="T16" fmla="*/ 18 w 18"/>
                <a:gd name="T17" fmla="*/ 0 h 39"/>
                <a:gd name="T18" fmla="*/ 12 w 18"/>
                <a:gd name="T19" fmla="*/ 0 h 39"/>
                <a:gd name="T20" fmla="*/ 12 w 18"/>
                <a:gd name="T21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39">
                  <a:moveTo>
                    <a:pt x="12" y="30"/>
                  </a:moveTo>
                  <a:cubicBezTo>
                    <a:pt x="12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4" y="39"/>
                    <a:pt x="18" y="35"/>
                    <a:pt x="18" y="3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1" name="Freeform 26">
              <a:extLst>
                <a:ext uri="{FF2B5EF4-FFF2-40B4-BE49-F238E27FC236}">
                  <a16:creationId xmlns:a16="http://schemas.microsoft.com/office/drawing/2014/main" id="{10EFA3E4-6E10-4845-99AB-30AA21CC935C}"/>
                </a:ext>
              </a:extLst>
            </p:cNvPr>
            <p:cNvSpPr>
              <a:spLocks/>
            </p:cNvSpPr>
            <p:nvPr/>
          </p:nvSpPr>
          <p:spPr bwMode="gray">
            <a:xfrm>
              <a:off x="9406881" y="1076781"/>
              <a:ext cx="22993" cy="56272"/>
            </a:xfrm>
            <a:custGeom>
              <a:avLst/>
              <a:gdLst>
                <a:gd name="T0" fmla="*/ 0 w 38"/>
                <a:gd name="T1" fmla="*/ 93 h 93"/>
                <a:gd name="T2" fmla="*/ 38 w 38"/>
                <a:gd name="T3" fmla="*/ 93 h 93"/>
                <a:gd name="T4" fmla="*/ 38 w 38"/>
                <a:gd name="T5" fmla="*/ 79 h 93"/>
                <a:gd name="T6" fmla="*/ 12 w 38"/>
                <a:gd name="T7" fmla="*/ 79 h 93"/>
                <a:gd name="T8" fmla="*/ 12 w 38"/>
                <a:gd name="T9" fmla="*/ 53 h 93"/>
                <a:gd name="T10" fmla="*/ 35 w 38"/>
                <a:gd name="T11" fmla="*/ 53 h 93"/>
                <a:gd name="T12" fmla="*/ 35 w 38"/>
                <a:gd name="T13" fmla="*/ 41 h 93"/>
                <a:gd name="T14" fmla="*/ 12 w 38"/>
                <a:gd name="T15" fmla="*/ 41 h 93"/>
                <a:gd name="T16" fmla="*/ 12 w 38"/>
                <a:gd name="T17" fmla="*/ 15 h 93"/>
                <a:gd name="T18" fmla="*/ 38 w 38"/>
                <a:gd name="T19" fmla="*/ 15 h 93"/>
                <a:gd name="T20" fmla="*/ 38 w 38"/>
                <a:gd name="T21" fmla="*/ 0 h 93"/>
                <a:gd name="T22" fmla="*/ 0 w 38"/>
                <a:gd name="T23" fmla="*/ 0 h 93"/>
                <a:gd name="T24" fmla="*/ 0 w 38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93">
                  <a:moveTo>
                    <a:pt x="0" y="93"/>
                  </a:move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2" y="41"/>
                  </a:lnTo>
                  <a:lnTo>
                    <a:pt x="12" y="15"/>
                  </a:lnTo>
                  <a:lnTo>
                    <a:pt x="38" y="15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4322FDF4-E7FC-449A-95B5-DDB51C69436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866742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8 w 18"/>
                <a:gd name="T7" fmla="*/ 39 h 39"/>
                <a:gd name="T8" fmla="*/ 18 w 18"/>
                <a:gd name="T9" fmla="*/ 28 h 39"/>
                <a:gd name="T10" fmla="*/ 18 w 18"/>
                <a:gd name="T11" fmla="*/ 10 h 39"/>
                <a:gd name="T12" fmla="*/ 8 w 18"/>
                <a:gd name="T13" fmla="*/ 0 h 39"/>
                <a:gd name="T14" fmla="*/ 12 w 18"/>
                <a:gd name="T15" fmla="*/ 29 h 39"/>
                <a:gd name="T16" fmla="*/ 8 w 18"/>
                <a:gd name="T17" fmla="*/ 34 h 39"/>
                <a:gd name="T18" fmla="*/ 5 w 18"/>
                <a:gd name="T19" fmla="*/ 34 h 39"/>
                <a:gd name="T20" fmla="*/ 5 w 18"/>
                <a:gd name="T21" fmla="*/ 6 h 39"/>
                <a:gd name="T22" fmla="*/ 8 w 18"/>
                <a:gd name="T23" fmla="*/ 6 h 39"/>
                <a:gd name="T24" fmla="*/ 12 w 18"/>
                <a:gd name="T25" fmla="*/ 10 h 39"/>
                <a:gd name="T26" fmla="*/ 12 w 18"/>
                <a:gd name="T27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4"/>
                    <a:pt x="14" y="0"/>
                    <a:pt x="8" y="0"/>
                  </a:cubicBezTo>
                  <a:close/>
                  <a:moveTo>
                    <a:pt x="12" y="29"/>
                  </a:moveTo>
                  <a:cubicBezTo>
                    <a:pt x="12" y="32"/>
                    <a:pt x="11" y="34"/>
                    <a:pt x="8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2" y="7"/>
                    <a:pt x="12" y="10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31787FD0-F88C-4F42-91CF-1CA5C9D07A1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240484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8 w 18"/>
                <a:gd name="T7" fmla="*/ 39 h 39"/>
                <a:gd name="T8" fmla="*/ 18 w 18"/>
                <a:gd name="T9" fmla="*/ 28 h 39"/>
                <a:gd name="T10" fmla="*/ 18 w 18"/>
                <a:gd name="T11" fmla="*/ 10 h 39"/>
                <a:gd name="T12" fmla="*/ 8 w 18"/>
                <a:gd name="T13" fmla="*/ 0 h 39"/>
                <a:gd name="T14" fmla="*/ 12 w 18"/>
                <a:gd name="T15" fmla="*/ 29 h 39"/>
                <a:gd name="T16" fmla="*/ 8 w 18"/>
                <a:gd name="T17" fmla="*/ 34 h 39"/>
                <a:gd name="T18" fmla="*/ 6 w 18"/>
                <a:gd name="T19" fmla="*/ 34 h 39"/>
                <a:gd name="T20" fmla="*/ 6 w 18"/>
                <a:gd name="T21" fmla="*/ 6 h 39"/>
                <a:gd name="T22" fmla="*/ 8 w 18"/>
                <a:gd name="T23" fmla="*/ 6 h 39"/>
                <a:gd name="T24" fmla="*/ 12 w 18"/>
                <a:gd name="T25" fmla="*/ 10 h 39"/>
                <a:gd name="T26" fmla="*/ 12 w 18"/>
                <a:gd name="T27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4"/>
                    <a:pt x="15" y="0"/>
                    <a:pt x="8" y="0"/>
                  </a:cubicBezTo>
                  <a:close/>
                  <a:moveTo>
                    <a:pt x="12" y="29"/>
                  </a:moveTo>
                  <a:cubicBezTo>
                    <a:pt x="12" y="32"/>
                    <a:pt x="11" y="34"/>
                    <a:pt x="8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2" y="7"/>
                    <a:pt x="12" y="10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FD0EDB01-3AFA-47F9-B6AA-D716F38FA3C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792317" y="1076781"/>
              <a:ext cx="27229" cy="56272"/>
            </a:xfrm>
            <a:custGeom>
              <a:avLst/>
              <a:gdLst>
                <a:gd name="T0" fmla="*/ 18 w 19"/>
                <a:gd name="T1" fmla="*/ 12 h 39"/>
                <a:gd name="T2" fmla="*/ 9 w 19"/>
                <a:gd name="T3" fmla="*/ 0 h 39"/>
                <a:gd name="T4" fmla="*/ 0 w 19"/>
                <a:gd name="T5" fmla="*/ 0 h 39"/>
                <a:gd name="T6" fmla="*/ 0 w 19"/>
                <a:gd name="T7" fmla="*/ 39 h 39"/>
                <a:gd name="T8" fmla="*/ 5 w 19"/>
                <a:gd name="T9" fmla="*/ 39 h 39"/>
                <a:gd name="T10" fmla="*/ 5 w 19"/>
                <a:gd name="T11" fmla="*/ 22 h 39"/>
                <a:gd name="T12" fmla="*/ 8 w 19"/>
                <a:gd name="T13" fmla="*/ 22 h 39"/>
                <a:gd name="T14" fmla="*/ 14 w 19"/>
                <a:gd name="T15" fmla="*/ 39 h 39"/>
                <a:gd name="T16" fmla="*/ 19 w 19"/>
                <a:gd name="T17" fmla="*/ 39 h 39"/>
                <a:gd name="T18" fmla="*/ 13 w 19"/>
                <a:gd name="T19" fmla="*/ 21 h 39"/>
                <a:gd name="T20" fmla="*/ 18 w 19"/>
                <a:gd name="T21" fmla="*/ 12 h 39"/>
                <a:gd name="T22" fmla="*/ 8 w 19"/>
                <a:gd name="T23" fmla="*/ 17 h 39"/>
                <a:gd name="T24" fmla="*/ 5 w 19"/>
                <a:gd name="T25" fmla="*/ 17 h 39"/>
                <a:gd name="T26" fmla="*/ 5 w 19"/>
                <a:gd name="T27" fmla="*/ 6 h 39"/>
                <a:gd name="T28" fmla="*/ 8 w 19"/>
                <a:gd name="T29" fmla="*/ 6 h 39"/>
                <a:gd name="T30" fmla="*/ 13 w 19"/>
                <a:gd name="T31" fmla="*/ 12 h 39"/>
                <a:gd name="T32" fmla="*/ 8 w 19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39">
                  <a:moveTo>
                    <a:pt x="18" y="12"/>
                  </a:moveTo>
                  <a:cubicBezTo>
                    <a:pt x="18" y="4"/>
                    <a:pt x="15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7" y="19"/>
                    <a:pt x="18" y="16"/>
                    <a:pt x="18" y="12"/>
                  </a:cubicBezTo>
                  <a:close/>
                  <a:moveTo>
                    <a:pt x="8" y="17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6"/>
                    <a:pt x="13" y="8"/>
                    <a:pt x="13" y="12"/>
                  </a:cubicBezTo>
                  <a:cubicBezTo>
                    <a:pt x="13" y="15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DE0B7853-0288-403F-B41A-0FF3D6E9A9E5}"/>
                </a:ext>
              </a:extLst>
            </p:cNvPr>
            <p:cNvSpPr>
              <a:spLocks/>
            </p:cNvSpPr>
            <p:nvPr/>
          </p:nvSpPr>
          <p:spPr bwMode="gray">
            <a:xfrm>
              <a:off x="9752382" y="1076781"/>
              <a:ext cx="25413" cy="56272"/>
            </a:xfrm>
            <a:custGeom>
              <a:avLst/>
              <a:gdLst>
                <a:gd name="T0" fmla="*/ 9 w 18"/>
                <a:gd name="T1" fmla="*/ 0 h 39"/>
                <a:gd name="T2" fmla="*/ 0 w 18"/>
                <a:gd name="T3" fmla="*/ 9 h 39"/>
                <a:gd name="T4" fmla="*/ 0 w 18"/>
                <a:gd name="T5" fmla="*/ 30 h 39"/>
                <a:gd name="T6" fmla="*/ 9 w 18"/>
                <a:gd name="T7" fmla="*/ 39 h 39"/>
                <a:gd name="T8" fmla="*/ 18 w 18"/>
                <a:gd name="T9" fmla="*/ 30 h 39"/>
                <a:gd name="T10" fmla="*/ 18 w 18"/>
                <a:gd name="T11" fmla="*/ 18 h 39"/>
                <a:gd name="T12" fmla="*/ 8 w 18"/>
                <a:gd name="T13" fmla="*/ 18 h 39"/>
                <a:gd name="T14" fmla="*/ 8 w 18"/>
                <a:gd name="T15" fmla="*/ 22 h 39"/>
                <a:gd name="T16" fmla="*/ 13 w 18"/>
                <a:gd name="T17" fmla="*/ 22 h 39"/>
                <a:gd name="T18" fmla="*/ 13 w 18"/>
                <a:gd name="T19" fmla="*/ 30 h 39"/>
                <a:gd name="T20" fmla="*/ 9 w 18"/>
                <a:gd name="T21" fmla="*/ 34 h 39"/>
                <a:gd name="T22" fmla="*/ 5 w 18"/>
                <a:gd name="T23" fmla="*/ 30 h 39"/>
                <a:gd name="T24" fmla="*/ 5 w 18"/>
                <a:gd name="T25" fmla="*/ 9 h 39"/>
                <a:gd name="T26" fmla="*/ 9 w 18"/>
                <a:gd name="T27" fmla="*/ 6 h 39"/>
                <a:gd name="T28" fmla="*/ 13 w 18"/>
                <a:gd name="T29" fmla="*/ 9 h 39"/>
                <a:gd name="T30" fmla="*/ 13 w 18"/>
                <a:gd name="T31" fmla="*/ 11 h 39"/>
                <a:gd name="T32" fmla="*/ 18 w 18"/>
                <a:gd name="T33" fmla="*/ 11 h 39"/>
                <a:gd name="T34" fmla="*/ 18 w 18"/>
                <a:gd name="T35" fmla="*/ 9 h 39"/>
                <a:gd name="T36" fmla="*/ 9 w 18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" h="39">
                  <a:moveTo>
                    <a:pt x="9" y="0"/>
                  </a:moveTo>
                  <a:cubicBezTo>
                    <a:pt x="4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4" y="39"/>
                    <a:pt x="9" y="39"/>
                  </a:cubicBezTo>
                  <a:cubicBezTo>
                    <a:pt x="13" y="39"/>
                    <a:pt x="18" y="36"/>
                    <a:pt x="18" y="30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3"/>
                    <a:pt x="13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54C1358-E124-4F02-BC23-E5B781AC06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677" y="1076781"/>
              <a:ext cx="7261" cy="5627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08FD56F6-391B-447A-A737-8AAB216D79B5}"/>
                </a:ext>
              </a:extLst>
            </p:cNvPr>
            <p:cNvSpPr>
              <a:spLocks/>
            </p:cNvSpPr>
            <p:nvPr/>
          </p:nvSpPr>
          <p:spPr bwMode="gray">
            <a:xfrm>
              <a:off x="9831042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15FCDBC1-3795-477B-ACE1-DE02EA88DA42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01674" y="1076781"/>
              <a:ext cx="25413" cy="56272"/>
            </a:xfrm>
            <a:custGeom>
              <a:avLst/>
              <a:gdLst>
                <a:gd name="T0" fmla="*/ 0 w 42"/>
                <a:gd name="T1" fmla="*/ 15 h 93"/>
                <a:gd name="T2" fmla="*/ 14 w 42"/>
                <a:gd name="T3" fmla="*/ 15 h 93"/>
                <a:gd name="T4" fmla="*/ 14 w 42"/>
                <a:gd name="T5" fmla="*/ 93 h 93"/>
                <a:gd name="T6" fmla="*/ 28 w 42"/>
                <a:gd name="T7" fmla="*/ 93 h 93"/>
                <a:gd name="T8" fmla="*/ 28 w 42"/>
                <a:gd name="T9" fmla="*/ 15 h 93"/>
                <a:gd name="T10" fmla="*/ 42 w 42"/>
                <a:gd name="T11" fmla="*/ 15 h 93"/>
                <a:gd name="T12" fmla="*/ 42 w 42"/>
                <a:gd name="T13" fmla="*/ 0 h 93"/>
                <a:gd name="T14" fmla="*/ 0 w 42"/>
                <a:gd name="T15" fmla="*/ 0 h 93"/>
                <a:gd name="T16" fmla="*/ 0 w 42"/>
                <a:gd name="T17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93">
                  <a:moveTo>
                    <a:pt x="0" y="15"/>
                  </a:moveTo>
                  <a:lnTo>
                    <a:pt x="14" y="15"/>
                  </a:lnTo>
                  <a:lnTo>
                    <a:pt x="14" y="93"/>
                  </a:lnTo>
                  <a:lnTo>
                    <a:pt x="28" y="93"/>
                  </a:lnTo>
                  <a:lnTo>
                    <a:pt x="28" y="15"/>
                  </a:lnTo>
                  <a:lnTo>
                    <a:pt x="42" y="1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7A531E48-433C-4F05-BA41-C25CDBF43A29}"/>
                </a:ext>
              </a:extLst>
            </p:cNvPr>
            <p:cNvSpPr>
              <a:spLocks/>
            </p:cNvSpPr>
            <p:nvPr/>
          </p:nvSpPr>
          <p:spPr bwMode="gray">
            <a:xfrm>
              <a:off x="9928460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6D97BB57-75CF-4916-8A83-6D19EAD8937C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35559" y="1076781"/>
              <a:ext cx="27229" cy="56272"/>
            </a:xfrm>
            <a:custGeom>
              <a:avLst/>
              <a:gdLst>
                <a:gd name="T0" fmla="*/ 10 w 19"/>
                <a:gd name="T1" fmla="*/ 0 h 39"/>
                <a:gd name="T2" fmla="*/ 0 w 19"/>
                <a:gd name="T3" fmla="*/ 11 h 39"/>
                <a:gd name="T4" fmla="*/ 6 w 19"/>
                <a:gd name="T5" fmla="*/ 20 h 39"/>
                <a:gd name="T6" fmla="*/ 10 w 19"/>
                <a:gd name="T7" fmla="*/ 22 h 39"/>
                <a:gd name="T8" fmla="*/ 13 w 19"/>
                <a:gd name="T9" fmla="*/ 28 h 39"/>
                <a:gd name="T10" fmla="*/ 9 w 19"/>
                <a:gd name="T11" fmla="*/ 34 h 39"/>
                <a:gd name="T12" fmla="*/ 6 w 19"/>
                <a:gd name="T13" fmla="*/ 30 h 39"/>
                <a:gd name="T14" fmla="*/ 6 w 19"/>
                <a:gd name="T15" fmla="*/ 28 h 39"/>
                <a:gd name="T16" fmla="*/ 0 w 19"/>
                <a:gd name="T17" fmla="*/ 28 h 39"/>
                <a:gd name="T18" fmla="*/ 0 w 19"/>
                <a:gd name="T19" fmla="*/ 30 h 39"/>
                <a:gd name="T20" fmla="*/ 9 w 19"/>
                <a:gd name="T21" fmla="*/ 39 h 39"/>
                <a:gd name="T22" fmla="*/ 19 w 19"/>
                <a:gd name="T23" fmla="*/ 28 h 39"/>
                <a:gd name="T24" fmla="*/ 13 w 19"/>
                <a:gd name="T25" fmla="*/ 17 h 39"/>
                <a:gd name="T26" fmla="*/ 9 w 19"/>
                <a:gd name="T27" fmla="*/ 16 h 39"/>
                <a:gd name="T28" fmla="*/ 6 w 19"/>
                <a:gd name="T29" fmla="*/ 11 h 39"/>
                <a:gd name="T30" fmla="*/ 10 w 19"/>
                <a:gd name="T31" fmla="*/ 6 h 39"/>
                <a:gd name="T32" fmla="*/ 13 w 19"/>
                <a:gd name="T33" fmla="*/ 10 h 39"/>
                <a:gd name="T34" fmla="*/ 13 w 19"/>
                <a:gd name="T35" fmla="*/ 11 h 39"/>
                <a:gd name="T36" fmla="*/ 19 w 19"/>
                <a:gd name="T37" fmla="*/ 11 h 39"/>
                <a:gd name="T38" fmla="*/ 19 w 19"/>
                <a:gd name="T39" fmla="*/ 9 h 39"/>
                <a:gd name="T40" fmla="*/ 10 w 19"/>
                <a:gd name="T4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39">
                  <a:moveTo>
                    <a:pt x="10" y="0"/>
                  </a:moveTo>
                  <a:cubicBezTo>
                    <a:pt x="3" y="0"/>
                    <a:pt x="0" y="5"/>
                    <a:pt x="0" y="11"/>
                  </a:cubicBezTo>
                  <a:cubicBezTo>
                    <a:pt x="0" y="15"/>
                    <a:pt x="2" y="18"/>
                    <a:pt x="6" y="20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3" y="23"/>
                    <a:pt x="13" y="24"/>
                    <a:pt x="13" y="28"/>
                  </a:cubicBezTo>
                  <a:cubicBezTo>
                    <a:pt x="13" y="31"/>
                    <a:pt x="13" y="34"/>
                    <a:pt x="9" y="34"/>
                  </a:cubicBezTo>
                  <a:cubicBezTo>
                    <a:pt x="7" y="34"/>
                    <a:pt x="6" y="32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7" y="39"/>
                    <a:pt x="19" y="34"/>
                    <a:pt x="19" y="28"/>
                  </a:cubicBezTo>
                  <a:cubicBezTo>
                    <a:pt x="19" y="22"/>
                    <a:pt x="18" y="19"/>
                    <a:pt x="13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6" y="14"/>
                    <a:pt x="6" y="13"/>
                    <a:pt x="6" y="11"/>
                  </a:cubicBezTo>
                  <a:cubicBezTo>
                    <a:pt x="6" y="8"/>
                    <a:pt x="7" y="6"/>
                    <a:pt x="10" y="6"/>
                  </a:cubicBezTo>
                  <a:cubicBezTo>
                    <a:pt x="12" y="6"/>
                    <a:pt x="13" y="8"/>
                    <a:pt x="13" y="1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4"/>
                    <a:pt x="15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D47A5C04-1536-4C7C-8F35-A65E588B7661}"/>
                </a:ext>
              </a:extLst>
            </p:cNvPr>
            <p:cNvSpPr>
              <a:spLocks/>
            </p:cNvSpPr>
            <p:nvPr/>
          </p:nvSpPr>
          <p:spPr bwMode="gray">
            <a:xfrm>
              <a:off x="9964159" y="1076781"/>
              <a:ext cx="27229" cy="56272"/>
            </a:xfrm>
            <a:custGeom>
              <a:avLst/>
              <a:gdLst>
                <a:gd name="T0" fmla="*/ 31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2 w 45"/>
                <a:gd name="T9" fmla="*/ 93 h 93"/>
                <a:gd name="T10" fmla="*/ 12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1 w 45"/>
                <a:gd name="T19" fmla="*/ 0 h 93"/>
                <a:gd name="T20" fmla="*/ 31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1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2" y="93"/>
                  </a:lnTo>
                  <a:lnTo>
                    <a:pt x="12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1" y="0"/>
                  </a:lnTo>
                  <a:lnTo>
                    <a:pt x="31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EB202313-A68D-40E7-85FC-831D6C2FE64E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0631" y="1076781"/>
              <a:ext cx="27229" cy="56272"/>
            </a:xfrm>
            <a:custGeom>
              <a:avLst/>
              <a:gdLst>
                <a:gd name="T0" fmla="*/ 33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4 w 45"/>
                <a:gd name="T9" fmla="*/ 93 h 93"/>
                <a:gd name="T10" fmla="*/ 14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3 w 45"/>
                <a:gd name="T19" fmla="*/ 0 h 93"/>
                <a:gd name="T20" fmla="*/ 33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3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4" y="93"/>
                  </a:lnTo>
                  <a:lnTo>
                    <a:pt x="14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3" y="0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14298194-9135-486E-86D1-E9DCBEEF891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366341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7 w 18"/>
                <a:gd name="T7" fmla="*/ 39 h 39"/>
                <a:gd name="T8" fmla="*/ 18 w 18"/>
                <a:gd name="T9" fmla="*/ 28 h 39"/>
                <a:gd name="T10" fmla="*/ 18 w 18"/>
                <a:gd name="T11" fmla="*/ 26 h 39"/>
                <a:gd name="T12" fmla="*/ 14 w 18"/>
                <a:gd name="T13" fmla="*/ 19 h 39"/>
                <a:gd name="T14" fmla="*/ 18 w 18"/>
                <a:gd name="T15" fmla="*/ 11 h 39"/>
                <a:gd name="T16" fmla="*/ 18 w 18"/>
                <a:gd name="T17" fmla="*/ 10 h 39"/>
                <a:gd name="T18" fmla="*/ 8 w 18"/>
                <a:gd name="T19" fmla="*/ 0 h 39"/>
                <a:gd name="T20" fmla="*/ 8 w 18"/>
                <a:gd name="T21" fmla="*/ 33 h 39"/>
                <a:gd name="T22" fmla="*/ 5 w 18"/>
                <a:gd name="T23" fmla="*/ 33 h 39"/>
                <a:gd name="T24" fmla="*/ 5 w 18"/>
                <a:gd name="T25" fmla="*/ 21 h 39"/>
                <a:gd name="T26" fmla="*/ 8 w 18"/>
                <a:gd name="T27" fmla="*/ 21 h 39"/>
                <a:gd name="T28" fmla="*/ 13 w 18"/>
                <a:gd name="T29" fmla="*/ 27 h 39"/>
                <a:gd name="T30" fmla="*/ 8 w 18"/>
                <a:gd name="T31" fmla="*/ 33 h 39"/>
                <a:gd name="T32" fmla="*/ 8 w 18"/>
                <a:gd name="T33" fmla="*/ 16 h 39"/>
                <a:gd name="T34" fmla="*/ 5 w 18"/>
                <a:gd name="T35" fmla="*/ 16 h 39"/>
                <a:gd name="T36" fmla="*/ 5 w 18"/>
                <a:gd name="T37" fmla="*/ 6 h 39"/>
                <a:gd name="T38" fmla="*/ 8 w 18"/>
                <a:gd name="T39" fmla="*/ 6 h 39"/>
                <a:gd name="T40" fmla="*/ 13 w 18"/>
                <a:gd name="T41" fmla="*/ 11 h 39"/>
                <a:gd name="T42" fmla="*/ 8 w 18"/>
                <a:gd name="T43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2"/>
                    <a:pt x="16" y="20"/>
                    <a:pt x="14" y="19"/>
                  </a:cubicBezTo>
                  <a:cubicBezTo>
                    <a:pt x="16" y="17"/>
                    <a:pt x="18" y="16"/>
                    <a:pt x="18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5"/>
                    <a:pt x="15" y="0"/>
                    <a:pt x="8" y="0"/>
                  </a:cubicBezTo>
                  <a:close/>
                  <a:moveTo>
                    <a:pt x="8" y="33"/>
                  </a:moveTo>
                  <a:cubicBezTo>
                    <a:pt x="5" y="33"/>
                    <a:pt x="5" y="33"/>
                    <a:pt x="5" y="33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12" y="21"/>
                    <a:pt x="13" y="23"/>
                    <a:pt x="13" y="27"/>
                  </a:cubicBezTo>
                  <a:cubicBezTo>
                    <a:pt x="13" y="31"/>
                    <a:pt x="12" y="33"/>
                    <a:pt x="8" y="33"/>
                  </a:cubicBezTo>
                  <a:close/>
                  <a:moveTo>
                    <a:pt x="8" y="16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3" y="7"/>
                    <a:pt x="13" y="11"/>
                  </a:cubicBezTo>
                  <a:cubicBezTo>
                    <a:pt x="13" y="14"/>
                    <a:pt x="12" y="16"/>
                    <a:pt x="8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67A9CD8B-FC81-46C2-A0A1-D5DA27516FCE}"/>
                </a:ext>
              </a:extLst>
            </p:cNvPr>
            <p:cNvSpPr>
              <a:spLocks/>
            </p:cNvSpPr>
            <p:nvPr/>
          </p:nvSpPr>
          <p:spPr bwMode="gray">
            <a:xfrm>
              <a:off x="9479491" y="1076781"/>
              <a:ext cx="22993" cy="56272"/>
            </a:xfrm>
            <a:custGeom>
              <a:avLst/>
              <a:gdLst>
                <a:gd name="T0" fmla="*/ 0 w 38"/>
                <a:gd name="T1" fmla="*/ 93 h 93"/>
                <a:gd name="T2" fmla="*/ 38 w 38"/>
                <a:gd name="T3" fmla="*/ 93 h 93"/>
                <a:gd name="T4" fmla="*/ 38 w 38"/>
                <a:gd name="T5" fmla="*/ 79 h 93"/>
                <a:gd name="T6" fmla="*/ 12 w 38"/>
                <a:gd name="T7" fmla="*/ 79 h 93"/>
                <a:gd name="T8" fmla="*/ 12 w 38"/>
                <a:gd name="T9" fmla="*/ 53 h 93"/>
                <a:gd name="T10" fmla="*/ 36 w 38"/>
                <a:gd name="T11" fmla="*/ 53 h 93"/>
                <a:gd name="T12" fmla="*/ 36 w 38"/>
                <a:gd name="T13" fmla="*/ 41 h 93"/>
                <a:gd name="T14" fmla="*/ 12 w 38"/>
                <a:gd name="T15" fmla="*/ 41 h 93"/>
                <a:gd name="T16" fmla="*/ 12 w 38"/>
                <a:gd name="T17" fmla="*/ 15 h 93"/>
                <a:gd name="T18" fmla="*/ 38 w 38"/>
                <a:gd name="T19" fmla="*/ 15 h 93"/>
                <a:gd name="T20" fmla="*/ 38 w 38"/>
                <a:gd name="T21" fmla="*/ 0 h 93"/>
                <a:gd name="T22" fmla="*/ 0 w 38"/>
                <a:gd name="T23" fmla="*/ 0 h 93"/>
                <a:gd name="T24" fmla="*/ 0 w 38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93">
                  <a:moveTo>
                    <a:pt x="0" y="93"/>
                  </a:move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53"/>
                  </a:lnTo>
                  <a:lnTo>
                    <a:pt x="36" y="53"/>
                  </a:lnTo>
                  <a:lnTo>
                    <a:pt x="36" y="41"/>
                  </a:lnTo>
                  <a:lnTo>
                    <a:pt x="12" y="41"/>
                  </a:lnTo>
                  <a:lnTo>
                    <a:pt x="12" y="15"/>
                  </a:lnTo>
                  <a:lnTo>
                    <a:pt x="38" y="15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6" name="Freeform 40">
              <a:extLst>
                <a:ext uri="{FF2B5EF4-FFF2-40B4-BE49-F238E27FC236}">
                  <a16:creationId xmlns:a16="http://schemas.microsoft.com/office/drawing/2014/main" id="{18AC4361-5B40-4A2C-9E21-1EF0C521E863}"/>
                </a:ext>
              </a:extLst>
            </p:cNvPr>
            <p:cNvSpPr>
              <a:spLocks/>
            </p:cNvSpPr>
            <p:nvPr/>
          </p:nvSpPr>
          <p:spPr bwMode="gray">
            <a:xfrm>
              <a:off x="9438345" y="1076781"/>
              <a:ext cx="30254" cy="56272"/>
            </a:xfrm>
            <a:custGeom>
              <a:avLst/>
              <a:gdLst>
                <a:gd name="T0" fmla="*/ 26 w 50"/>
                <a:gd name="T1" fmla="*/ 64 h 93"/>
                <a:gd name="T2" fmla="*/ 14 w 50"/>
                <a:gd name="T3" fmla="*/ 0 h 93"/>
                <a:gd name="T4" fmla="*/ 0 w 50"/>
                <a:gd name="T5" fmla="*/ 0 h 93"/>
                <a:gd name="T6" fmla="*/ 19 w 50"/>
                <a:gd name="T7" fmla="*/ 93 h 93"/>
                <a:gd name="T8" fmla="*/ 31 w 50"/>
                <a:gd name="T9" fmla="*/ 93 h 93"/>
                <a:gd name="T10" fmla="*/ 50 w 50"/>
                <a:gd name="T11" fmla="*/ 0 h 93"/>
                <a:gd name="T12" fmla="*/ 35 w 50"/>
                <a:gd name="T13" fmla="*/ 0 h 93"/>
                <a:gd name="T14" fmla="*/ 26 w 50"/>
                <a:gd name="T15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93">
                  <a:moveTo>
                    <a:pt x="26" y="64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19" y="93"/>
                  </a:lnTo>
                  <a:lnTo>
                    <a:pt x="31" y="93"/>
                  </a:lnTo>
                  <a:lnTo>
                    <a:pt x="50" y="0"/>
                  </a:lnTo>
                  <a:lnTo>
                    <a:pt x="35" y="0"/>
                  </a:lnTo>
                  <a:lnTo>
                    <a:pt x="26" y="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7" name="Freeform 41">
              <a:extLst>
                <a:ext uri="{FF2B5EF4-FFF2-40B4-BE49-F238E27FC236}">
                  <a16:creationId xmlns:a16="http://schemas.microsoft.com/office/drawing/2014/main" id="{BA81B609-F59E-4AEE-83C6-E0CE30A6BE8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300387" y="1082832"/>
              <a:ext cx="32069" cy="50222"/>
            </a:xfrm>
            <a:custGeom>
              <a:avLst/>
              <a:gdLst>
                <a:gd name="T0" fmla="*/ 22 w 22"/>
                <a:gd name="T1" fmla="*/ 23 h 35"/>
                <a:gd name="T2" fmla="*/ 19 w 22"/>
                <a:gd name="T3" fmla="*/ 20 h 35"/>
                <a:gd name="T4" fmla="*/ 16 w 22"/>
                <a:gd name="T5" fmla="*/ 25 h 35"/>
                <a:gd name="T6" fmla="*/ 11 w 22"/>
                <a:gd name="T7" fmla="*/ 17 h 35"/>
                <a:gd name="T8" fmla="*/ 17 w 22"/>
                <a:gd name="T9" fmla="*/ 7 h 35"/>
                <a:gd name="T10" fmla="*/ 9 w 22"/>
                <a:gd name="T11" fmla="*/ 0 h 35"/>
                <a:gd name="T12" fmla="*/ 2 w 22"/>
                <a:gd name="T13" fmla="*/ 7 h 35"/>
                <a:gd name="T14" fmla="*/ 5 w 22"/>
                <a:gd name="T15" fmla="*/ 16 h 35"/>
                <a:gd name="T16" fmla="*/ 0 w 22"/>
                <a:gd name="T17" fmla="*/ 26 h 35"/>
                <a:gd name="T18" fmla="*/ 8 w 22"/>
                <a:gd name="T19" fmla="*/ 35 h 35"/>
                <a:gd name="T20" fmla="*/ 15 w 22"/>
                <a:gd name="T21" fmla="*/ 32 h 35"/>
                <a:gd name="T22" fmla="*/ 17 w 22"/>
                <a:gd name="T23" fmla="*/ 35 h 35"/>
                <a:gd name="T24" fmla="*/ 22 w 22"/>
                <a:gd name="T25" fmla="*/ 35 h 35"/>
                <a:gd name="T26" fmla="*/ 18 w 22"/>
                <a:gd name="T27" fmla="*/ 28 h 35"/>
                <a:gd name="T28" fmla="*/ 22 w 22"/>
                <a:gd name="T29" fmla="*/ 23 h 35"/>
                <a:gd name="T30" fmla="*/ 9 w 22"/>
                <a:gd name="T31" fmla="*/ 4 h 35"/>
                <a:gd name="T32" fmla="*/ 12 w 22"/>
                <a:gd name="T33" fmla="*/ 7 h 35"/>
                <a:gd name="T34" fmla="*/ 9 w 22"/>
                <a:gd name="T35" fmla="*/ 13 h 35"/>
                <a:gd name="T36" fmla="*/ 7 w 22"/>
                <a:gd name="T37" fmla="*/ 7 h 35"/>
                <a:gd name="T38" fmla="*/ 9 w 22"/>
                <a:gd name="T39" fmla="*/ 4 h 35"/>
                <a:gd name="T40" fmla="*/ 9 w 22"/>
                <a:gd name="T41" fmla="*/ 31 h 35"/>
                <a:gd name="T42" fmla="*/ 5 w 22"/>
                <a:gd name="T43" fmla="*/ 26 h 35"/>
                <a:gd name="T44" fmla="*/ 8 w 22"/>
                <a:gd name="T45" fmla="*/ 20 h 35"/>
                <a:gd name="T46" fmla="*/ 13 w 22"/>
                <a:gd name="T47" fmla="*/ 28 h 35"/>
                <a:gd name="T48" fmla="*/ 9 w 22"/>
                <a:gd name="T49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35">
                  <a:moveTo>
                    <a:pt x="22" y="23"/>
                  </a:moveTo>
                  <a:cubicBezTo>
                    <a:pt x="19" y="20"/>
                    <a:pt x="19" y="20"/>
                    <a:pt x="19" y="20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4" y="22"/>
                    <a:pt x="12" y="19"/>
                    <a:pt x="11" y="17"/>
                  </a:cubicBezTo>
                  <a:cubicBezTo>
                    <a:pt x="14" y="14"/>
                    <a:pt x="17" y="10"/>
                    <a:pt x="17" y="7"/>
                  </a:cubicBezTo>
                  <a:cubicBezTo>
                    <a:pt x="17" y="3"/>
                    <a:pt x="14" y="0"/>
                    <a:pt x="9" y="0"/>
                  </a:cubicBezTo>
                  <a:cubicBezTo>
                    <a:pt x="4" y="0"/>
                    <a:pt x="2" y="3"/>
                    <a:pt x="2" y="7"/>
                  </a:cubicBezTo>
                  <a:cubicBezTo>
                    <a:pt x="2" y="11"/>
                    <a:pt x="3" y="13"/>
                    <a:pt x="5" y="16"/>
                  </a:cubicBezTo>
                  <a:cubicBezTo>
                    <a:pt x="2" y="19"/>
                    <a:pt x="0" y="22"/>
                    <a:pt x="0" y="26"/>
                  </a:cubicBezTo>
                  <a:cubicBezTo>
                    <a:pt x="0" y="31"/>
                    <a:pt x="3" y="35"/>
                    <a:pt x="8" y="35"/>
                  </a:cubicBezTo>
                  <a:cubicBezTo>
                    <a:pt x="11" y="35"/>
                    <a:pt x="13" y="34"/>
                    <a:pt x="15" y="32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8" y="28"/>
                    <a:pt x="18" y="28"/>
                    <a:pt x="18" y="28"/>
                  </a:cubicBezTo>
                  <a:lnTo>
                    <a:pt x="22" y="23"/>
                  </a:lnTo>
                  <a:close/>
                  <a:moveTo>
                    <a:pt x="9" y="4"/>
                  </a:moveTo>
                  <a:cubicBezTo>
                    <a:pt x="11" y="4"/>
                    <a:pt x="12" y="6"/>
                    <a:pt x="12" y="7"/>
                  </a:cubicBezTo>
                  <a:cubicBezTo>
                    <a:pt x="12" y="10"/>
                    <a:pt x="10" y="12"/>
                    <a:pt x="9" y="13"/>
                  </a:cubicBezTo>
                  <a:cubicBezTo>
                    <a:pt x="8" y="11"/>
                    <a:pt x="7" y="9"/>
                    <a:pt x="7" y="7"/>
                  </a:cubicBezTo>
                  <a:cubicBezTo>
                    <a:pt x="7" y="6"/>
                    <a:pt x="8" y="4"/>
                    <a:pt x="9" y="4"/>
                  </a:cubicBezTo>
                  <a:close/>
                  <a:moveTo>
                    <a:pt x="9" y="31"/>
                  </a:moveTo>
                  <a:cubicBezTo>
                    <a:pt x="6" y="31"/>
                    <a:pt x="5" y="29"/>
                    <a:pt x="5" y="26"/>
                  </a:cubicBezTo>
                  <a:cubicBezTo>
                    <a:pt x="5" y="24"/>
                    <a:pt x="6" y="22"/>
                    <a:pt x="8" y="20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9"/>
                    <a:pt x="11" y="31"/>
                    <a:pt x="9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8" name="Freeform 42">
              <a:extLst>
                <a:ext uri="{FF2B5EF4-FFF2-40B4-BE49-F238E27FC236}">
                  <a16:creationId xmlns:a16="http://schemas.microsoft.com/office/drawing/2014/main" id="{BD416A4A-05E8-4E99-A753-977D0E04552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551495" y="1076781"/>
              <a:ext cx="30254" cy="56272"/>
            </a:xfrm>
            <a:custGeom>
              <a:avLst/>
              <a:gdLst>
                <a:gd name="T0" fmla="*/ 19 w 50"/>
                <a:gd name="T1" fmla="*/ 0 h 93"/>
                <a:gd name="T2" fmla="*/ 0 w 50"/>
                <a:gd name="T3" fmla="*/ 93 h 93"/>
                <a:gd name="T4" fmla="*/ 12 w 50"/>
                <a:gd name="T5" fmla="*/ 93 h 93"/>
                <a:gd name="T6" fmla="*/ 17 w 50"/>
                <a:gd name="T7" fmla="*/ 72 h 93"/>
                <a:gd name="T8" fmla="*/ 33 w 50"/>
                <a:gd name="T9" fmla="*/ 72 h 93"/>
                <a:gd name="T10" fmla="*/ 38 w 50"/>
                <a:gd name="T11" fmla="*/ 93 h 93"/>
                <a:gd name="T12" fmla="*/ 50 w 50"/>
                <a:gd name="T13" fmla="*/ 93 h 93"/>
                <a:gd name="T14" fmla="*/ 31 w 50"/>
                <a:gd name="T15" fmla="*/ 0 h 93"/>
                <a:gd name="T16" fmla="*/ 19 w 50"/>
                <a:gd name="T17" fmla="*/ 0 h 93"/>
                <a:gd name="T18" fmla="*/ 19 w 50"/>
                <a:gd name="T19" fmla="*/ 60 h 93"/>
                <a:gd name="T20" fmla="*/ 24 w 50"/>
                <a:gd name="T21" fmla="*/ 27 h 93"/>
                <a:gd name="T22" fmla="*/ 31 w 50"/>
                <a:gd name="T23" fmla="*/ 60 h 93"/>
                <a:gd name="T24" fmla="*/ 19 w 50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93">
                  <a:moveTo>
                    <a:pt x="19" y="0"/>
                  </a:moveTo>
                  <a:lnTo>
                    <a:pt x="0" y="93"/>
                  </a:lnTo>
                  <a:lnTo>
                    <a:pt x="12" y="93"/>
                  </a:lnTo>
                  <a:lnTo>
                    <a:pt x="17" y="72"/>
                  </a:lnTo>
                  <a:lnTo>
                    <a:pt x="33" y="72"/>
                  </a:lnTo>
                  <a:lnTo>
                    <a:pt x="38" y="93"/>
                  </a:lnTo>
                  <a:lnTo>
                    <a:pt x="50" y="93"/>
                  </a:lnTo>
                  <a:lnTo>
                    <a:pt x="31" y="0"/>
                  </a:lnTo>
                  <a:lnTo>
                    <a:pt x="19" y="0"/>
                  </a:lnTo>
                  <a:close/>
                  <a:moveTo>
                    <a:pt x="19" y="60"/>
                  </a:moveTo>
                  <a:lnTo>
                    <a:pt x="24" y="27"/>
                  </a:lnTo>
                  <a:lnTo>
                    <a:pt x="31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9" name="Freeform 43">
              <a:extLst>
                <a:ext uri="{FF2B5EF4-FFF2-40B4-BE49-F238E27FC236}">
                  <a16:creationId xmlns:a16="http://schemas.microsoft.com/office/drawing/2014/main" id="{1B1E40BB-365D-4F79-B5A0-8340521431FC}"/>
                </a:ext>
              </a:extLst>
            </p:cNvPr>
            <p:cNvSpPr>
              <a:spLocks/>
            </p:cNvSpPr>
            <p:nvPr/>
          </p:nvSpPr>
          <p:spPr bwMode="gray">
            <a:xfrm>
              <a:off x="9591430" y="1076781"/>
              <a:ext cx="27229" cy="56272"/>
            </a:xfrm>
            <a:custGeom>
              <a:avLst/>
              <a:gdLst>
                <a:gd name="T0" fmla="*/ 10 w 19"/>
                <a:gd name="T1" fmla="*/ 0 h 39"/>
                <a:gd name="T2" fmla="*/ 0 w 19"/>
                <a:gd name="T3" fmla="*/ 9 h 39"/>
                <a:gd name="T4" fmla="*/ 0 w 19"/>
                <a:gd name="T5" fmla="*/ 30 h 39"/>
                <a:gd name="T6" fmla="*/ 10 w 19"/>
                <a:gd name="T7" fmla="*/ 39 h 39"/>
                <a:gd name="T8" fmla="*/ 19 w 19"/>
                <a:gd name="T9" fmla="*/ 30 h 39"/>
                <a:gd name="T10" fmla="*/ 19 w 19"/>
                <a:gd name="T11" fmla="*/ 18 h 39"/>
                <a:gd name="T12" fmla="*/ 9 w 19"/>
                <a:gd name="T13" fmla="*/ 18 h 39"/>
                <a:gd name="T14" fmla="*/ 9 w 19"/>
                <a:gd name="T15" fmla="*/ 22 h 39"/>
                <a:gd name="T16" fmla="*/ 13 w 19"/>
                <a:gd name="T17" fmla="*/ 22 h 39"/>
                <a:gd name="T18" fmla="*/ 13 w 19"/>
                <a:gd name="T19" fmla="*/ 30 h 39"/>
                <a:gd name="T20" fmla="*/ 10 w 19"/>
                <a:gd name="T21" fmla="*/ 34 h 39"/>
                <a:gd name="T22" fmla="*/ 6 w 19"/>
                <a:gd name="T23" fmla="*/ 30 h 39"/>
                <a:gd name="T24" fmla="*/ 6 w 19"/>
                <a:gd name="T25" fmla="*/ 9 h 39"/>
                <a:gd name="T26" fmla="*/ 10 w 19"/>
                <a:gd name="T27" fmla="*/ 6 h 39"/>
                <a:gd name="T28" fmla="*/ 13 w 19"/>
                <a:gd name="T29" fmla="*/ 9 h 39"/>
                <a:gd name="T30" fmla="*/ 13 w 19"/>
                <a:gd name="T31" fmla="*/ 11 h 39"/>
                <a:gd name="T32" fmla="*/ 19 w 19"/>
                <a:gd name="T33" fmla="*/ 11 h 39"/>
                <a:gd name="T34" fmla="*/ 19 w 19"/>
                <a:gd name="T35" fmla="*/ 9 h 39"/>
                <a:gd name="T36" fmla="*/ 10 w 19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39">
                  <a:moveTo>
                    <a:pt x="10" y="0"/>
                  </a:moveTo>
                  <a:cubicBezTo>
                    <a:pt x="5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5" y="39"/>
                    <a:pt x="10" y="39"/>
                  </a:cubicBezTo>
                  <a:cubicBezTo>
                    <a:pt x="14" y="39"/>
                    <a:pt x="19" y="36"/>
                    <a:pt x="19" y="3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2"/>
                    <a:pt x="12" y="34"/>
                    <a:pt x="10" y="34"/>
                  </a:cubicBezTo>
                  <a:cubicBezTo>
                    <a:pt x="8" y="34"/>
                    <a:pt x="6" y="32"/>
                    <a:pt x="6" y="3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7"/>
                    <a:pt x="8" y="6"/>
                    <a:pt x="10" y="6"/>
                  </a:cubicBezTo>
                  <a:cubicBezTo>
                    <a:pt x="12" y="6"/>
                    <a:pt x="13" y="7"/>
                    <a:pt x="13" y="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3"/>
                    <a:pt x="14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0" name="Freeform 44">
              <a:extLst>
                <a:ext uri="{FF2B5EF4-FFF2-40B4-BE49-F238E27FC236}">
                  <a16:creationId xmlns:a16="http://schemas.microsoft.com/office/drawing/2014/main" id="{747BFFDC-2087-4F5E-8345-70D70D0EFE39}"/>
                </a:ext>
              </a:extLst>
            </p:cNvPr>
            <p:cNvSpPr>
              <a:spLocks/>
            </p:cNvSpPr>
            <p:nvPr/>
          </p:nvSpPr>
          <p:spPr bwMode="gray">
            <a:xfrm>
              <a:off x="9631971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E5FECB4-14BD-4CBE-846C-5B7E8B3BF56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688848" y="1076781"/>
              <a:ext cx="7261" cy="5627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2" name="Freeform 46">
              <a:extLst>
                <a:ext uri="{FF2B5EF4-FFF2-40B4-BE49-F238E27FC236}">
                  <a16:creationId xmlns:a16="http://schemas.microsoft.com/office/drawing/2014/main" id="{D6495F3D-E2B6-47D5-83BE-7F525B6B7C0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513980" y="1076781"/>
              <a:ext cx="29044" cy="56272"/>
            </a:xfrm>
            <a:custGeom>
              <a:avLst/>
              <a:gdLst>
                <a:gd name="T0" fmla="*/ 19 w 20"/>
                <a:gd name="T1" fmla="*/ 12 h 39"/>
                <a:gd name="T2" fmla="*/ 9 w 20"/>
                <a:gd name="T3" fmla="*/ 0 h 39"/>
                <a:gd name="T4" fmla="*/ 0 w 20"/>
                <a:gd name="T5" fmla="*/ 0 h 39"/>
                <a:gd name="T6" fmla="*/ 0 w 20"/>
                <a:gd name="T7" fmla="*/ 39 h 39"/>
                <a:gd name="T8" fmla="*/ 6 w 20"/>
                <a:gd name="T9" fmla="*/ 39 h 39"/>
                <a:gd name="T10" fmla="*/ 6 w 20"/>
                <a:gd name="T11" fmla="*/ 22 h 39"/>
                <a:gd name="T12" fmla="*/ 9 w 20"/>
                <a:gd name="T13" fmla="*/ 22 h 39"/>
                <a:gd name="T14" fmla="*/ 14 w 20"/>
                <a:gd name="T15" fmla="*/ 39 h 39"/>
                <a:gd name="T16" fmla="*/ 20 w 20"/>
                <a:gd name="T17" fmla="*/ 39 h 39"/>
                <a:gd name="T18" fmla="*/ 14 w 20"/>
                <a:gd name="T19" fmla="*/ 21 h 39"/>
                <a:gd name="T20" fmla="*/ 19 w 20"/>
                <a:gd name="T21" fmla="*/ 12 h 39"/>
                <a:gd name="T22" fmla="*/ 9 w 20"/>
                <a:gd name="T23" fmla="*/ 17 h 39"/>
                <a:gd name="T24" fmla="*/ 6 w 20"/>
                <a:gd name="T25" fmla="*/ 17 h 39"/>
                <a:gd name="T26" fmla="*/ 6 w 20"/>
                <a:gd name="T27" fmla="*/ 6 h 39"/>
                <a:gd name="T28" fmla="*/ 9 w 20"/>
                <a:gd name="T29" fmla="*/ 6 h 39"/>
                <a:gd name="T30" fmla="*/ 13 w 20"/>
                <a:gd name="T31" fmla="*/ 12 h 39"/>
                <a:gd name="T32" fmla="*/ 9 w 20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39">
                  <a:moveTo>
                    <a:pt x="19" y="12"/>
                  </a:moveTo>
                  <a:cubicBezTo>
                    <a:pt x="19" y="4"/>
                    <a:pt x="16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8" y="19"/>
                    <a:pt x="19" y="16"/>
                    <a:pt x="19" y="12"/>
                  </a:cubicBezTo>
                  <a:close/>
                  <a:moveTo>
                    <a:pt x="9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3" y="6"/>
                    <a:pt x="13" y="8"/>
                    <a:pt x="13" y="12"/>
                  </a:cubicBezTo>
                  <a:cubicBezTo>
                    <a:pt x="13" y="15"/>
                    <a:pt x="13" y="17"/>
                    <a:pt x="9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93" name="Group 50">
            <a:extLst>
              <a:ext uri="{FF2B5EF4-FFF2-40B4-BE49-F238E27FC236}">
                <a16:creationId xmlns:a16="http://schemas.microsoft.com/office/drawing/2014/main" id="{02D7E0EF-B0D3-4620-A982-1CE888F2DD8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2816954" y="1126132"/>
            <a:ext cx="2465304" cy="464579"/>
            <a:chOff x="545" y="1181"/>
            <a:chExt cx="4670" cy="880"/>
          </a:xfrm>
          <a:solidFill>
            <a:schemeClr val="tx1"/>
          </a:solidFill>
          <a:effectLst/>
        </p:grpSpPr>
        <p:sp>
          <p:nvSpPr>
            <p:cNvPr id="94" name="Freeform 51">
              <a:extLst>
                <a:ext uri="{FF2B5EF4-FFF2-40B4-BE49-F238E27FC236}">
                  <a16:creationId xmlns:a16="http://schemas.microsoft.com/office/drawing/2014/main" id="{ADFF85AE-31FF-4038-9B15-3962C2B655E5}"/>
                </a:ext>
              </a:extLst>
            </p:cNvPr>
            <p:cNvSpPr>
              <a:spLocks/>
            </p:cNvSpPr>
            <p:nvPr/>
          </p:nvSpPr>
          <p:spPr bwMode="gray">
            <a:xfrm>
              <a:off x="3048" y="1329"/>
              <a:ext cx="99" cy="121"/>
            </a:xfrm>
            <a:custGeom>
              <a:avLst/>
              <a:gdLst>
                <a:gd name="T0" fmla="*/ 32 w 42"/>
                <a:gd name="T1" fmla="*/ 51 h 51"/>
                <a:gd name="T2" fmla="*/ 12 w 42"/>
                <a:gd name="T3" fmla="*/ 20 h 51"/>
                <a:gd name="T4" fmla="*/ 6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9 w 42"/>
                <a:gd name="T15" fmla="*/ 0 h 51"/>
                <a:gd name="T16" fmla="*/ 29 w 42"/>
                <a:gd name="T17" fmla="*/ 31 h 51"/>
                <a:gd name="T18" fmla="*/ 35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2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6" y="9"/>
                  </a:cubicBezTo>
                  <a:cubicBezTo>
                    <a:pt x="6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8"/>
                    <a:pt x="35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5" name="Freeform 52">
              <a:extLst>
                <a:ext uri="{FF2B5EF4-FFF2-40B4-BE49-F238E27FC236}">
                  <a16:creationId xmlns:a16="http://schemas.microsoft.com/office/drawing/2014/main" id="{EFA2236A-3E47-4017-91DA-B3F919B6AB3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180" y="1329"/>
              <a:ext cx="109" cy="121"/>
            </a:xfrm>
            <a:custGeom>
              <a:avLst/>
              <a:gdLst>
                <a:gd name="T0" fmla="*/ 38 w 46"/>
                <a:gd name="T1" fmla="*/ 51 h 51"/>
                <a:gd name="T2" fmla="*/ 34 w 46"/>
                <a:gd name="T3" fmla="*/ 39 h 51"/>
                <a:gd name="T4" fmla="*/ 12 w 46"/>
                <a:gd name="T5" fmla="*/ 39 h 51"/>
                <a:gd name="T6" fmla="*/ 7 w 46"/>
                <a:gd name="T7" fmla="*/ 51 h 51"/>
                <a:gd name="T8" fmla="*/ 0 w 46"/>
                <a:gd name="T9" fmla="*/ 51 h 51"/>
                <a:gd name="T10" fmla="*/ 19 w 46"/>
                <a:gd name="T11" fmla="*/ 0 h 51"/>
                <a:gd name="T12" fmla="*/ 27 w 46"/>
                <a:gd name="T13" fmla="*/ 0 h 51"/>
                <a:gd name="T14" fmla="*/ 46 w 46"/>
                <a:gd name="T15" fmla="*/ 51 h 51"/>
                <a:gd name="T16" fmla="*/ 38 w 46"/>
                <a:gd name="T17" fmla="*/ 51 h 51"/>
                <a:gd name="T18" fmla="*/ 25 w 46"/>
                <a:gd name="T19" fmla="*/ 15 h 51"/>
                <a:gd name="T20" fmla="*/ 23 w 46"/>
                <a:gd name="T21" fmla="*/ 8 h 51"/>
                <a:gd name="T22" fmla="*/ 23 w 46"/>
                <a:gd name="T23" fmla="*/ 8 h 51"/>
                <a:gd name="T24" fmla="*/ 20 w 46"/>
                <a:gd name="T25" fmla="*/ 15 h 51"/>
                <a:gd name="T26" fmla="*/ 13 w 46"/>
                <a:gd name="T27" fmla="*/ 34 h 51"/>
                <a:gd name="T28" fmla="*/ 32 w 46"/>
                <a:gd name="T29" fmla="*/ 34 h 51"/>
                <a:gd name="T30" fmla="*/ 25 w 46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" h="51">
                  <a:moveTo>
                    <a:pt x="38" y="5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46" y="51"/>
                    <a:pt x="46" y="51"/>
                    <a:pt x="46" y="51"/>
                  </a:cubicBezTo>
                  <a:lnTo>
                    <a:pt x="38" y="51"/>
                  </a:lnTo>
                  <a:close/>
                  <a:moveTo>
                    <a:pt x="25" y="15"/>
                  </a:moveTo>
                  <a:cubicBezTo>
                    <a:pt x="24" y="12"/>
                    <a:pt x="23" y="10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10"/>
                    <a:pt x="21" y="12"/>
                    <a:pt x="20" y="15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32" y="34"/>
                    <a:pt x="32" y="34"/>
                    <a:pt x="32" y="34"/>
                  </a:cubicBezTo>
                  <a:lnTo>
                    <a:pt x="25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6" name="Freeform 53">
              <a:extLst>
                <a:ext uri="{FF2B5EF4-FFF2-40B4-BE49-F238E27FC236}">
                  <a16:creationId xmlns:a16="http://schemas.microsoft.com/office/drawing/2014/main" id="{F4CE0D23-7CF7-43C7-BBE5-CC94A6D7E94E}"/>
                </a:ext>
              </a:extLst>
            </p:cNvPr>
            <p:cNvSpPr>
              <a:spLocks/>
            </p:cNvSpPr>
            <p:nvPr/>
          </p:nvSpPr>
          <p:spPr bwMode="gray">
            <a:xfrm>
              <a:off x="3296" y="1329"/>
              <a:ext cx="90" cy="121"/>
            </a:xfrm>
            <a:custGeom>
              <a:avLst/>
              <a:gdLst>
                <a:gd name="T0" fmla="*/ 52 w 90"/>
                <a:gd name="T1" fmla="*/ 14 h 121"/>
                <a:gd name="T2" fmla="*/ 52 w 90"/>
                <a:gd name="T3" fmla="*/ 121 h 121"/>
                <a:gd name="T4" fmla="*/ 36 w 90"/>
                <a:gd name="T5" fmla="*/ 121 h 121"/>
                <a:gd name="T6" fmla="*/ 36 w 90"/>
                <a:gd name="T7" fmla="*/ 14 h 121"/>
                <a:gd name="T8" fmla="*/ 0 w 90"/>
                <a:gd name="T9" fmla="*/ 14 h 121"/>
                <a:gd name="T10" fmla="*/ 0 w 90"/>
                <a:gd name="T11" fmla="*/ 0 h 121"/>
                <a:gd name="T12" fmla="*/ 90 w 90"/>
                <a:gd name="T13" fmla="*/ 0 h 121"/>
                <a:gd name="T14" fmla="*/ 90 w 90"/>
                <a:gd name="T15" fmla="*/ 14 h 121"/>
                <a:gd name="T16" fmla="*/ 52 w 90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90" y="0"/>
                  </a:lnTo>
                  <a:lnTo>
                    <a:pt x="90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7" name="Freeform 54">
              <a:extLst>
                <a:ext uri="{FF2B5EF4-FFF2-40B4-BE49-F238E27FC236}">
                  <a16:creationId xmlns:a16="http://schemas.microsoft.com/office/drawing/2014/main" id="{7967B0A4-ADD8-4E7B-92E9-53C1412B7CC6}"/>
                </a:ext>
              </a:extLst>
            </p:cNvPr>
            <p:cNvSpPr>
              <a:spLocks/>
            </p:cNvSpPr>
            <p:nvPr/>
          </p:nvSpPr>
          <p:spPr bwMode="gray">
            <a:xfrm>
              <a:off x="3415" y="1329"/>
              <a:ext cx="97" cy="123"/>
            </a:xfrm>
            <a:custGeom>
              <a:avLst/>
              <a:gdLst>
                <a:gd name="T0" fmla="*/ 19 w 41"/>
                <a:gd name="T1" fmla="*/ 52 h 52"/>
                <a:gd name="T2" fmla="*/ 0 w 41"/>
                <a:gd name="T3" fmla="*/ 34 h 52"/>
                <a:gd name="T4" fmla="*/ 0 w 41"/>
                <a:gd name="T5" fmla="*/ 0 h 52"/>
                <a:gd name="T6" fmla="*/ 7 w 41"/>
                <a:gd name="T7" fmla="*/ 0 h 52"/>
                <a:gd name="T8" fmla="*/ 7 w 41"/>
                <a:gd name="T9" fmla="*/ 34 h 52"/>
                <a:gd name="T10" fmla="*/ 20 w 41"/>
                <a:gd name="T11" fmla="*/ 46 h 52"/>
                <a:gd name="T12" fmla="*/ 33 w 41"/>
                <a:gd name="T13" fmla="*/ 32 h 52"/>
                <a:gd name="T14" fmla="*/ 33 w 41"/>
                <a:gd name="T15" fmla="*/ 0 h 52"/>
                <a:gd name="T16" fmla="*/ 41 w 41"/>
                <a:gd name="T17" fmla="*/ 0 h 52"/>
                <a:gd name="T18" fmla="*/ 41 w 41"/>
                <a:gd name="T19" fmla="*/ 32 h 52"/>
                <a:gd name="T20" fmla="*/ 19 w 41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" h="52">
                  <a:moveTo>
                    <a:pt x="19" y="52"/>
                  </a:moveTo>
                  <a:cubicBezTo>
                    <a:pt x="3" y="52"/>
                    <a:pt x="0" y="43"/>
                    <a:pt x="0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41"/>
                    <a:pt x="9" y="46"/>
                    <a:pt x="20" y="46"/>
                  </a:cubicBezTo>
                  <a:cubicBezTo>
                    <a:pt x="29" y="46"/>
                    <a:pt x="33" y="43"/>
                    <a:pt x="33" y="3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45"/>
                    <a:pt x="33" y="52"/>
                    <a:pt x="19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8" name="Freeform 55">
              <a:extLst>
                <a:ext uri="{FF2B5EF4-FFF2-40B4-BE49-F238E27FC236}">
                  <a16:creationId xmlns:a16="http://schemas.microsoft.com/office/drawing/2014/main" id="{DC56CF80-3E58-4B90-A70F-FEB4F9218AE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559" y="1329"/>
              <a:ext cx="83" cy="121"/>
            </a:xfrm>
            <a:custGeom>
              <a:avLst/>
              <a:gdLst>
                <a:gd name="T0" fmla="*/ 26 w 35"/>
                <a:gd name="T1" fmla="*/ 51 h 51"/>
                <a:gd name="T2" fmla="*/ 8 w 35"/>
                <a:gd name="T3" fmla="*/ 28 h 51"/>
                <a:gd name="T4" fmla="*/ 7 w 35"/>
                <a:gd name="T5" fmla="*/ 28 h 51"/>
                <a:gd name="T6" fmla="*/ 7 w 35"/>
                <a:gd name="T7" fmla="*/ 51 h 51"/>
                <a:gd name="T8" fmla="*/ 0 w 35"/>
                <a:gd name="T9" fmla="*/ 51 h 51"/>
                <a:gd name="T10" fmla="*/ 0 w 35"/>
                <a:gd name="T11" fmla="*/ 0 h 51"/>
                <a:gd name="T12" fmla="*/ 13 w 35"/>
                <a:gd name="T13" fmla="*/ 0 h 51"/>
                <a:gd name="T14" fmla="*/ 31 w 35"/>
                <a:gd name="T15" fmla="*/ 13 h 51"/>
                <a:gd name="T16" fmla="*/ 16 w 35"/>
                <a:gd name="T17" fmla="*/ 28 h 51"/>
                <a:gd name="T18" fmla="*/ 20 w 35"/>
                <a:gd name="T19" fmla="*/ 33 h 51"/>
                <a:gd name="T20" fmla="*/ 35 w 35"/>
                <a:gd name="T21" fmla="*/ 51 h 51"/>
                <a:gd name="T22" fmla="*/ 26 w 35"/>
                <a:gd name="T23" fmla="*/ 51 h 51"/>
                <a:gd name="T24" fmla="*/ 12 w 35"/>
                <a:gd name="T25" fmla="*/ 5 h 51"/>
                <a:gd name="T26" fmla="*/ 7 w 35"/>
                <a:gd name="T27" fmla="*/ 6 h 51"/>
                <a:gd name="T28" fmla="*/ 7 w 35"/>
                <a:gd name="T29" fmla="*/ 23 h 51"/>
                <a:gd name="T30" fmla="*/ 12 w 35"/>
                <a:gd name="T31" fmla="*/ 23 h 51"/>
                <a:gd name="T32" fmla="*/ 24 w 35"/>
                <a:gd name="T33" fmla="*/ 14 h 51"/>
                <a:gd name="T34" fmla="*/ 12 w 35"/>
                <a:gd name="T35" fmla="*/ 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51">
                  <a:moveTo>
                    <a:pt x="26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3" y="0"/>
                  </a:cubicBezTo>
                  <a:cubicBezTo>
                    <a:pt x="24" y="0"/>
                    <a:pt x="31" y="3"/>
                    <a:pt x="31" y="13"/>
                  </a:cubicBezTo>
                  <a:cubicBezTo>
                    <a:pt x="31" y="22"/>
                    <a:pt x="24" y="27"/>
                    <a:pt x="16" y="28"/>
                  </a:cubicBezTo>
                  <a:cubicBezTo>
                    <a:pt x="17" y="29"/>
                    <a:pt x="19" y="31"/>
                    <a:pt x="20" y="33"/>
                  </a:cubicBezTo>
                  <a:cubicBezTo>
                    <a:pt x="35" y="51"/>
                    <a:pt x="35" y="51"/>
                    <a:pt x="35" y="51"/>
                  </a:cubicBezTo>
                  <a:lnTo>
                    <a:pt x="26" y="51"/>
                  </a:lnTo>
                  <a:close/>
                  <a:moveTo>
                    <a:pt x="12" y="5"/>
                  </a:moveTo>
                  <a:cubicBezTo>
                    <a:pt x="10" y="5"/>
                    <a:pt x="9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3"/>
                    <a:pt x="10" y="23"/>
                    <a:pt x="12" y="23"/>
                  </a:cubicBezTo>
                  <a:cubicBezTo>
                    <a:pt x="19" y="23"/>
                    <a:pt x="24" y="20"/>
                    <a:pt x="24" y="14"/>
                  </a:cubicBezTo>
                  <a:cubicBezTo>
                    <a:pt x="24" y="8"/>
                    <a:pt x="20" y="5"/>
                    <a:pt x="12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9" name="Freeform 56">
              <a:extLst>
                <a:ext uri="{FF2B5EF4-FFF2-40B4-BE49-F238E27FC236}">
                  <a16:creationId xmlns:a16="http://schemas.microsoft.com/office/drawing/2014/main" id="{DE419544-7954-4BF4-B186-FEA37DC57F1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63" y="1329"/>
              <a:ext cx="111" cy="121"/>
            </a:xfrm>
            <a:custGeom>
              <a:avLst/>
              <a:gdLst>
                <a:gd name="T0" fmla="*/ 39 w 47"/>
                <a:gd name="T1" fmla="*/ 51 h 51"/>
                <a:gd name="T2" fmla="*/ 35 w 47"/>
                <a:gd name="T3" fmla="*/ 39 h 51"/>
                <a:gd name="T4" fmla="*/ 12 w 47"/>
                <a:gd name="T5" fmla="*/ 39 h 51"/>
                <a:gd name="T6" fmla="*/ 8 w 47"/>
                <a:gd name="T7" fmla="*/ 51 h 51"/>
                <a:gd name="T8" fmla="*/ 0 w 47"/>
                <a:gd name="T9" fmla="*/ 51 h 51"/>
                <a:gd name="T10" fmla="*/ 20 w 47"/>
                <a:gd name="T11" fmla="*/ 0 h 51"/>
                <a:gd name="T12" fmla="*/ 28 w 47"/>
                <a:gd name="T13" fmla="*/ 0 h 51"/>
                <a:gd name="T14" fmla="*/ 47 w 47"/>
                <a:gd name="T15" fmla="*/ 51 h 51"/>
                <a:gd name="T16" fmla="*/ 39 w 47"/>
                <a:gd name="T17" fmla="*/ 51 h 51"/>
                <a:gd name="T18" fmla="*/ 26 w 47"/>
                <a:gd name="T19" fmla="*/ 15 h 51"/>
                <a:gd name="T20" fmla="*/ 24 w 47"/>
                <a:gd name="T21" fmla="*/ 8 h 51"/>
                <a:gd name="T22" fmla="*/ 23 w 47"/>
                <a:gd name="T23" fmla="*/ 8 h 51"/>
                <a:gd name="T24" fmla="*/ 21 w 47"/>
                <a:gd name="T25" fmla="*/ 15 h 51"/>
                <a:gd name="T26" fmla="*/ 14 w 47"/>
                <a:gd name="T27" fmla="*/ 34 h 51"/>
                <a:gd name="T28" fmla="*/ 33 w 47"/>
                <a:gd name="T29" fmla="*/ 34 h 51"/>
                <a:gd name="T30" fmla="*/ 26 w 47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51">
                  <a:moveTo>
                    <a:pt x="39" y="51"/>
                  </a:moveTo>
                  <a:cubicBezTo>
                    <a:pt x="35" y="39"/>
                    <a:pt x="35" y="39"/>
                    <a:pt x="35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7" y="51"/>
                    <a:pt x="47" y="51"/>
                    <a:pt x="47" y="51"/>
                  </a:cubicBezTo>
                  <a:lnTo>
                    <a:pt x="39" y="51"/>
                  </a:lnTo>
                  <a:close/>
                  <a:moveTo>
                    <a:pt x="26" y="15"/>
                  </a:moveTo>
                  <a:cubicBezTo>
                    <a:pt x="25" y="12"/>
                    <a:pt x="24" y="10"/>
                    <a:pt x="24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10"/>
                    <a:pt x="22" y="12"/>
                    <a:pt x="21" y="15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4"/>
                    <a:pt x="33" y="34"/>
                    <a:pt x="33" y="34"/>
                  </a:cubicBezTo>
                  <a:lnTo>
                    <a:pt x="26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0" name="Freeform 57">
              <a:extLst>
                <a:ext uri="{FF2B5EF4-FFF2-40B4-BE49-F238E27FC236}">
                  <a16:creationId xmlns:a16="http://schemas.microsoft.com/office/drawing/2014/main" id="{88422FB1-B44E-4F3B-A9C1-F79C1A031A33}"/>
                </a:ext>
              </a:extLst>
            </p:cNvPr>
            <p:cNvSpPr>
              <a:spLocks/>
            </p:cNvSpPr>
            <p:nvPr/>
          </p:nvSpPr>
          <p:spPr bwMode="gray">
            <a:xfrm>
              <a:off x="3807" y="1329"/>
              <a:ext cx="62" cy="121"/>
            </a:xfrm>
            <a:custGeom>
              <a:avLst/>
              <a:gdLst>
                <a:gd name="T0" fmla="*/ 0 w 62"/>
                <a:gd name="T1" fmla="*/ 121 h 121"/>
                <a:gd name="T2" fmla="*/ 0 w 62"/>
                <a:gd name="T3" fmla="*/ 0 h 121"/>
                <a:gd name="T4" fmla="*/ 17 w 62"/>
                <a:gd name="T5" fmla="*/ 0 h 121"/>
                <a:gd name="T6" fmla="*/ 17 w 62"/>
                <a:gd name="T7" fmla="*/ 107 h 121"/>
                <a:gd name="T8" fmla="*/ 62 w 62"/>
                <a:gd name="T9" fmla="*/ 107 h 121"/>
                <a:gd name="T10" fmla="*/ 62 w 62"/>
                <a:gd name="T11" fmla="*/ 121 h 121"/>
                <a:gd name="T12" fmla="*/ 0 w 62"/>
                <a:gd name="T13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121">
                  <a:moveTo>
                    <a:pt x="0" y="121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107"/>
                  </a:lnTo>
                  <a:lnTo>
                    <a:pt x="62" y="107"/>
                  </a:lnTo>
                  <a:lnTo>
                    <a:pt x="62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1" name="Rectangle 58">
              <a:extLst>
                <a:ext uri="{FF2B5EF4-FFF2-40B4-BE49-F238E27FC236}">
                  <a16:creationId xmlns:a16="http://schemas.microsoft.com/office/drawing/2014/main" id="{FB539FC4-8A7E-42AA-9BDC-8DA9ECA8A0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78" y="1329"/>
              <a:ext cx="16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2" name="Freeform 59">
              <a:extLst>
                <a:ext uri="{FF2B5EF4-FFF2-40B4-BE49-F238E27FC236}">
                  <a16:creationId xmlns:a16="http://schemas.microsoft.com/office/drawing/2014/main" id="{C0E5B1DD-5385-4CE2-8A9E-4311B16B30E6}"/>
                </a:ext>
              </a:extLst>
            </p:cNvPr>
            <p:cNvSpPr>
              <a:spLocks/>
            </p:cNvSpPr>
            <p:nvPr/>
          </p:nvSpPr>
          <p:spPr bwMode="gray">
            <a:xfrm>
              <a:off x="4053" y="1329"/>
              <a:ext cx="100" cy="121"/>
            </a:xfrm>
            <a:custGeom>
              <a:avLst/>
              <a:gdLst>
                <a:gd name="T0" fmla="*/ 32 w 42"/>
                <a:gd name="T1" fmla="*/ 51 h 51"/>
                <a:gd name="T2" fmla="*/ 12 w 42"/>
                <a:gd name="T3" fmla="*/ 20 h 51"/>
                <a:gd name="T4" fmla="*/ 6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9 w 42"/>
                <a:gd name="T15" fmla="*/ 0 h 51"/>
                <a:gd name="T16" fmla="*/ 29 w 42"/>
                <a:gd name="T17" fmla="*/ 31 h 51"/>
                <a:gd name="T18" fmla="*/ 35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2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6" y="9"/>
                  </a:cubicBezTo>
                  <a:cubicBezTo>
                    <a:pt x="6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8"/>
                    <a:pt x="35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3" name="Freeform 60">
              <a:extLst>
                <a:ext uri="{FF2B5EF4-FFF2-40B4-BE49-F238E27FC236}">
                  <a16:creationId xmlns:a16="http://schemas.microsoft.com/office/drawing/2014/main" id="{5B8DCB9F-2A20-40F0-82CA-4CEF3A01948A}"/>
                </a:ext>
              </a:extLst>
            </p:cNvPr>
            <p:cNvSpPr>
              <a:spLocks/>
            </p:cNvSpPr>
            <p:nvPr/>
          </p:nvSpPr>
          <p:spPr bwMode="gray">
            <a:xfrm>
              <a:off x="4195" y="1326"/>
              <a:ext cx="105" cy="126"/>
            </a:xfrm>
            <a:custGeom>
              <a:avLst/>
              <a:gdLst>
                <a:gd name="T0" fmla="*/ 26 w 44"/>
                <a:gd name="T1" fmla="*/ 53 h 53"/>
                <a:gd name="T2" fmla="*/ 0 w 44"/>
                <a:gd name="T3" fmla="*/ 28 h 53"/>
                <a:gd name="T4" fmla="*/ 29 w 44"/>
                <a:gd name="T5" fmla="*/ 0 h 53"/>
                <a:gd name="T6" fmla="*/ 43 w 44"/>
                <a:gd name="T7" fmla="*/ 3 h 53"/>
                <a:gd name="T8" fmla="*/ 42 w 44"/>
                <a:gd name="T9" fmla="*/ 9 h 53"/>
                <a:gd name="T10" fmla="*/ 28 w 44"/>
                <a:gd name="T11" fmla="*/ 6 h 53"/>
                <a:gd name="T12" fmla="*/ 8 w 44"/>
                <a:gd name="T13" fmla="*/ 27 h 53"/>
                <a:gd name="T14" fmla="*/ 27 w 44"/>
                <a:gd name="T15" fmla="*/ 47 h 53"/>
                <a:gd name="T16" fmla="*/ 37 w 44"/>
                <a:gd name="T17" fmla="*/ 46 h 53"/>
                <a:gd name="T18" fmla="*/ 37 w 44"/>
                <a:gd name="T19" fmla="*/ 26 h 53"/>
                <a:gd name="T20" fmla="*/ 44 w 44"/>
                <a:gd name="T21" fmla="*/ 26 h 53"/>
                <a:gd name="T22" fmla="*/ 44 w 44"/>
                <a:gd name="T23" fmla="*/ 50 h 53"/>
                <a:gd name="T24" fmla="*/ 26 w 44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53">
                  <a:moveTo>
                    <a:pt x="26" y="53"/>
                  </a:moveTo>
                  <a:cubicBezTo>
                    <a:pt x="10" y="53"/>
                    <a:pt x="0" y="44"/>
                    <a:pt x="0" y="28"/>
                  </a:cubicBezTo>
                  <a:cubicBezTo>
                    <a:pt x="0" y="12"/>
                    <a:pt x="11" y="0"/>
                    <a:pt x="29" y="0"/>
                  </a:cubicBezTo>
                  <a:cubicBezTo>
                    <a:pt x="34" y="0"/>
                    <a:pt x="39" y="1"/>
                    <a:pt x="43" y="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7" y="7"/>
                    <a:pt x="33" y="6"/>
                    <a:pt x="28" y="6"/>
                  </a:cubicBezTo>
                  <a:cubicBezTo>
                    <a:pt x="17" y="6"/>
                    <a:pt x="8" y="13"/>
                    <a:pt x="8" y="27"/>
                  </a:cubicBezTo>
                  <a:cubicBezTo>
                    <a:pt x="8" y="40"/>
                    <a:pt x="16" y="47"/>
                    <a:pt x="27" y="47"/>
                  </a:cubicBezTo>
                  <a:cubicBezTo>
                    <a:pt x="31" y="47"/>
                    <a:pt x="34" y="46"/>
                    <a:pt x="37" y="4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39" y="52"/>
                    <a:pt x="32" y="53"/>
                    <a:pt x="26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4" name="Freeform 61">
              <a:extLst>
                <a:ext uri="{FF2B5EF4-FFF2-40B4-BE49-F238E27FC236}">
                  <a16:creationId xmlns:a16="http://schemas.microsoft.com/office/drawing/2014/main" id="{ECDCF566-7B41-4DFF-88DE-E6C74491899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349" y="1329"/>
              <a:ext cx="81" cy="121"/>
            </a:xfrm>
            <a:custGeom>
              <a:avLst/>
              <a:gdLst>
                <a:gd name="T0" fmla="*/ 25 w 34"/>
                <a:gd name="T1" fmla="*/ 51 h 51"/>
                <a:gd name="T2" fmla="*/ 8 w 34"/>
                <a:gd name="T3" fmla="*/ 28 h 51"/>
                <a:gd name="T4" fmla="*/ 7 w 34"/>
                <a:gd name="T5" fmla="*/ 28 h 51"/>
                <a:gd name="T6" fmla="*/ 7 w 34"/>
                <a:gd name="T7" fmla="*/ 51 h 51"/>
                <a:gd name="T8" fmla="*/ 0 w 34"/>
                <a:gd name="T9" fmla="*/ 51 h 51"/>
                <a:gd name="T10" fmla="*/ 0 w 34"/>
                <a:gd name="T11" fmla="*/ 0 h 51"/>
                <a:gd name="T12" fmla="*/ 13 w 34"/>
                <a:gd name="T13" fmla="*/ 0 h 51"/>
                <a:gd name="T14" fmla="*/ 31 w 34"/>
                <a:gd name="T15" fmla="*/ 13 h 51"/>
                <a:gd name="T16" fmla="*/ 15 w 34"/>
                <a:gd name="T17" fmla="*/ 28 h 51"/>
                <a:gd name="T18" fmla="*/ 20 w 34"/>
                <a:gd name="T19" fmla="*/ 33 h 51"/>
                <a:gd name="T20" fmla="*/ 34 w 34"/>
                <a:gd name="T21" fmla="*/ 51 h 51"/>
                <a:gd name="T22" fmla="*/ 25 w 34"/>
                <a:gd name="T23" fmla="*/ 51 h 51"/>
                <a:gd name="T24" fmla="*/ 11 w 34"/>
                <a:gd name="T25" fmla="*/ 5 h 51"/>
                <a:gd name="T26" fmla="*/ 7 w 34"/>
                <a:gd name="T27" fmla="*/ 6 h 51"/>
                <a:gd name="T28" fmla="*/ 7 w 34"/>
                <a:gd name="T29" fmla="*/ 23 h 51"/>
                <a:gd name="T30" fmla="*/ 11 w 34"/>
                <a:gd name="T31" fmla="*/ 23 h 51"/>
                <a:gd name="T32" fmla="*/ 23 w 34"/>
                <a:gd name="T33" fmla="*/ 14 h 51"/>
                <a:gd name="T34" fmla="*/ 11 w 34"/>
                <a:gd name="T35" fmla="*/ 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1">
                  <a:moveTo>
                    <a:pt x="25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7" y="0"/>
                    <a:pt x="13" y="0"/>
                  </a:cubicBezTo>
                  <a:cubicBezTo>
                    <a:pt x="23" y="0"/>
                    <a:pt x="31" y="3"/>
                    <a:pt x="31" y="13"/>
                  </a:cubicBezTo>
                  <a:cubicBezTo>
                    <a:pt x="31" y="22"/>
                    <a:pt x="24" y="27"/>
                    <a:pt x="15" y="28"/>
                  </a:cubicBezTo>
                  <a:cubicBezTo>
                    <a:pt x="17" y="29"/>
                    <a:pt x="18" y="31"/>
                    <a:pt x="20" y="33"/>
                  </a:cubicBezTo>
                  <a:cubicBezTo>
                    <a:pt x="34" y="51"/>
                    <a:pt x="34" y="51"/>
                    <a:pt x="34" y="51"/>
                  </a:cubicBezTo>
                  <a:lnTo>
                    <a:pt x="25" y="51"/>
                  </a:lnTo>
                  <a:close/>
                  <a:moveTo>
                    <a:pt x="11" y="5"/>
                  </a:moveTo>
                  <a:cubicBezTo>
                    <a:pt x="10" y="5"/>
                    <a:pt x="8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9" y="23"/>
                    <a:pt x="11" y="23"/>
                  </a:cubicBezTo>
                  <a:cubicBezTo>
                    <a:pt x="19" y="23"/>
                    <a:pt x="23" y="20"/>
                    <a:pt x="23" y="14"/>
                  </a:cubicBezTo>
                  <a:cubicBezTo>
                    <a:pt x="23" y="8"/>
                    <a:pt x="19" y="5"/>
                    <a:pt x="11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5" name="Freeform 62">
              <a:extLst>
                <a:ext uri="{FF2B5EF4-FFF2-40B4-BE49-F238E27FC236}">
                  <a16:creationId xmlns:a16="http://schemas.microsoft.com/office/drawing/2014/main" id="{4F029FC5-A4EF-495E-8EDE-46A3303B3050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" y="1329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6" name="Freeform 63">
              <a:extLst>
                <a:ext uri="{FF2B5EF4-FFF2-40B4-BE49-F238E27FC236}">
                  <a16:creationId xmlns:a16="http://schemas.microsoft.com/office/drawing/2014/main" id="{84AC118C-EC32-4EA8-A621-821491C30A0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576" y="1329"/>
              <a:ext cx="100" cy="123"/>
            </a:xfrm>
            <a:custGeom>
              <a:avLst/>
              <a:gdLst>
                <a:gd name="T0" fmla="*/ 13 w 42"/>
                <a:gd name="T1" fmla="*/ 52 h 52"/>
                <a:gd name="T2" fmla="*/ 0 w 42"/>
                <a:gd name="T3" fmla="*/ 51 h 52"/>
                <a:gd name="T4" fmla="*/ 0 w 42"/>
                <a:gd name="T5" fmla="*/ 0 h 52"/>
                <a:gd name="T6" fmla="*/ 15 w 42"/>
                <a:gd name="T7" fmla="*/ 0 h 52"/>
                <a:gd name="T8" fmla="*/ 42 w 42"/>
                <a:gd name="T9" fmla="*/ 25 h 52"/>
                <a:gd name="T10" fmla="*/ 13 w 42"/>
                <a:gd name="T11" fmla="*/ 52 h 52"/>
                <a:gd name="T12" fmla="*/ 15 w 42"/>
                <a:gd name="T13" fmla="*/ 6 h 52"/>
                <a:gd name="T14" fmla="*/ 7 w 42"/>
                <a:gd name="T15" fmla="*/ 6 h 52"/>
                <a:gd name="T16" fmla="*/ 7 w 42"/>
                <a:gd name="T17" fmla="*/ 45 h 52"/>
                <a:gd name="T18" fmla="*/ 14 w 42"/>
                <a:gd name="T19" fmla="*/ 46 h 52"/>
                <a:gd name="T20" fmla="*/ 35 w 42"/>
                <a:gd name="T21" fmla="*/ 26 h 52"/>
                <a:gd name="T22" fmla="*/ 15 w 42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52">
                  <a:moveTo>
                    <a:pt x="13" y="52"/>
                  </a:moveTo>
                  <a:cubicBezTo>
                    <a:pt x="8" y="52"/>
                    <a:pt x="3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10" y="0"/>
                    <a:pt x="15" y="0"/>
                  </a:cubicBezTo>
                  <a:cubicBezTo>
                    <a:pt x="32" y="0"/>
                    <a:pt x="42" y="8"/>
                    <a:pt x="42" y="25"/>
                  </a:cubicBezTo>
                  <a:cubicBezTo>
                    <a:pt x="42" y="43"/>
                    <a:pt x="30" y="52"/>
                    <a:pt x="13" y="52"/>
                  </a:cubicBezTo>
                  <a:close/>
                  <a:moveTo>
                    <a:pt x="15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9" y="46"/>
                    <a:pt x="12" y="46"/>
                    <a:pt x="14" y="46"/>
                  </a:cubicBezTo>
                  <a:cubicBezTo>
                    <a:pt x="26" y="46"/>
                    <a:pt x="35" y="40"/>
                    <a:pt x="35" y="26"/>
                  </a:cubicBezTo>
                  <a:cubicBezTo>
                    <a:pt x="35" y="13"/>
                    <a:pt x="28" y="6"/>
                    <a:pt x="15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7" name="Rectangle 64">
              <a:extLst>
                <a:ext uri="{FF2B5EF4-FFF2-40B4-BE49-F238E27FC236}">
                  <a16:creationId xmlns:a16="http://schemas.microsoft.com/office/drawing/2014/main" id="{F5EC05AE-B9AB-466C-9C84-B3EA2232E5C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718" y="1329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3DD47D0E-165C-46D7-9188-E1138A49E262}"/>
                </a:ext>
              </a:extLst>
            </p:cNvPr>
            <p:cNvSpPr>
              <a:spLocks/>
            </p:cNvSpPr>
            <p:nvPr/>
          </p:nvSpPr>
          <p:spPr bwMode="gray">
            <a:xfrm>
              <a:off x="4789" y="1329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9" name="Freeform 66">
              <a:extLst>
                <a:ext uri="{FF2B5EF4-FFF2-40B4-BE49-F238E27FC236}">
                  <a16:creationId xmlns:a16="http://schemas.microsoft.com/office/drawing/2014/main" id="{E59DF623-F25C-476C-B483-EF34D315FA42}"/>
                </a:ext>
              </a:extLst>
            </p:cNvPr>
            <p:cNvSpPr>
              <a:spLocks/>
            </p:cNvSpPr>
            <p:nvPr/>
          </p:nvSpPr>
          <p:spPr bwMode="gray">
            <a:xfrm>
              <a:off x="4898" y="1329"/>
              <a:ext cx="99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20 h 51"/>
                <a:gd name="T4" fmla="*/ 7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29 w 42"/>
                <a:gd name="T17" fmla="*/ 31 h 51"/>
                <a:gd name="T18" fmla="*/ 36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2" y="35"/>
                    <a:pt x="34" y="38"/>
                    <a:pt x="36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0" name="Freeform 67">
              <a:extLst>
                <a:ext uri="{FF2B5EF4-FFF2-40B4-BE49-F238E27FC236}">
                  <a16:creationId xmlns:a16="http://schemas.microsoft.com/office/drawing/2014/main" id="{E5C6A0D7-539F-434E-BCCD-C127A0392603}"/>
                </a:ext>
              </a:extLst>
            </p:cNvPr>
            <p:cNvSpPr>
              <a:spLocks/>
            </p:cNvSpPr>
            <p:nvPr/>
          </p:nvSpPr>
          <p:spPr bwMode="gray">
            <a:xfrm>
              <a:off x="5031" y="1329"/>
              <a:ext cx="89" cy="121"/>
            </a:xfrm>
            <a:custGeom>
              <a:avLst/>
              <a:gdLst>
                <a:gd name="T0" fmla="*/ 54 w 89"/>
                <a:gd name="T1" fmla="*/ 14 h 121"/>
                <a:gd name="T2" fmla="*/ 54 w 89"/>
                <a:gd name="T3" fmla="*/ 121 h 121"/>
                <a:gd name="T4" fmla="*/ 35 w 89"/>
                <a:gd name="T5" fmla="*/ 121 h 121"/>
                <a:gd name="T6" fmla="*/ 35 w 89"/>
                <a:gd name="T7" fmla="*/ 14 h 121"/>
                <a:gd name="T8" fmla="*/ 0 w 89"/>
                <a:gd name="T9" fmla="*/ 14 h 121"/>
                <a:gd name="T10" fmla="*/ 0 w 89"/>
                <a:gd name="T11" fmla="*/ 0 h 121"/>
                <a:gd name="T12" fmla="*/ 89 w 89"/>
                <a:gd name="T13" fmla="*/ 0 h 121"/>
                <a:gd name="T14" fmla="*/ 89 w 89"/>
                <a:gd name="T15" fmla="*/ 14 h 121"/>
                <a:gd name="T16" fmla="*/ 54 w 89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121">
                  <a:moveTo>
                    <a:pt x="54" y="14"/>
                  </a:moveTo>
                  <a:lnTo>
                    <a:pt x="54" y="121"/>
                  </a:lnTo>
                  <a:lnTo>
                    <a:pt x="35" y="121"/>
                  </a:lnTo>
                  <a:lnTo>
                    <a:pt x="35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9" y="0"/>
                  </a:lnTo>
                  <a:lnTo>
                    <a:pt x="89" y="14"/>
                  </a:lnTo>
                  <a:lnTo>
                    <a:pt x="54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1" name="Freeform 68">
              <a:extLst>
                <a:ext uri="{FF2B5EF4-FFF2-40B4-BE49-F238E27FC236}">
                  <a16:creationId xmlns:a16="http://schemas.microsoft.com/office/drawing/2014/main" id="{AB7BC67D-F9F8-4D1A-9C5B-C1D3045D2B5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39" y="1326"/>
              <a:ext cx="76" cy="126"/>
            </a:xfrm>
            <a:custGeom>
              <a:avLst/>
              <a:gdLst>
                <a:gd name="T0" fmla="*/ 12 w 32"/>
                <a:gd name="T1" fmla="*/ 53 h 53"/>
                <a:gd name="T2" fmla="*/ 0 w 32"/>
                <a:gd name="T3" fmla="*/ 52 h 53"/>
                <a:gd name="T4" fmla="*/ 1 w 32"/>
                <a:gd name="T5" fmla="*/ 45 h 53"/>
                <a:gd name="T6" fmla="*/ 12 w 32"/>
                <a:gd name="T7" fmla="*/ 47 h 53"/>
                <a:gd name="T8" fmla="*/ 24 w 32"/>
                <a:gd name="T9" fmla="*/ 38 h 53"/>
                <a:gd name="T10" fmla="*/ 0 w 32"/>
                <a:gd name="T11" fmla="*/ 15 h 53"/>
                <a:gd name="T12" fmla="*/ 18 w 32"/>
                <a:gd name="T13" fmla="*/ 0 h 53"/>
                <a:gd name="T14" fmla="*/ 28 w 32"/>
                <a:gd name="T15" fmla="*/ 1 h 53"/>
                <a:gd name="T16" fmla="*/ 27 w 32"/>
                <a:gd name="T17" fmla="*/ 8 h 53"/>
                <a:gd name="T18" fmla="*/ 18 w 32"/>
                <a:gd name="T19" fmla="*/ 6 h 53"/>
                <a:gd name="T20" fmla="*/ 7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3"/>
                    <a:pt x="0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9" y="47"/>
                    <a:pt x="12" y="47"/>
                  </a:cubicBezTo>
                  <a:cubicBezTo>
                    <a:pt x="19" y="47"/>
                    <a:pt x="24" y="45"/>
                    <a:pt x="24" y="38"/>
                  </a:cubicBezTo>
                  <a:cubicBezTo>
                    <a:pt x="24" y="27"/>
                    <a:pt x="0" y="31"/>
                    <a:pt x="0" y="15"/>
                  </a:cubicBezTo>
                  <a:cubicBezTo>
                    <a:pt x="0" y="6"/>
                    <a:pt x="7" y="0"/>
                    <a:pt x="18" y="0"/>
                  </a:cubicBezTo>
                  <a:cubicBezTo>
                    <a:pt x="22" y="0"/>
                    <a:pt x="25" y="1"/>
                    <a:pt x="28" y="1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4" y="7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2" y="21"/>
                    <a:pt x="32" y="37"/>
                  </a:cubicBezTo>
                  <a:cubicBezTo>
                    <a:pt x="32" y="47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2" name="Rectangle 69">
              <a:extLst>
                <a:ext uri="{FF2B5EF4-FFF2-40B4-BE49-F238E27FC236}">
                  <a16:creationId xmlns:a16="http://schemas.microsoft.com/office/drawing/2014/main" id="{15AD0158-68EA-40B6-8BDD-92867738960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48" y="1562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3" name="Freeform 70">
              <a:extLst>
                <a:ext uri="{FF2B5EF4-FFF2-40B4-BE49-F238E27FC236}">
                  <a16:creationId xmlns:a16="http://schemas.microsoft.com/office/drawing/2014/main" id="{E54FE512-F321-4F6E-85B4-9D8DD26B9BFE}"/>
                </a:ext>
              </a:extLst>
            </p:cNvPr>
            <p:cNvSpPr>
              <a:spLocks/>
            </p:cNvSpPr>
            <p:nvPr/>
          </p:nvSpPr>
          <p:spPr bwMode="gray">
            <a:xfrm>
              <a:off x="3121" y="1562"/>
              <a:ext cx="100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19 h 51"/>
                <a:gd name="T4" fmla="*/ 7 w 42"/>
                <a:gd name="T5" fmla="*/ 8 h 51"/>
                <a:gd name="T6" fmla="*/ 7 w 42"/>
                <a:gd name="T7" fmla="*/ 34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29 w 42"/>
                <a:gd name="T17" fmla="*/ 30 h 51"/>
                <a:gd name="T18" fmla="*/ 36 w 42"/>
                <a:gd name="T19" fmla="*/ 42 h 51"/>
                <a:gd name="T20" fmla="*/ 35 w 42"/>
                <a:gd name="T21" fmla="*/ 14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19"/>
                    <a:pt x="13" y="19"/>
                    <a:pt x="13" y="19"/>
                  </a:cubicBezTo>
                  <a:cubicBezTo>
                    <a:pt x="10" y="15"/>
                    <a:pt x="8" y="12"/>
                    <a:pt x="7" y="8"/>
                  </a:cubicBezTo>
                  <a:cubicBezTo>
                    <a:pt x="7" y="14"/>
                    <a:pt x="7" y="26"/>
                    <a:pt x="7" y="34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32" y="34"/>
                    <a:pt x="34" y="38"/>
                    <a:pt x="36" y="42"/>
                  </a:cubicBezTo>
                  <a:cubicBezTo>
                    <a:pt x="36" y="35"/>
                    <a:pt x="35" y="23"/>
                    <a:pt x="35" y="14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4" name="Freeform 71">
              <a:extLst>
                <a:ext uri="{FF2B5EF4-FFF2-40B4-BE49-F238E27FC236}">
                  <a16:creationId xmlns:a16="http://schemas.microsoft.com/office/drawing/2014/main" id="{AE5D0EFF-19A9-4CFC-95A1-4900D34D11E1}"/>
                </a:ext>
              </a:extLst>
            </p:cNvPr>
            <p:cNvSpPr>
              <a:spLocks/>
            </p:cNvSpPr>
            <p:nvPr/>
          </p:nvSpPr>
          <p:spPr bwMode="gray">
            <a:xfrm>
              <a:off x="3270" y="1559"/>
              <a:ext cx="102" cy="127"/>
            </a:xfrm>
            <a:custGeom>
              <a:avLst/>
              <a:gdLst>
                <a:gd name="T0" fmla="*/ 26 w 43"/>
                <a:gd name="T1" fmla="*/ 53 h 53"/>
                <a:gd name="T2" fmla="*/ 0 w 43"/>
                <a:gd name="T3" fmla="*/ 27 h 53"/>
                <a:gd name="T4" fmla="*/ 28 w 43"/>
                <a:gd name="T5" fmla="*/ 0 h 53"/>
                <a:gd name="T6" fmla="*/ 43 w 43"/>
                <a:gd name="T7" fmla="*/ 2 h 53"/>
                <a:gd name="T8" fmla="*/ 41 w 43"/>
                <a:gd name="T9" fmla="*/ 8 h 53"/>
                <a:gd name="T10" fmla="*/ 27 w 43"/>
                <a:gd name="T11" fmla="*/ 6 h 53"/>
                <a:gd name="T12" fmla="*/ 7 w 43"/>
                <a:gd name="T13" fmla="*/ 26 h 53"/>
                <a:gd name="T14" fmla="*/ 27 w 43"/>
                <a:gd name="T15" fmla="*/ 47 h 53"/>
                <a:gd name="T16" fmla="*/ 36 w 43"/>
                <a:gd name="T17" fmla="*/ 45 h 53"/>
                <a:gd name="T18" fmla="*/ 36 w 43"/>
                <a:gd name="T19" fmla="*/ 26 h 53"/>
                <a:gd name="T20" fmla="*/ 43 w 43"/>
                <a:gd name="T21" fmla="*/ 26 h 53"/>
                <a:gd name="T22" fmla="*/ 43 w 43"/>
                <a:gd name="T23" fmla="*/ 50 h 53"/>
                <a:gd name="T24" fmla="*/ 26 w 43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53">
                  <a:moveTo>
                    <a:pt x="26" y="53"/>
                  </a:moveTo>
                  <a:cubicBezTo>
                    <a:pt x="10" y="53"/>
                    <a:pt x="0" y="43"/>
                    <a:pt x="0" y="27"/>
                  </a:cubicBezTo>
                  <a:cubicBezTo>
                    <a:pt x="0" y="12"/>
                    <a:pt x="10" y="0"/>
                    <a:pt x="28" y="0"/>
                  </a:cubicBezTo>
                  <a:cubicBezTo>
                    <a:pt x="33" y="0"/>
                    <a:pt x="38" y="1"/>
                    <a:pt x="43" y="2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37" y="7"/>
                    <a:pt x="32" y="6"/>
                    <a:pt x="27" y="6"/>
                  </a:cubicBezTo>
                  <a:cubicBezTo>
                    <a:pt x="16" y="6"/>
                    <a:pt x="7" y="13"/>
                    <a:pt x="7" y="26"/>
                  </a:cubicBezTo>
                  <a:cubicBezTo>
                    <a:pt x="7" y="39"/>
                    <a:pt x="15" y="47"/>
                    <a:pt x="27" y="47"/>
                  </a:cubicBezTo>
                  <a:cubicBezTo>
                    <a:pt x="30" y="47"/>
                    <a:pt x="33" y="46"/>
                    <a:pt x="36" y="4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38" y="52"/>
                    <a:pt x="32" y="53"/>
                    <a:pt x="26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5" name="Freeform 72">
              <a:extLst>
                <a:ext uri="{FF2B5EF4-FFF2-40B4-BE49-F238E27FC236}">
                  <a16:creationId xmlns:a16="http://schemas.microsoft.com/office/drawing/2014/main" id="{D7C3BDB7-AB8C-4C21-A6F0-1107939BE3E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431" y="1559"/>
              <a:ext cx="81" cy="124"/>
            </a:xfrm>
            <a:custGeom>
              <a:avLst/>
              <a:gdLst>
                <a:gd name="T0" fmla="*/ 25 w 34"/>
                <a:gd name="T1" fmla="*/ 52 h 52"/>
                <a:gd name="T2" fmla="*/ 8 w 34"/>
                <a:gd name="T3" fmla="*/ 29 h 52"/>
                <a:gd name="T4" fmla="*/ 7 w 34"/>
                <a:gd name="T5" fmla="*/ 29 h 52"/>
                <a:gd name="T6" fmla="*/ 7 w 34"/>
                <a:gd name="T7" fmla="*/ 52 h 52"/>
                <a:gd name="T8" fmla="*/ 0 w 34"/>
                <a:gd name="T9" fmla="*/ 52 h 52"/>
                <a:gd name="T10" fmla="*/ 0 w 34"/>
                <a:gd name="T11" fmla="*/ 1 h 52"/>
                <a:gd name="T12" fmla="*/ 13 w 34"/>
                <a:gd name="T13" fmla="*/ 0 h 52"/>
                <a:gd name="T14" fmla="*/ 31 w 34"/>
                <a:gd name="T15" fmla="*/ 14 h 52"/>
                <a:gd name="T16" fmla="*/ 16 w 34"/>
                <a:gd name="T17" fmla="*/ 28 h 52"/>
                <a:gd name="T18" fmla="*/ 20 w 34"/>
                <a:gd name="T19" fmla="*/ 34 h 52"/>
                <a:gd name="T20" fmla="*/ 34 w 34"/>
                <a:gd name="T21" fmla="*/ 52 h 52"/>
                <a:gd name="T22" fmla="*/ 25 w 34"/>
                <a:gd name="T23" fmla="*/ 52 h 52"/>
                <a:gd name="T24" fmla="*/ 12 w 34"/>
                <a:gd name="T25" fmla="*/ 6 h 52"/>
                <a:gd name="T26" fmla="*/ 7 w 34"/>
                <a:gd name="T27" fmla="*/ 6 h 52"/>
                <a:gd name="T28" fmla="*/ 7 w 34"/>
                <a:gd name="T29" fmla="*/ 24 h 52"/>
                <a:gd name="T30" fmla="*/ 12 w 34"/>
                <a:gd name="T31" fmla="*/ 24 h 52"/>
                <a:gd name="T32" fmla="*/ 24 w 34"/>
                <a:gd name="T33" fmla="*/ 15 h 52"/>
                <a:gd name="T34" fmla="*/ 12 w 34"/>
                <a:gd name="T35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2">
                  <a:moveTo>
                    <a:pt x="25" y="52"/>
                  </a:moveTo>
                  <a:cubicBezTo>
                    <a:pt x="8" y="29"/>
                    <a:pt x="8" y="29"/>
                    <a:pt x="8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0"/>
                    <a:pt x="7" y="0"/>
                    <a:pt x="13" y="0"/>
                  </a:cubicBezTo>
                  <a:cubicBezTo>
                    <a:pt x="24" y="0"/>
                    <a:pt x="31" y="4"/>
                    <a:pt x="31" y="14"/>
                  </a:cubicBezTo>
                  <a:cubicBezTo>
                    <a:pt x="31" y="22"/>
                    <a:pt x="24" y="28"/>
                    <a:pt x="16" y="28"/>
                  </a:cubicBezTo>
                  <a:cubicBezTo>
                    <a:pt x="17" y="30"/>
                    <a:pt x="19" y="32"/>
                    <a:pt x="20" y="34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25" y="52"/>
                  </a:lnTo>
                  <a:close/>
                  <a:moveTo>
                    <a:pt x="12" y="6"/>
                  </a:moveTo>
                  <a:cubicBezTo>
                    <a:pt x="10" y="6"/>
                    <a:pt x="8" y="6"/>
                    <a:pt x="7" y="6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8" y="24"/>
                    <a:pt x="9" y="24"/>
                    <a:pt x="12" y="24"/>
                  </a:cubicBezTo>
                  <a:cubicBezTo>
                    <a:pt x="19" y="24"/>
                    <a:pt x="24" y="20"/>
                    <a:pt x="24" y="15"/>
                  </a:cubicBezTo>
                  <a:cubicBezTo>
                    <a:pt x="24" y="8"/>
                    <a:pt x="20" y="6"/>
                    <a:pt x="12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6" name="Freeform 73">
              <a:extLst>
                <a:ext uri="{FF2B5EF4-FFF2-40B4-BE49-F238E27FC236}">
                  <a16:creationId xmlns:a16="http://schemas.microsoft.com/office/drawing/2014/main" id="{99E4770C-A68E-4D50-85BD-0C48F739D4CA}"/>
                </a:ext>
              </a:extLst>
            </p:cNvPr>
            <p:cNvSpPr>
              <a:spLocks/>
            </p:cNvSpPr>
            <p:nvPr/>
          </p:nvSpPr>
          <p:spPr bwMode="gray">
            <a:xfrm>
              <a:off x="3557" y="1562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2 h 121"/>
                <a:gd name="T8" fmla="*/ 16 w 64"/>
                <a:gd name="T9" fmla="*/ 12 h 121"/>
                <a:gd name="T10" fmla="*/ 16 w 64"/>
                <a:gd name="T11" fmla="*/ 52 h 121"/>
                <a:gd name="T12" fmla="*/ 61 w 64"/>
                <a:gd name="T13" fmla="*/ 52 h 121"/>
                <a:gd name="T14" fmla="*/ 61 w 64"/>
                <a:gd name="T15" fmla="*/ 64 h 121"/>
                <a:gd name="T16" fmla="*/ 16 w 64"/>
                <a:gd name="T17" fmla="*/ 64 h 121"/>
                <a:gd name="T18" fmla="*/ 16 w 64"/>
                <a:gd name="T19" fmla="*/ 107 h 121"/>
                <a:gd name="T20" fmla="*/ 64 w 64"/>
                <a:gd name="T21" fmla="*/ 107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2"/>
                  </a:lnTo>
                  <a:lnTo>
                    <a:pt x="16" y="12"/>
                  </a:lnTo>
                  <a:lnTo>
                    <a:pt x="16" y="52"/>
                  </a:lnTo>
                  <a:lnTo>
                    <a:pt x="61" y="52"/>
                  </a:lnTo>
                  <a:lnTo>
                    <a:pt x="61" y="64"/>
                  </a:lnTo>
                  <a:lnTo>
                    <a:pt x="16" y="64"/>
                  </a:lnTo>
                  <a:lnTo>
                    <a:pt x="16" y="107"/>
                  </a:lnTo>
                  <a:lnTo>
                    <a:pt x="64" y="107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7" name="Freeform 74">
              <a:extLst>
                <a:ext uri="{FF2B5EF4-FFF2-40B4-BE49-F238E27FC236}">
                  <a16:creationId xmlns:a16="http://schemas.microsoft.com/office/drawing/2014/main" id="{A8C24177-FA2C-40D1-B46E-3EE292084D7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75" y="1559"/>
              <a:ext cx="102" cy="124"/>
            </a:xfrm>
            <a:custGeom>
              <a:avLst/>
              <a:gdLst>
                <a:gd name="T0" fmla="*/ 13 w 43"/>
                <a:gd name="T1" fmla="*/ 52 h 52"/>
                <a:gd name="T2" fmla="*/ 0 w 43"/>
                <a:gd name="T3" fmla="*/ 52 h 52"/>
                <a:gd name="T4" fmla="*/ 0 w 43"/>
                <a:gd name="T5" fmla="*/ 1 h 52"/>
                <a:gd name="T6" fmla="*/ 16 w 43"/>
                <a:gd name="T7" fmla="*/ 0 h 52"/>
                <a:gd name="T8" fmla="*/ 43 w 43"/>
                <a:gd name="T9" fmla="*/ 26 h 52"/>
                <a:gd name="T10" fmla="*/ 13 w 43"/>
                <a:gd name="T11" fmla="*/ 52 h 52"/>
                <a:gd name="T12" fmla="*/ 15 w 43"/>
                <a:gd name="T13" fmla="*/ 6 h 52"/>
                <a:gd name="T14" fmla="*/ 7 w 43"/>
                <a:gd name="T15" fmla="*/ 6 h 52"/>
                <a:gd name="T16" fmla="*/ 7 w 43"/>
                <a:gd name="T17" fmla="*/ 46 h 52"/>
                <a:gd name="T18" fmla="*/ 14 w 43"/>
                <a:gd name="T19" fmla="*/ 46 h 52"/>
                <a:gd name="T20" fmla="*/ 35 w 43"/>
                <a:gd name="T21" fmla="*/ 26 h 52"/>
                <a:gd name="T22" fmla="*/ 15 w 43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52">
                  <a:moveTo>
                    <a:pt x="13" y="52"/>
                  </a:moveTo>
                  <a:cubicBezTo>
                    <a:pt x="8" y="52"/>
                    <a:pt x="4" y="52"/>
                    <a:pt x="0" y="5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10" y="0"/>
                    <a:pt x="16" y="0"/>
                  </a:cubicBezTo>
                  <a:cubicBezTo>
                    <a:pt x="33" y="0"/>
                    <a:pt x="43" y="8"/>
                    <a:pt x="43" y="26"/>
                  </a:cubicBezTo>
                  <a:cubicBezTo>
                    <a:pt x="43" y="43"/>
                    <a:pt x="31" y="52"/>
                    <a:pt x="13" y="52"/>
                  </a:cubicBezTo>
                  <a:close/>
                  <a:moveTo>
                    <a:pt x="15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9" y="46"/>
                    <a:pt x="12" y="46"/>
                    <a:pt x="14" y="46"/>
                  </a:cubicBezTo>
                  <a:cubicBezTo>
                    <a:pt x="26" y="46"/>
                    <a:pt x="35" y="40"/>
                    <a:pt x="35" y="26"/>
                  </a:cubicBezTo>
                  <a:cubicBezTo>
                    <a:pt x="35" y="13"/>
                    <a:pt x="29" y="6"/>
                    <a:pt x="15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D49FB96C-0634-4EC3-8812-4D1C84AC0F5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24" y="1562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9" name="Freeform 76">
              <a:extLst>
                <a:ext uri="{FF2B5EF4-FFF2-40B4-BE49-F238E27FC236}">
                  <a16:creationId xmlns:a16="http://schemas.microsoft.com/office/drawing/2014/main" id="{9C6C0740-8272-4B74-AE46-F12536EB10A9}"/>
                </a:ext>
              </a:extLst>
            </p:cNvPr>
            <p:cNvSpPr>
              <a:spLocks/>
            </p:cNvSpPr>
            <p:nvPr/>
          </p:nvSpPr>
          <p:spPr bwMode="gray">
            <a:xfrm>
              <a:off x="3907" y="1562"/>
              <a:ext cx="66" cy="121"/>
            </a:xfrm>
            <a:custGeom>
              <a:avLst/>
              <a:gdLst>
                <a:gd name="T0" fmla="*/ 0 w 66"/>
                <a:gd name="T1" fmla="*/ 121 h 121"/>
                <a:gd name="T2" fmla="*/ 0 w 66"/>
                <a:gd name="T3" fmla="*/ 0 h 121"/>
                <a:gd name="T4" fmla="*/ 66 w 66"/>
                <a:gd name="T5" fmla="*/ 0 h 121"/>
                <a:gd name="T6" fmla="*/ 66 w 66"/>
                <a:gd name="T7" fmla="*/ 12 h 121"/>
                <a:gd name="T8" fmla="*/ 19 w 66"/>
                <a:gd name="T9" fmla="*/ 12 h 121"/>
                <a:gd name="T10" fmla="*/ 19 w 66"/>
                <a:gd name="T11" fmla="*/ 52 h 121"/>
                <a:gd name="T12" fmla="*/ 64 w 66"/>
                <a:gd name="T13" fmla="*/ 52 h 121"/>
                <a:gd name="T14" fmla="*/ 64 w 66"/>
                <a:gd name="T15" fmla="*/ 64 h 121"/>
                <a:gd name="T16" fmla="*/ 19 w 66"/>
                <a:gd name="T17" fmla="*/ 64 h 121"/>
                <a:gd name="T18" fmla="*/ 19 w 66"/>
                <a:gd name="T19" fmla="*/ 107 h 121"/>
                <a:gd name="T20" fmla="*/ 66 w 66"/>
                <a:gd name="T21" fmla="*/ 107 h 121"/>
                <a:gd name="T22" fmla="*/ 66 w 66"/>
                <a:gd name="T23" fmla="*/ 121 h 121"/>
                <a:gd name="T24" fmla="*/ 0 w 66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121">
                  <a:moveTo>
                    <a:pt x="0" y="121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2"/>
                  </a:lnTo>
                  <a:lnTo>
                    <a:pt x="19" y="12"/>
                  </a:lnTo>
                  <a:lnTo>
                    <a:pt x="19" y="52"/>
                  </a:lnTo>
                  <a:lnTo>
                    <a:pt x="64" y="52"/>
                  </a:lnTo>
                  <a:lnTo>
                    <a:pt x="64" y="64"/>
                  </a:lnTo>
                  <a:lnTo>
                    <a:pt x="19" y="64"/>
                  </a:lnTo>
                  <a:lnTo>
                    <a:pt x="19" y="107"/>
                  </a:lnTo>
                  <a:lnTo>
                    <a:pt x="66" y="107"/>
                  </a:lnTo>
                  <a:lnTo>
                    <a:pt x="66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0" name="Freeform 77">
              <a:extLst>
                <a:ext uri="{FF2B5EF4-FFF2-40B4-BE49-F238E27FC236}">
                  <a16:creationId xmlns:a16="http://schemas.microsoft.com/office/drawing/2014/main" id="{2798EF98-23C5-4B52-8B1F-D753EA5D3EC8}"/>
                </a:ext>
              </a:extLst>
            </p:cNvPr>
            <p:cNvSpPr>
              <a:spLocks/>
            </p:cNvSpPr>
            <p:nvPr/>
          </p:nvSpPr>
          <p:spPr bwMode="gray">
            <a:xfrm>
              <a:off x="4025" y="1562"/>
              <a:ext cx="99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19 h 51"/>
                <a:gd name="T4" fmla="*/ 7 w 42"/>
                <a:gd name="T5" fmla="*/ 8 h 51"/>
                <a:gd name="T6" fmla="*/ 7 w 42"/>
                <a:gd name="T7" fmla="*/ 34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30 w 42"/>
                <a:gd name="T17" fmla="*/ 30 h 51"/>
                <a:gd name="T18" fmla="*/ 36 w 42"/>
                <a:gd name="T19" fmla="*/ 42 h 51"/>
                <a:gd name="T20" fmla="*/ 35 w 42"/>
                <a:gd name="T21" fmla="*/ 14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19"/>
                    <a:pt x="13" y="19"/>
                    <a:pt x="13" y="19"/>
                  </a:cubicBezTo>
                  <a:cubicBezTo>
                    <a:pt x="10" y="15"/>
                    <a:pt x="9" y="12"/>
                    <a:pt x="7" y="8"/>
                  </a:cubicBezTo>
                  <a:cubicBezTo>
                    <a:pt x="7" y="14"/>
                    <a:pt x="7" y="26"/>
                    <a:pt x="7" y="34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2" y="34"/>
                    <a:pt x="34" y="38"/>
                    <a:pt x="36" y="42"/>
                  </a:cubicBezTo>
                  <a:cubicBezTo>
                    <a:pt x="36" y="35"/>
                    <a:pt x="35" y="23"/>
                    <a:pt x="35" y="14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1" name="Freeform 78">
              <a:extLst>
                <a:ext uri="{FF2B5EF4-FFF2-40B4-BE49-F238E27FC236}">
                  <a16:creationId xmlns:a16="http://schemas.microsoft.com/office/drawing/2014/main" id="{29522D5F-FFFB-4111-B744-F3129A52D462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2" y="1562"/>
              <a:ext cx="88" cy="121"/>
            </a:xfrm>
            <a:custGeom>
              <a:avLst/>
              <a:gdLst>
                <a:gd name="T0" fmla="*/ 52 w 88"/>
                <a:gd name="T1" fmla="*/ 12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2 h 121"/>
                <a:gd name="T8" fmla="*/ 0 w 88"/>
                <a:gd name="T9" fmla="*/ 12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2 h 121"/>
                <a:gd name="T16" fmla="*/ 52 w 88"/>
                <a:gd name="T17" fmla="*/ 1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2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2"/>
                  </a:lnTo>
                  <a:lnTo>
                    <a:pt x="52" y="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2" name="Freeform 79">
              <a:extLst>
                <a:ext uri="{FF2B5EF4-FFF2-40B4-BE49-F238E27FC236}">
                  <a16:creationId xmlns:a16="http://schemas.microsoft.com/office/drawing/2014/main" id="{A3B04DDE-0A1B-4BA2-AD33-3C408EF9226D}"/>
                </a:ext>
              </a:extLst>
            </p:cNvPr>
            <p:cNvSpPr>
              <a:spLocks/>
            </p:cNvSpPr>
            <p:nvPr/>
          </p:nvSpPr>
          <p:spPr bwMode="gray">
            <a:xfrm>
              <a:off x="4361" y="1559"/>
              <a:ext cx="73" cy="127"/>
            </a:xfrm>
            <a:custGeom>
              <a:avLst/>
              <a:gdLst>
                <a:gd name="T0" fmla="*/ 12 w 31"/>
                <a:gd name="T1" fmla="*/ 53 h 53"/>
                <a:gd name="T2" fmla="*/ 0 w 31"/>
                <a:gd name="T3" fmla="*/ 51 h 53"/>
                <a:gd name="T4" fmla="*/ 1 w 31"/>
                <a:gd name="T5" fmla="*/ 44 h 53"/>
                <a:gd name="T6" fmla="*/ 12 w 31"/>
                <a:gd name="T7" fmla="*/ 47 h 53"/>
                <a:gd name="T8" fmla="*/ 24 w 31"/>
                <a:gd name="T9" fmla="*/ 38 h 53"/>
                <a:gd name="T10" fmla="*/ 0 w 31"/>
                <a:gd name="T11" fmla="*/ 14 h 53"/>
                <a:gd name="T12" fmla="*/ 18 w 31"/>
                <a:gd name="T13" fmla="*/ 0 h 53"/>
                <a:gd name="T14" fmla="*/ 28 w 31"/>
                <a:gd name="T15" fmla="*/ 1 h 53"/>
                <a:gd name="T16" fmla="*/ 27 w 31"/>
                <a:gd name="T17" fmla="*/ 7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7" y="53"/>
                    <a:pt x="3" y="52"/>
                    <a:pt x="0" y="51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4" y="46"/>
                    <a:pt x="8" y="47"/>
                    <a:pt x="12" y="47"/>
                  </a:cubicBezTo>
                  <a:cubicBezTo>
                    <a:pt x="18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6" y="0"/>
                    <a:pt x="18" y="0"/>
                  </a:cubicBezTo>
                  <a:cubicBezTo>
                    <a:pt x="21" y="0"/>
                    <a:pt x="25" y="0"/>
                    <a:pt x="28" y="1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4" y="6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3" name="Freeform 80">
              <a:extLst>
                <a:ext uri="{FF2B5EF4-FFF2-40B4-BE49-F238E27FC236}">
                  <a16:creationId xmlns:a16="http://schemas.microsoft.com/office/drawing/2014/main" id="{894EC198-A007-4FC5-8A22-DBF4DFBA4B8B}"/>
                </a:ext>
              </a:extLst>
            </p:cNvPr>
            <p:cNvSpPr>
              <a:spLocks/>
            </p:cNvSpPr>
            <p:nvPr/>
          </p:nvSpPr>
          <p:spPr bwMode="gray">
            <a:xfrm>
              <a:off x="4470" y="1562"/>
              <a:ext cx="94" cy="121"/>
            </a:xfrm>
            <a:custGeom>
              <a:avLst/>
              <a:gdLst>
                <a:gd name="T0" fmla="*/ 23 w 40"/>
                <a:gd name="T1" fmla="*/ 32 h 51"/>
                <a:gd name="T2" fmla="*/ 23 w 40"/>
                <a:gd name="T3" fmla="*/ 51 h 51"/>
                <a:gd name="T4" fmla="*/ 16 w 40"/>
                <a:gd name="T5" fmla="*/ 51 h 51"/>
                <a:gd name="T6" fmla="*/ 16 w 40"/>
                <a:gd name="T7" fmla="*/ 32 h 51"/>
                <a:gd name="T8" fmla="*/ 0 w 40"/>
                <a:gd name="T9" fmla="*/ 0 h 51"/>
                <a:gd name="T10" fmla="*/ 8 w 40"/>
                <a:gd name="T11" fmla="*/ 0 h 51"/>
                <a:gd name="T12" fmla="*/ 16 w 40"/>
                <a:gd name="T13" fmla="*/ 17 h 51"/>
                <a:gd name="T14" fmla="*/ 20 w 40"/>
                <a:gd name="T15" fmla="*/ 26 h 51"/>
                <a:gd name="T16" fmla="*/ 20 w 40"/>
                <a:gd name="T17" fmla="*/ 26 h 51"/>
                <a:gd name="T18" fmla="*/ 25 w 40"/>
                <a:gd name="T19" fmla="*/ 16 h 51"/>
                <a:gd name="T20" fmla="*/ 33 w 40"/>
                <a:gd name="T21" fmla="*/ 0 h 51"/>
                <a:gd name="T22" fmla="*/ 40 w 40"/>
                <a:gd name="T23" fmla="*/ 0 h 51"/>
                <a:gd name="T24" fmla="*/ 23 w 40"/>
                <a:gd name="T25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51">
                  <a:moveTo>
                    <a:pt x="23" y="32"/>
                  </a:moveTo>
                  <a:cubicBezTo>
                    <a:pt x="23" y="51"/>
                    <a:pt x="23" y="51"/>
                    <a:pt x="23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20"/>
                    <a:pt x="19" y="23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1" y="23"/>
                    <a:pt x="23" y="19"/>
                    <a:pt x="25" y="16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23" y="3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4" name="Freeform 81">
              <a:extLst>
                <a:ext uri="{FF2B5EF4-FFF2-40B4-BE49-F238E27FC236}">
                  <a16:creationId xmlns:a16="http://schemas.microsoft.com/office/drawing/2014/main" id="{B5D33CDE-7E95-45AB-8DC9-416140B57FA2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8" y="1559"/>
              <a:ext cx="75" cy="127"/>
            </a:xfrm>
            <a:custGeom>
              <a:avLst/>
              <a:gdLst>
                <a:gd name="T0" fmla="*/ 12 w 32"/>
                <a:gd name="T1" fmla="*/ 53 h 53"/>
                <a:gd name="T2" fmla="*/ 1 w 32"/>
                <a:gd name="T3" fmla="*/ 51 h 53"/>
                <a:gd name="T4" fmla="*/ 2 w 32"/>
                <a:gd name="T5" fmla="*/ 44 h 53"/>
                <a:gd name="T6" fmla="*/ 13 w 32"/>
                <a:gd name="T7" fmla="*/ 47 h 53"/>
                <a:gd name="T8" fmla="*/ 24 w 32"/>
                <a:gd name="T9" fmla="*/ 38 h 53"/>
                <a:gd name="T10" fmla="*/ 0 w 32"/>
                <a:gd name="T11" fmla="*/ 14 h 53"/>
                <a:gd name="T12" fmla="*/ 19 w 32"/>
                <a:gd name="T13" fmla="*/ 0 h 53"/>
                <a:gd name="T14" fmla="*/ 28 w 32"/>
                <a:gd name="T15" fmla="*/ 1 h 53"/>
                <a:gd name="T16" fmla="*/ 28 w 32"/>
                <a:gd name="T17" fmla="*/ 7 h 53"/>
                <a:gd name="T18" fmla="*/ 19 w 32"/>
                <a:gd name="T19" fmla="*/ 6 h 53"/>
                <a:gd name="T20" fmla="*/ 8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2"/>
                    <a:pt x="1" y="51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6"/>
                    <a:pt x="9" y="47"/>
                    <a:pt x="13" y="47"/>
                  </a:cubicBezTo>
                  <a:cubicBezTo>
                    <a:pt x="19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7" y="0"/>
                    <a:pt x="19" y="0"/>
                  </a:cubicBezTo>
                  <a:cubicBezTo>
                    <a:pt x="22" y="0"/>
                    <a:pt x="25" y="0"/>
                    <a:pt x="28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5" y="6"/>
                    <a:pt x="22" y="6"/>
                    <a:pt x="19" y="6"/>
                  </a:cubicBezTo>
                  <a:cubicBezTo>
                    <a:pt x="11" y="6"/>
                    <a:pt x="8" y="9"/>
                    <a:pt x="8" y="14"/>
                  </a:cubicBezTo>
                  <a:cubicBezTo>
                    <a:pt x="8" y="25"/>
                    <a:pt x="32" y="21"/>
                    <a:pt x="32" y="37"/>
                  </a:cubicBezTo>
                  <a:cubicBezTo>
                    <a:pt x="32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5" name="Freeform 82">
              <a:extLst>
                <a:ext uri="{FF2B5EF4-FFF2-40B4-BE49-F238E27FC236}">
                  <a16:creationId xmlns:a16="http://schemas.microsoft.com/office/drawing/2014/main" id="{8E2A3350-30E8-407D-80B2-5C1C83C4A32B}"/>
                </a:ext>
              </a:extLst>
            </p:cNvPr>
            <p:cNvSpPr>
              <a:spLocks/>
            </p:cNvSpPr>
            <p:nvPr/>
          </p:nvSpPr>
          <p:spPr bwMode="gray">
            <a:xfrm>
              <a:off x="4704" y="1562"/>
              <a:ext cx="88" cy="121"/>
            </a:xfrm>
            <a:custGeom>
              <a:avLst/>
              <a:gdLst>
                <a:gd name="T0" fmla="*/ 52 w 88"/>
                <a:gd name="T1" fmla="*/ 12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2 h 121"/>
                <a:gd name="T8" fmla="*/ 0 w 88"/>
                <a:gd name="T9" fmla="*/ 12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2 h 121"/>
                <a:gd name="T16" fmla="*/ 52 w 88"/>
                <a:gd name="T17" fmla="*/ 1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2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2"/>
                  </a:lnTo>
                  <a:lnTo>
                    <a:pt x="52" y="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6" name="Freeform 83">
              <a:extLst>
                <a:ext uri="{FF2B5EF4-FFF2-40B4-BE49-F238E27FC236}">
                  <a16:creationId xmlns:a16="http://schemas.microsoft.com/office/drawing/2014/main" id="{FB792152-B4B2-4579-A3B2-15B1D1AE97B4}"/>
                </a:ext>
              </a:extLst>
            </p:cNvPr>
            <p:cNvSpPr>
              <a:spLocks/>
            </p:cNvSpPr>
            <p:nvPr/>
          </p:nvSpPr>
          <p:spPr bwMode="gray">
            <a:xfrm>
              <a:off x="4834" y="1562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2 h 121"/>
                <a:gd name="T8" fmla="*/ 17 w 64"/>
                <a:gd name="T9" fmla="*/ 12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4 h 121"/>
                <a:gd name="T16" fmla="*/ 17 w 64"/>
                <a:gd name="T17" fmla="*/ 64 h 121"/>
                <a:gd name="T18" fmla="*/ 17 w 64"/>
                <a:gd name="T19" fmla="*/ 107 h 121"/>
                <a:gd name="T20" fmla="*/ 64 w 64"/>
                <a:gd name="T21" fmla="*/ 107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2"/>
                  </a:lnTo>
                  <a:lnTo>
                    <a:pt x="17" y="12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4"/>
                  </a:lnTo>
                  <a:lnTo>
                    <a:pt x="17" y="64"/>
                  </a:lnTo>
                  <a:lnTo>
                    <a:pt x="17" y="107"/>
                  </a:lnTo>
                  <a:lnTo>
                    <a:pt x="64" y="107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7" name="Freeform 84">
              <a:extLst>
                <a:ext uri="{FF2B5EF4-FFF2-40B4-BE49-F238E27FC236}">
                  <a16:creationId xmlns:a16="http://schemas.microsoft.com/office/drawing/2014/main" id="{00AF0DA2-731B-405C-9BAB-4574D960875A}"/>
                </a:ext>
              </a:extLst>
            </p:cNvPr>
            <p:cNvSpPr>
              <a:spLocks/>
            </p:cNvSpPr>
            <p:nvPr/>
          </p:nvSpPr>
          <p:spPr bwMode="gray">
            <a:xfrm>
              <a:off x="4945" y="1562"/>
              <a:ext cx="149" cy="121"/>
            </a:xfrm>
            <a:custGeom>
              <a:avLst/>
              <a:gdLst>
                <a:gd name="T0" fmla="*/ 55 w 63"/>
                <a:gd name="T1" fmla="*/ 51 h 51"/>
                <a:gd name="T2" fmla="*/ 50 w 63"/>
                <a:gd name="T3" fmla="*/ 21 h 51"/>
                <a:gd name="T4" fmla="*/ 49 w 63"/>
                <a:gd name="T5" fmla="*/ 9 h 51"/>
                <a:gd name="T6" fmla="*/ 49 w 63"/>
                <a:gd name="T7" fmla="*/ 9 h 51"/>
                <a:gd name="T8" fmla="*/ 46 w 63"/>
                <a:gd name="T9" fmla="*/ 18 h 51"/>
                <a:gd name="T10" fmla="*/ 35 w 63"/>
                <a:gd name="T11" fmla="*/ 51 h 51"/>
                <a:gd name="T12" fmla="*/ 27 w 63"/>
                <a:gd name="T13" fmla="*/ 51 h 51"/>
                <a:gd name="T14" fmla="*/ 16 w 63"/>
                <a:gd name="T15" fmla="*/ 20 h 51"/>
                <a:gd name="T16" fmla="*/ 13 w 63"/>
                <a:gd name="T17" fmla="*/ 9 h 51"/>
                <a:gd name="T18" fmla="*/ 13 w 63"/>
                <a:gd name="T19" fmla="*/ 9 h 51"/>
                <a:gd name="T20" fmla="*/ 11 w 63"/>
                <a:gd name="T21" fmla="*/ 22 h 51"/>
                <a:gd name="T22" fmla="*/ 8 w 63"/>
                <a:gd name="T23" fmla="*/ 51 h 51"/>
                <a:gd name="T24" fmla="*/ 0 w 63"/>
                <a:gd name="T25" fmla="*/ 51 h 51"/>
                <a:gd name="T26" fmla="*/ 8 w 63"/>
                <a:gd name="T27" fmla="*/ 0 h 51"/>
                <a:gd name="T28" fmla="*/ 17 w 63"/>
                <a:gd name="T29" fmla="*/ 0 h 51"/>
                <a:gd name="T30" fmla="*/ 28 w 63"/>
                <a:gd name="T31" fmla="*/ 32 h 51"/>
                <a:gd name="T32" fmla="*/ 31 w 63"/>
                <a:gd name="T33" fmla="*/ 42 h 51"/>
                <a:gd name="T34" fmla="*/ 31 w 63"/>
                <a:gd name="T35" fmla="*/ 42 h 51"/>
                <a:gd name="T36" fmla="*/ 34 w 63"/>
                <a:gd name="T37" fmla="*/ 32 h 51"/>
                <a:gd name="T38" fmla="*/ 46 w 63"/>
                <a:gd name="T39" fmla="*/ 0 h 51"/>
                <a:gd name="T40" fmla="*/ 55 w 63"/>
                <a:gd name="T41" fmla="*/ 0 h 51"/>
                <a:gd name="T42" fmla="*/ 63 w 63"/>
                <a:gd name="T43" fmla="*/ 51 h 51"/>
                <a:gd name="T44" fmla="*/ 55 w 63"/>
                <a:gd name="T4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" h="51">
                  <a:moveTo>
                    <a:pt x="55" y="51"/>
                  </a:moveTo>
                  <a:cubicBezTo>
                    <a:pt x="50" y="21"/>
                    <a:pt x="50" y="21"/>
                    <a:pt x="50" y="21"/>
                  </a:cubicBezTo>
                  <a:cubicBezTo>
                    <a:pt x="50" y="16"/>
                    <a:pt x="49" y="12"/>
                    <a:pt x="49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8" y="11"/>
                    <a:pt x="47" y="14"/>
                    <a:pt x="46" y="1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16"/>
                    <a:pt x="14" y="12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13"/>
                    <a:pt x="12" y="17"/>
                    <a:pt x="11" y="2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9" y="35"/>
                    <a:pt x="30" y="38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39"/>
                    <a:pt x="33" y="36"/>
                    <a:pt x="34" y="32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3" y="51"/>
                    <a:pt x="63" y="51"/>
                    <a:pt x="63" y="51"/>
                  </a:cubicBezTo>
                  <a:lnTo>
                    <a:pt x="55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8" name="Freeform 85">
              <a:extLst>
                <a:ext uri="{FF2B5EF4-FFF2-40B4-BE49-F238E27FC236}">
                  <a16:creationId xmlns:a16="http://schemas.microsoft.com/office/drawing/2014/main" id="{0264E987-EC5A-4008-8325-817D5B95455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39" y="1559"/>
              <a:ext cx="76" cy="127"/>
            </a:xfrm>
            <a:custGeom>
              <a:avLst/>
              <a:gdLst>
                <a:gd name="T0" fmla="*/ 12 w 32"/>
                <a:gd name="T1" fmla="*/ 53 h 53"/>
                <a:gd name="T2" fmla="*/ 1 w 32"/>
                <a:gd name="T3" fmla="*/ 51 h 53"/>
                <a:gd name="T4" fmla="*/ 1 w 32"/>
                <a:gd name="T5" fmla="*/ 44 h 53"/>
                <a:gd name="T6" fmla="*/ 13 w 32"/>
                <a:gd name="T7" fmla="*/ 47 h 53"/>
                <a:gd name="T8" fmla="*/ 24 w 32"/>
                <a:gd name="T9" fmla="*/ 38 h 53"/>
                <a:gd name="T10" fmla="*/ 0 w 32"/>
                <a:gd name="T11" fmla="*/ 14 h 53"/>
                <a:gd name="T12" fmla="*/ 19 w 32"/>
                <a:gd name="T13" fmla="*/ 0 h 53"/>
                <a:gd name="T14" fmla="*/ 28 w 32"/>
                <a:gd name="T15" fmla="*/ 1 h 53"/>
                <a:gd name="T16" fmla="*/ 27 w 32"/>
                <a:gd name="T17" fmla="*/ 7 h 53"/>
                <a:gd name="T18" fmla="*/ 18 w 32"/>
                <a:gd name="T19" fmla="*/ 6 h 53"/>
                <a:gd name="T20" fmla="*/ 8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2"/>
                    <a:pt x="1" y="51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5" y="46"/>
                    <a:pt x="9" y="47"/>
                    <a:pt x="13" y="47"/>
                  </a:cubicBezTo>
                  <a:cubicBezTo>
                    <a:pt x="19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7" y="0"/>
                    <a:pt x="19" y="0"/>
                  </a:cubicBezTo>
                  <a:cubicBezTo>
                    <a:pt x="22" y="0"/>
                    <a:pt x="25" y="0"/>
                    <a:pt x="28" y="1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4" y="6"/>
                    <a:pt x="21" y="6"/>
                    <a:pt x="18" y="6"/>
                  </a:cubicBezTo>
                  <a:cubicBezTo>
                    <a:pt x="11" y="6"/>
                    <a:pt x="8" y="9"/>
                    <a:pt x="8" y="14"/>
                  </a:cubicBezTo>
                  <a:cubicBezTo>
                    <a:pt x="8" y="25"/>
                    <a:pt x="32" y="21"/>
                    <a:pt x="32" y="37"/>
                  </a:cubicBezTo>
                  <a:cubicBezTo>
                    <a:pt x="32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9" name="Rectangle 86">
              <a:extLst>
                <a:ext uri="{FF2B5EF4-FFF2-40B4-BE49-F238E27FC236}">
                  <a16:creationId xmlns:a16="http://schemas.microsoft.com/office/drawing/2014/main" id="{F514C47A-D5F4-43E3-9E2B-DB3EA500A5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48" y="1793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0" name="Freeform 87">
              <a:extLst>
                <a:ext uri="{FF2B5EF4-FFF2-40B4-BE49-F238E27FC236}">
                  <a16:creationId xmlns:a16="http://schemas.microsoft.com/office/drawing/2014/main" id="{F838FCE5-C4CB-4E8B-90FB-1D0206ABA450}"/>
                </a:ext>
              </a:extLst>
            </p:cNvPr>
            <p:cNvSpPr>
              <a:spLocks/>
            </p:cNvSpPr>
            <p:nvPr/>
          </p:nvSpPr>
          <p:spPr bwMode="gray">
            <a:xfrm>
              <a:off x="3112" y="1793"/>
              <a:ext cx="97" cy="121"/>
            </a:xfrm>
            <a:custGeom>
              <a:avLst/>
              <a:gdLst>
                <a:gd name="T0" fmla="*/ 32 w 41"/>
                <a:gd name="T1" fmla="*/ 51 h 51"/>
                <a:gd name="T2" fmla="*/ 12 w 41"/>
                <a:gd name="T3" fmla="*/ 20 h 51"/>
                <a:gd name="T4" fmla="*/ 7 w 41"/>
                <a:gd name="T5" fmla="*/ 9 h 51"/>
                <a:gd name="T6" fmla="*/ 7 w 41"/>
                <a:gd name="T7" fmla="*/ 35 h 51"/>
                <a:gd name="T8" fmla="*/ 7 w 41"/>
                <a:gd name="T9" fmla="*/ 51 h 51"/>
                <a:gd name="T10" fmla="*/ 0 w 41"/>
                <a:gd name="T11" fmla="*/ 51 h 51"/>
                <a:gd name="T12" fmla="*/ 0 w 41"/>
                <a:gd name="T13" fmla="*/ 0 h 51"/>
                <a:gd name="T14" fmla="*/ 9 w 41"/>
                <a:gd name="T15" fmla="*/ 0 h 51"/>
                <a:gd name="T16" fmla="*/ 29 w 41"/>
                <a:gd name="T17" fmla="*/ 31 h 51"/>
                <a:gd name="T18" fmla="*/ 35 w 41"/>
                <a:gd name="T19" fmla="*/ 42 h 51"/>
                <a:gd name="T20" fmla="*/ 34 w 41"/>
                <a:gd name="T21" fmla="*/ 15 h 51"/>
                <a:gd name="T22" fmla="*/ 34 w 41"/>
                <a:gd name="T23" fmla="*/ 0 h 51"/>
                <a:gd name="T24" fmla="*/ 41 w 41"/>
                <a:gd name="T25" fmla="*/ 0 h 51"/>
                <a:gd name="T26" fmla="*/ 41 w 41"/>
                <a:gd name="T27" fmla="*/ 51 h 51"/>
                <a:gd name="T28" fmla="*/ 32 w 41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9"/>
                    <a:pt x="35" y="42"/>
                  </a:cubicBezTo>
                  <a:cubicBezTo>
                    <a:pt x="35" y="36"/>
                    <a:pt x="34" y="23"/>
                    <a:pt x="34" y="15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1"/>
                    <a:pt x="41" y="51"/>
                    <a:pt x="41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1" name="Freeform 88">
              <a:extLst>
                <a:ext uri="{FF2B5EF4-FFF2-40B4-BE49-F238E27FC236}">
                  <a16:creationId xmlns:a16="http://schemas.microsoft.com/office/drawing/2014/main" id="{53679EB5-8599-4372-9C8D-BC8D7FC423EC}"/>
                </a:ext>
              </a:extLst>
            </p:cNvPr>
            <p:cNvSpPr>
              <a:spLocks/>
            </p:cNvSpPr>
            <p:nvPr/>
          </p:nvSpPr>
          <p:spPr bwMode="gray">
            <a:xfrm>
              <a:off x="3237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2" name="Freeform 89">
              <a:extLst>
                <a:ext uri="{FF2B5EF4-FFF2-40B4-BE49-F238E27FC236}">
                  <a16:creationId xmlns:a16="http://schemas.microsoft.com/office/drawing/2014/main" id="{0D407D28-B5AA-4DEA-ACE7-F8AFC8E79C94}"/>
                </a:ext>
              </a:extLst>
            </p:cNvPr>
            <p:cNvSpPr>
              <a:spLocks/>
            </p:cNvSpPr>
            <p:nvPr/>
          </p:nvSpPr>
          <p:spPr bwMode="gray">
            <a:xfrm>
              <a:off x="3353" y="1793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3" name="Freeform 90">
              <a:extLst>
                <a:ext uri="{FF2B5EF4-FFF2-40B4-BE49-F238E27FC236}">
                  <a16:creationId xmlns:a16="http://schemas.microsoft.com/office/drawing/2014/main" id="{BD9A6BAC-A98B-494F-897F-ABF6F9142792}"/>
                </a:ext>
              </a:extLst>
            </p:cNvPr>
            <p:cNvSpPr>
              <a:spLocks/>
            </p:cNvSpPr>
            <p:nvPr/>
          </p:nvSpPr>
          <p:spPr bwMode="gray">
            <a:xfrm>
              <a:off x="3445" y="1790"/>
              <a:ext cx="100" cy="126"/>
            </a:xfrm>
            <a:custGeom>
              <a:avLst/>
              <a:gdLst>
                <a:gd name="T0" fmla="*/ 25 w 42"/>
                <a:gd name="T1" fmla="*/ 53 h 53"/>
                <a:gd name="T2" fmla="*/ 0 w 42"/>
                <a:gd name="T3" fmla="*/ 28 h 53"/>
                <a:gd name="T4" fmla="*/ 27 w 42"/>
                <a:gd name="T5" fmla="*/ 0 h 53"/>
                <a:gd name="T6" fmla="*/ 42 w 42"/>
                <a:gd name="T7" fmla="*/ 3 h 53"/>
                <a:gd name="T8" fmla="*/ 40 w 42"/>
                <a:gd name="T9" fmla="*/ 9 h 53"/>
                <a:gd name="T10" fmla="*/ 27 w 42"/>
                <a:gd name="T11" fmla="*/ 6 h 53"/>
                <a:gd name="T12" fmla="*/ 7 w 42"/>
                <a:gd name="T13" fmla="*/ 27 h 53"/>
                <a:gd name="T14" fmla="*/ 26 w 42"/>
                <a:gd name="T15" fmla="*/ 47 h 53"/>
                <a:gd name="T16" fmla="*/ 35 w 42"/>
                <a:gd name="T17" fmla="*/ 46 h 53"/>
                <a:gd name="T18" fmla="*/ 35 w 42"/>
                <a:gd name="T19" fmla="*/ 26 h 53"/>
                <a:gd name="T20" fmla="*/ 42 w 42"/>
                <a:gd name="T21" fmla="*/ 26 h 53"/>
                <a:gd name="T22" fmla="*/ 42 w 42"/>
                <a:gd name="T23" fmla="*/ 50 h 53"/>
                <a:gd name="T24" fmla="*/ 25 w 4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53">
                  <a:moveTo>
                    <a:pt x="25" y="53"/>
                  </a:moveTo>
                  <a:cubicBezTo>
                    <a:pt x="10" y="53"/>
                    <a:pt x="0" y="44"/>
                    <a:pt x="0" y="28"/>
                  </a:cubicBezTo>
                  <a:cubicBezTo>
                    <a:pt x="0" y="12"/>
                    <a:pt x="10" y="0"/>
                    <a:pt x="27" y="0"/>
                  </a:cubicBezTo>
                  <a:cubicBezTo>
                    <a:pt x="32" y="0"/>
                    <a:pt x="37" y="1"/>
                    <a:pt x="42" y="3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6" y="7"/>
                    <a:pt x="31" y="6"/>
                    <a:pt x="27" y="6"/>
                  </a:cubicBezTo>
                  <a:cubicBezTo>
                    <a:pt x="16" y="6"/>
                    <a:pt x="7" y="13"/>
                    <a:pt x="7" y="27"/>
                  </a:cubicBezTo>
                  <a:cubicBezTo>
                    <a:pt x="7" y="40"/>
                    <a:pt x="15" y="47"/>
                    <a:pt x="26" y="47"/>
                  </a:cubicBezTo>
                  <a:cubicBezTo>
                    <a:pt x="30" y="47"/>
                    <a:pt x="33" y="46"/>
                    <a:pt x="35" y="4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52"/>
                    <a:pt x="31" y="53"/>
                    <a:pt x="25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4" name="Freeform 91">
              <a:extLst>
                <a:ext uri="{FF2B5EF4-FFF2-40B4-BE49-F238E27FC236}">
                  <a16:creationId xmlns:a16="http://schemas.microsoft.com/office/drawing/2014/main" id="{B08FD74D-337E-4FF8-B70C-114F0AB67CD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590" y="1793"/>
              <a:ext cx="80" cy="121"/>
            </a:xfrm>
            <a:custGeom>
              <a:avLst/>
              <a:gdLst>
                <a:gd name="T0" fmla="*/ 25 w 34"/>
                <a:gd name="T1" fmla="*/ 51 h 51"/>
                <a:gd name="T2" fmla="*/ 8 w 34"/>
                <a:gd name="T3" fmla="*/ 28 h 51"/>
                <a:gd name="T4" fmla="*/ 7 w 34"/>
                <a:gd name="T5" fmla="*/ 28 h 51"/>
                <a:gd name="T6" fmla="*/ 7 w 34"/>
                <a:gd name="T7" fmla="*/ 51 h 51"/>
                <a:gd name="T8" fmla="*/ 0 w 34"/>
                <a:gd name="T9" fmla="*/ 51 h 51"/>
                <a:gd name="T10" fmla="*/ 0 w 34"/>
                <a:gd name="T11" fmla="*/ 0 h 51"/>
                <a:gd name="T12" fmla="*/ 13 w 34"/>
                <a:gd name="T13" fmla="*/ 0 h 51"/>
                <a:gd name="T14" fmla="*/ 31 w 34"/>
                <a:gd name="T15" fmla="*/ 13 h 51"/>
                <a:gd name="T16" fmla="*/ 16 w 34"/>
                <a:gd name="T17" fmla="*/ 28 h 51"/>
                <a:gd name="T18" fmla="*/ 20 w 34"/>
                <a:gd name="T19" fmla="*/ 33 h 51"/>
                <a:gd name="T20" fmla="*/ 34 w 34"/>
                <a:gd name="T21" fmla="*/ 51 h 51"/>
                <a:gd name="T22" fmla="*/ 25 w 34"/>
                <a:gd name="T23" fmla="*/ 51 h 51"/>
                <a:gd name="T24" fmla="*/ 12 w 34"/>
                <a:gd name="T25" fmla="*/ 6 h 51"/>
                <a:gd name="T26" fmla="*/ 7 w 34"/>
                <a:gd name="T27" fmla="*/ 6 h 51"/>
                <a:gd name="T28" fmla="*/ 7 w 34"/>
                <a:gd name="T29" fmla="*/ 23 h 51"/>
                <a:gd name="T30" fmla="*/ 12 w 34"/>
                <a:gd name="T31" fmla="*/ 23 h 51"/>
                <a:gd name="T32" fmla="*/ 23 w 34"/>
                <a:gd name="T33" fmla="*/ 14 h 51"/>
                <a:gd name="T34" fmla="*/ 12 w 34"/>
                <a:gd name="T35" fmla="*/ 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1">
                  <a:moveTo>
                    <a:pt x="25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3" y="0"/>
                  </a:cubicBezTo>
                  <a:cubicBezTo>
                    <a:pt x="23" y="0"/>
                    <a:pt x="31" y="3"/>
                    <a:pt x="31" y="13"/>
                  </a:cubicBezTo>
                  <a:cubicBezTo>
                    <a:pt x="31" y="22"/>
                    <a:pt x="24" y="27"/>
                    <a:pt x="16" y="28"/>
                  </a:cubicBezTo>
                  <a:cubicBezTo>
                    <a:pt x="17" y="29"/>
                    <a:pt x="19" y="31"/>
                    <a:pt x="20" y="33"/>
                  </a:cubicBezTo>
                  <a:cubicBezTo>
                    <a:pt x="34" y="51"/>
                    <a:pt x="34" y="51"/>
                    <a:pt x="34" y="51"/>
                  </a:cubicBezTo>
                  <a:lnTo>
                    <a:pt x="25" y="51"/>
                  </a:lnTo>
                  <a:close/>
                  <a:moveTo>
                    <a:pt x="12" y="6"/>
                  </a:moveTo>
                  <a:cubicBezTo>
                    <a:pt x="10" y="6"/>
                    <a:pt x="9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3"/>
                    <a:pt x="10" y="23"/>
                    <a:pt x="12" y="23"/>
                  </a:cubicBezTo>
                  <a:cubicBezTo>
                    <a:pt x="19" y="23"/>
                    <a:pt x="23" y="20"/>
                    <a:pt x="23" y="14"/>
                  </a:cubicBezTo>
                  <a:cubicBezTo>
                    <a:pt x="23" y="8"/>
                    <a:pt x="19" y="6"/>
                    <a:pt x="12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5" name="Freeform 92">
              <a:extLst>
                <a:ext uri="{FF2B5EF4-FFF2-40B4-BE49-F238E27FC236}">
                  <a16:creationId xmlns:a16="http://schemas.microsoft.com/office/drawing/2014/main" id="{C8878918-47E6-4C9C-88CC-0AF0FC63352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89" y="1793"/>
              <a:ext cx="107" cy="121"/>
            </a:xfrm>
            <a:custGeom>
              <a:avLst/>
              <a:gdLst>
                <a:gd name="T0" fmla="*/ 37 w 45"/>
                <a:gd name="T1" fmla="*/ 51 h 51"/>
                <a:gd name="T2" fmla="*/ 33 w 45"/>
                <a:gd name="T3" fmla="*/ 39 h 51"/>
                <a:gd name="T4" fmla="*/ 11 w 45"/>
                <a:gd name="T5" fmla="*/ 39 h 51"/>
                <a:gd name="T6" fmla="*/ 7 w 45"/>
                <a:gd name="T7" fmla="*/ 51 h 51"/>
                <a:gd name="T8" fmla="*/ 0 w 45"/>
                <a:gd name="T9" fmla="*/ 51 h 51"/>
                <a:gd name="T10" fmla="*/ 19 w 45"/>
                <a:gd name="T11" fmla="*/ 0 h 51"/>
                <a:gd name="T12" fmla="*/ 26 w 45"/>
                <a:gd name="T13" fmla="*/ 0 h 51"/>
                <a:gd name="T14" fmla="*/ 45 w 45"/>
                <a:gd name="T15" fmla="*/ 51 h 51"/>
                <a:gd name="T16" fmla="*/ 37 w 45"/>
                <a:gd name="T17" fmla="*/ 51 h 51"/>
                <a:gd name="T18" fmla="*/ 25 w 45"/>
                <a:gd name="T19" fmla="*/ 15 h 51"/>
                <a:gd name="T20" fmla="*/ 22 w 45"/>
                <a:gd name="T21" fmla="*/ 8 h 51"/>
                <a:gd name="T22" fmla="*/ 22 w 45"/>
                <a:gd name="T23" fmla="*/ 8 h 51"/>
                <a:gd name="T24" fmla="*/ 20 w 45"/>
                <a:gd name="T25" fmla="*/ 15 h 51"/>
                <a:gd name="T26" fmla="*/ 13 w 45"/>
                <a:gd name="T27" fmla="*/ 34 h 51"/>
                <a:gd name="T28" fmla="*/ 31 w 45"/>
                <a:gd name="T29" fmla="*/ 34 h 51"/>
                <a:gd name="T30" fmla="*/ 25 w 45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" h="51">
                  <a:moveTo>
                    <a:pt x="37" y="51"/>
                  </a:moveTo>
                  <a:cubicBezTo>
                    <a:pt x="33" y="39"/>
                    <a:pt x="33" y="39"/>
                    <a:pt x="33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45" y="51"/>
                    <a:pt x="45" y="51"/>
                    <a:pt x="45" y="51"/>
                  </a:cubicBezTo>
                  <a:lnTo>
                    <a:pt x="37" y="51"/>
                  </a:lnTo>
                  <a:close/>
                  <a:moveTo>
                    <a:pt x="25" y="15"/>
                  </a:moveTo>
                  <a:cubicBezTo>
                    <a:pt x="24" y="12"/>
                    <a:pt x="23" y="10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10"/>
                    <a:pt x="21" y="12"/>
                    <a:pt x="20" y="15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31" y="34"/>
                    <a:pt x="31" y="34"/>
                    <a:pt x="31" y="34"/>
                  </a:cubicBezTo>
                  <a:lnTo>
                    <a:pt x="25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6" name="Freeform 93">
              <a:extLst>
                <a:ext uri="{FF2B5EF4-FFF2-40B4-BE49-F238E27FC236}">
                  <a16:creationId xmlns:a16="http://schemas.microsoft.com/office/drawing/2014/main" id="{8C5AE619-7A4F-4287-9B67-0049C989388A}"/>
                </a:ext>
              </a:extLst>
            </p:cNvPr>
            <p:cNvSpPr>
              <a:spLocks/>
            </p:cNvSpPr>
            <p:nvPr/>
          </p:nvSpPr>
          <p:spPr bwMode="gray">
            <a:xfrm>
              <a:off x="3800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7" name="Freeform 94">
              <a:extLst>
                <a:ext uri="{FF2B5EF4-FFF2-40B4-BE49-F238E27FC236}">
                  <a16:creationId xmlns:a16="http://schemas.microsoft.com/office/drawing/2014/main" id="{A95175D4-C73A-4F99-8DB4-95F393E2D12E}"/>
                </a:ext>
              </a:extLst>
            </p:cNvPr>
            <p:cNvSpPr>
              <a:spLocks/>
            </p:cNvSpPr>
            <p:nvPr/>
          </p:nvSpPr>
          <p:spPr bwMode="gray">
            <a:xfrm>
              <a:off x="3919" y="1793"/>
              <a:ext cx="61" cy="121"/>
            </a:xfrm>
            <a:custGeom>
              <a:avLst/>
              <a:gdLst>
                <a:gd name="T0" fmla="*/ 0 w 61"/>
                <a:gd name="T1" fmla="*/ 121 h 121"/>
                <a:gd name="T2" fmla="*/ 0 w 61"/>
                <a:gd name="T3" fmla="*/ 0 h 121"/>
                <a:gd name="T4" fmla="*/ 61 w 61"/>
                <a:gd name="T5" fmla="*/ 0 h 121"/>
                <a:gd name="T6" fmla="*/ 61 w 61"/>
                <a:gd name="T7" fmla="*/ 14 h 121"/>
                <a:gd name="T8" fmla="*/ 16 w 61"/>
                <a:gd name="T9" fmla="*/ 14 h 121"/>
                <a:gd name="T10" fmla="*/ 16 w 61"/>
                <a:gd name="T11" fmla="*/ 52 h 121"/>
                <a:gd name="T12" fmla="*/ 59 w 61"/>
                <a:gd name="T13" fmla="*/ 52 h 121"/>
                <a:gd name="T14" fmla="*/ 59 w 61"/>
                <a:gd name="T15" fmla="*/ 66 h 121"/>
                <a:gd name="T16" fmla="*/ 16 w 61"/>
                <a:gd name="T17" fmla="*/ 66 h 121"/>
                <a:gd name="T18" fmla="*/ 16 w 61"/>
                <a:gd name="T19" fmla="*/ 109 h 121"/>
                <a:gd name="T20" fmla="*/ 61 w 61"/>
                <a:gd name="T21" fmla="*/ 109 h 121"/>
                <a:gd name="T22" fmla="*/ 61 w 61"/>
                <a:gd name="T23" fmla="*/ 121 h 121"/>
                <a:gd name="T24" fmla="*/ 0 w 61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121">
                  <a:moveTo>
                    <a:pt x="0" y="121"/>
                  </a:moveTo>
                  <a:lnTo>
                    <a:pt x="0" y="0"/>
                  </a:lnTo>
                  <a:lnTo>
                    <a:pt x="61" y="0"/>
                  </a:lnTo>
                  <a:lnTo>
                    <a:pt x="61" y="14"/>
                  </a:lnTo>
                  <a:lnTo>
                    <a:pt x="16" y="14"/>
                  </a:lnTo>
                  <a:lnTo>
                    <a:pt x="16" y="52"/>
                  </a:lnTo>
                  <a:lnTo>
                    <a:pt x="59" y="52"/>
                  </a:lnTo>
                  <a:lnTo>
                    <a:pt x="59" y="66"/>
                  </a:lnTo>
                  <a:lnTo>
                    <a:pt x="16" y="66"/>
                  </a:lnTo>
                  <a:lnTo>
                    <a:pt x="16" y="109"/>
                  </a:lnTo>
                  <a:lnTo>
                    <a:pt x="61" y="109"/>
                  </a:lnTo>
                  <a:lnTo>
                    <a:pt x="61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8" name="Freeform 95">
              <a:extLst>
                <a:ext uri="{FF2B5EF4-FFF2-40B4-BE49-F238E27FC236}">
                  <a16:creationId xmlns:a16="http://schemas.microsoft.com/office/drawing/2014/main" id="{FF1CB86F-A378-49D4-9B8D-99C9A6FD5B1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023" y="1793"/>
              <a:ext cx="97" cy="123"/>
            </a:xfrm>
            <a:custGeom>
              <a:avLst/>
              <a:gdLst>
                <a:gd name="T0" fmla="*/ 13 w 41"/>
                <a:gd name="T1" fmla="*/ 52 h 52"/>
                <a:gd name="T2" fmla="*/ 0 w 41"/>
                <a:gd name="T3" fmla="*/ 51 h 52"/>
                <a:gd name="T4" fmla="*/ 0 w 41"/>
                <a:gd name="T5" fmla="*/ 0 h 52"/>
                <a:gd name="T6" fmla="*/ 15 w 41"/>
                <a:gd name="T7" fmla="*/ 0 h 52"/>
                <a:gd name="T8" fmla="*/ 41 w 41"/>
                <a:gd name="T9" fmla="*/ 25 h 52"/>
                <a:gd name="T10" fmla="*/ 13 w 41"/>
                <a:gd name="T11" fmla="*/ 52 h 52"/>
                <a:gd name="T12" fmla="*/ 14 w 41"/>
                <a:gd name="T13" fmla="*/ 6 h 52"/>
                <a:gd name="T14" fmla="*/ 7 w 41"/>
                <a:gd name="T15" fmla="*/ 6 h 52"/>
                <a:gd name="T16" fmla="*/ 7 w 41"/>
                <a:gd name="T17" fmla="*/ 45 h 52"/>
                <a:gd name="T18" fmla="*/ 14 w 41"/>
                <a:gd name="T19" fmla="*/ 46 h 52"/>
                <a:gd name="T20" fmla="*/ 34 w 41"/>
                <a:gd name="T21" fmla="*/ 26 h 52"/>
                <a:gd name="T22" fmla="*/ 14 w 41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" h="52">
                  <a:moveTo>
                    <a:pt x="13" y="52"/>
                  </a:moveTo>
                  <a:cubicBezTo>
                    <a:pt x="8" y="52"/>
                    <a:pt x="4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10" y="0"/>
                    <a:pt x="15" y="0"/>
                  </a:cubicBezTo>
                  <a:cubicBezTo>
                    <a:pt x="32" y="0"/>
                    <a:pt x="41" y="8"/>
                    <a:pt x="41" y="25"/>
                  </a:cubicBezTo>
                  <a:cubicBezTo>
                    <a:pt x="41" y="43"/>
                    <a:pt x="30" y="52"/>
                    <a:pt x="13" y="52"/>
                  </a:cubicBezTo>
                  <a:close/>
                  <a:moveTo>
                    <a:pt x="14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9" y="46"/>
                    <a:pt x="11" y="46"/>
                    <a:pt x="14" y="46"/>
                  </a:cubicBezTo>
                  <a:cubicBezTo>
                    <a:pt x="26" y="46"/>
                    <a:pt x="34" y="40"/>
                    <a:pt x="34" y="26"/>
                  </a:cubicBezTo>
                  <a:cubicBezTo>
                    <a:pt x="34" y="13"/>
                    <a:pt x="28" y="6"/>
                    <a:pt x="14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9" name="Freeform 96">
              <a:extLst>
                <a:ext uri="{FF2B5EF4-FFF2-40B4-BE49-F238E27FC236}">
                  <a16:creationId xmlns:a16="http://schemas.microsoft.com/office/drawing/2014/main" id="{4A46EE2E-FA66-4A63-92BC-4FC7E3D182BF}"/>
                </a:ext>
              </a:extLst>
            </p:cNvPr>
            <p:cNvSpPr>
              <a:spLocks/>
            </p:cNvSpPr>
            <p:nvPr/>
          </p:nvSpPr>
          <p:spPr bwMode="gray">
            <a:xfrm>
              <a:off x="4217" y="1790"/>
              <a:ext cx="73" cy="126"/>
            </a:xfrm>
            <a:custGeom>
              <a:avLst/>
              <a:gdLst>
                <a:gd name="T0" fmla="*/ 12 w 31"/>
                <a:gd name="T1" fmla="*/ 53 h 53"/>
                <a:gd name="T2" fmla="*/ 0 w 31"/>
                <a:gd name="T3" fmla="*/ 52 h 53"/>
                <a:gd name="T4" fmla="*/ 1 w 31"/>
                <a:gd name="T5" fmla="*/ 45 h 53"/>
                <a:gd name="T6" fmla="*/ 12 w 31"/>
                <a:gd name="T7" fmla="*/ 47 h 53"/>
                <a:gd name="T8" fmla="*/ 23 w 31"/>
                <a:gd name="T9" fmla="*/ 38 h 53"/>
                <a:gd name="T10" fmla="*/ 0 w 31"/>
                <a:gd name="T11" fmla="*/ 15 h 53"/>
                <a:gd name="T12" fmla="*/ 18 w 31"/>
                <a:gd name="T13" fmla="*/ 0 h 53"/>
                <a:gd name="T14" fmla="*/ 27 w 31"/>
                <a:gd name="T15" fmla="*/ 1 h 53"/>
                <a:gd name="T16" fmla="*/ 26 w 31"/>
                <a:gd name="T17" fmla="*/ 8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7" y="53"/>
                    <a:pt x="4" y="53"/>
                    <a:pt x="0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8" y="47"/>
                    <a:pt x="12" y="47"/>
                  </a:cubicBezTo>
                  <a:cubicBezTo>
                    <a:pt x="18" y="47"/>
                    <a:pt x="23" y="45"/>
                    <a:pt x="23" y="38"/>
                  </a:cubicBezTo>
                  <a:cubicBezTo>
                    <a:pt x="23" y="27"/>
                    <a:pt x="0" y="31"/>
                    <a:pt x="0" y="15"/>
                  </a:cubicBezTo>
                  <a:cubicBezTo>
                    <a:pt x="0" y="7"/>
                    <a:pt x="6" y="0"/>
                    <a:pt x="18" y="0"/>
                  </a:cubicBezTo>
                  <a:cubicBezTo>
                    <a:pt x="21" y="0"/>
                    <a:pt x="24" y="1"/>
                    <a:pt x="27" y="1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4" y="7"/>
                    <a:pt x="20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7"/>
                    <a:pt x="23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0" name="Freeform 97">
              <a:extLst>
                <a:ext uri="{FF2B5EF4-FFF2-40B4-BE49-F238E27FC236}">
                  <a16:creationId xmlns:a16="http://schemas.microsoft.com/office/drawing/2014/main" id="{2EE84FD0-49BF-433B-A3A0-CD8591316F2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318" y="1790"/>
              <a:ext cx="112" cy="126"/>
            </a:xfrm>
            <a:custGeom>
              <a:avLst/>
              <a:gdLst>
                <a:gd name="T0" fmla="*/ 22 w 47"/>
                <a:gd name="T1" fmla="*/ 53 h 53"/>
                <a:gd name="T2" fmla="*/ 0 w 47"/>
                <a:gd name="T3" fmla="*/ 27 h 53"/>
                <a:gd name="T4" fmla="*/ 24 w 47"/>
                <a:gd name="T5" fmla="*/ 0 h 53"/>
                <a:gd name="T6" fmla="*/ 47 w 47"/>
                <a:gd name="T7" fmla="*/ 26 h 53"/>
                <a:gd name="T8" fmla="*/ 22 w 47"/>
                <a:gd name="T9" fmla="*/ 53 h 53"/>
                <a:gd name="T10" fmla="*/ 23 w 47"/>
                <a:gd name="T11" fmla="*/ 7 h 53"/>
                <a:gd name="T12" fmla="*/ 7 w 47"/>
                <a:gd name="T13" fmla="*/ 26 h 53"/>
                <a:gd name="T14" fmla="*/ 23 w 47"/>
                <a:gd name="T15" fmla="*/ 47 h 53"/>
                <a:gd name="T16" fmla="*/ 39 w 47"/>
                <a:gd name="T17" fmla="*/ 27 h 53"/>
                <a:gd name="T18" fmla="*/ 23 w 47"/>
                <a:gd name="T19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53">
                  <a:moveTo>
                    <a:pt x="22" y="53"/>
                  </a:moveTo>
                  <a:cubicBezTo>
                    <a:pt x="7" y="53"/>
                    <a:pt x="0" y="43"/>
                    <a:pt x="0" y="27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7" y="9"/>
                    <a:pt x="47" y="26"/>
                  </a:cubicBezTo>
                  <a:cubicBezTo>
                    <a:pt x="47" y="43"/>
                    <a:pt x="36" y="53"/>
                    <a:pt x="22" y="53"/>
                  </a:cubicBezTo>
                  <a:close/>
                  <a:moveTo>
                    <a:pt x="23" y="7"/>
                  </a:moveTo>
                  <a:cubicBezTo>
                    <a:pt x="15" y="7"/>
                    <a:pt x="7" y="13"/>
                    <a:pt x="7" y="26"/>
                  </a:cubicBezTo>
                  <a:cubicBezTo>
                    <a:pt x="7" y="39"/>
                    <a:pt x="12" y="47"/>
                    <a:pt x="23" y="47"/>
                  </a:cubicBezTo>
                  <a:cubicBezTo>
                    <a:pt x="31" y="47"/>
                    <a:pt x="39" y="40"/>
                    <a:pt x="39" y="27"/>
                  </a:cubicBezTo>
                  <a:cubicBezTo>
                    <a:pt x="39" y="14"/>
                    <a:pt x="33" y="7"/>
                    <a:pt x="23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1" name="Freeform 98">
              <a:extLst>
                <a:ext uri="{FF2B5EF4-FFF2-40B4-BE49-F238E27FC236}">
                  <a16:creationId xmlns:a16="http://schemas.microsoft.com/office/drawing/2014/main" id="{5856F673-5ADC-42AB-A1AB-061A03AD58D1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7" y="1793"/>
              <a:ext cx="62" cy="121"/>
            </a:xfrm>
            <a:custGeom>
              <a:avLst/>
              <a:gdLst>
                <a:gd name="T0" fmla="*/ 0 w 62"/>
                <a:gd name="T1" fmla="*/ 121 h 121"/>
                <a:gd name="T2" fmla="*/ 0 w 62"/>
                <a:gd name="T3" fmla="*/ 0 h 121"/>
                <a:gd name="T4" fmla="*/ 17 w 62"/>
                <a:gd name="T5" fmla="*/ 0 h 121"/>
                <a:gd name="T6" fmla="*/ 17 w 62"/>
                <a:gd name="T7" fmla="*/ 107 h 121"/>
                <a:gd name="T8" fmla="*/ 62 w 62"/>
                <a:gd name="T9" fmla="*/ 107 h 121"/>
                <a:gd name="T10" fmla="*/ 62 w 62"/>
                <a:gd name="T11" fmla="*/ 121 h 121"/>
                <a:gd name="T12" fmla="*/ 0 w 62"/>
                <a:gd name="T13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121">
                  <a:moveTo>
                    <a:pt x="0" y="121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107"/>
                  </a:lnTo>
                  <a:lnTo>
                    <a:pt x="62" y="107"/>
                  </a:lnTo>
                  <a:lnTo>
                    <a:pt x="62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2" name="Freeform 99">
              <a:extLst>
                <a:ext uri="{FF2B5EF4-FFF2-40B4-BE49-F238E27FC236}">
                  <a16:creationId xmlns:a16="http://schemas.microsoft.com/office/drawing/2014/main" id="{989932CF-2EFA-4B1E-86A4-A19342035AB7}"/>
                </a:ext>
              </a:extLst>
            </p:cNvPr>
            <p:cNvSpPr>
              <a:spLocks/>
            </p:cNvSpPr>
            <p:nvPr/>
          </p:nvSpPr>
          <p:spPr bwMode="gray">
            <a:xfrm>
              <a:off x="4557" y="1793"/>
              <a:ext cx="93" cy="123"/>
            </a:xfrm>
            <a:custGeom>
              <a:avLst/>
              <a:gdLst>
                <a:gd name="T0" fmla="*/ 19 w 39"/>
                <a:gd name="T1" fmla="*/ 52 h 52"/>
                <a:gd name="T2" fmla="*/ 0 w 39"/>
                <a:gd name="T3" fmla="*/ 34 h 52"/>
                <a:gd name="T4" fmla="*/ 0 w 39"/>
                <a:gd name="T5" fmla="*/ 0 h 52"/>
                <a:gd name="T6" fmla="*/ 6 w 39"/>
                <a:gd name="T7" fmla="*/ 0 h 52"/>
                <a:gd name="T8" fmla="*/ 6 w 39"/>
                <a:gd name="T9" fmla="*/ 34 h 52"/>
                <a:gd name="T10" fmla="*/ 19 w 39"/>
                <a:gd name="T11" fmla="*/ 46 h 52"/>
                <a:gd name="T12" fmla="*/ 32 w 39"/>
                <a:gd name="T13" fmla="*/ 32 h 52"/>
                <a:gd name="T14" fmla="*/ 32 w 39"/>
                <a:gd name="T15" fmla="*/ 0 h 52"/>
                <a:gd name="T16" fmla="*/ 39 w 39"/>
                <a:gd name="T17" fmla="*/ 0 h 52"/>
                <a:gd name="T18" fmla="*/ 39 w 39"/>
                <a:gd name="T19" fmla="*/ 32 h 52"/>
                <a:gd name="T20" fmla="*/ 19 w 39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52">
                  <a:moveTo>
                    <a:pt x="19" y="52"/>
                  </a:moveTo>
                  <a:cubicBezTo>
                    <a:pt x="3" y="52"/>
                    <a:pt x="0" y="43"/>
                    <a:pt x="0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41"/>
                    <a:pt x="9" y="46"/>
                    <a:pt x="19" y="46"/>
                  </a:cubicBezTo>
                  <a:cubicBezTo>
                    <a:pt x="28" y="46"/>
                    <a:pt x="32" y="43"/>
                    <a:pt x="32" y="3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45"/>
                    <a:pt x="32" y="52"/>
                    <a:pt x="19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3" name="Freeform 100">
              <a:extLst>
                <a:ext uri="{FF2B5EF4-FFF2-40B4-BE49-F238E27FC236}">
                  <a16:creationId xmlns:a16="http://schemas.microsoft.com/office/drawing/2014/main" id="{2C555297-5840-473C-A797-5550705A7791}"/>
                </a:ext>
              </a:extLst>
            </p:cNvPr>
            <p:cNvSpPr>
              <a:spLocks/>
            </p:cNvSpPr>
            <p:nvPr/>
          </p:nvSpPr>
          <p:spPr bwMode="gray">
            <a:xfrm>
              <a:off x="4680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4" name="Rectangle 101">
              <a:extLst>
                <a:ext uri="{FF2B5EF4-FFF2-40B4-BE49-F238E27FC236}">
                  <a16:creationId xmlns:a16="http://schemas.microsoft.com/office/drawing/2014/main" id="{34EDDEF1-EA7A-48F4-A615-B8667395F3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796" y="1793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5" name="Freeform 102">
              <a:extLst>
                <a:ext uri="{FF2B5EF4-FFF2-40B4-BE49-F238E27FC236}">
                  <a16:creationId xmlns:a16="http://schemas.microsoft.com/office/drawing/2014/main" id="{F4050338-042B-407E-861E-0049764943E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853" y="1790"/>
              <a:ext cx="111" cy="126"/>
            </a:xfrm>
            <a:custGeom>
              <a:avLst/>
              <a:gdLst>
                <a:gd name="T0" fmla="*/ 23 w 47"/>
                <a:gd name="T1" fmla="*/ 53 h 53"/>
                <a:gd name="T2" fmla="*/ 0 w 47"/>
                <a:gd name="T3" fmla="*/ 27 h 53"/>
                <a:gd name="T4" fmla="*/ 24 w 47"/>
                <a:gd name="T5" fmla="*/ 0 h 53"/>
                <a:gd name="T6" fmla="*/ 47 w 47"/>
                <a:gd name="T7" fmla="*/ 26 h 53"/>
                <a:gd name="T8" fmla="*/ 23 w 47"/>
                <a:gd name="T9" fmla="*/ 53 h 53"/>
                <a:gd name="T10" fmla="*/ 23 w 47"/>
                <a:gd name="T11" fmla="*/ 7 h 53"/>
                <a:gd name="T12" fmla="*/ 7 w 47"/>
                <a:gd name="T13" fmla="*/ 26 h 53"/>
                <a:gd name="T14" fmla="*/ 23 w 47"/>
                <a:gd name="T15" fmla="*/ 47 h 53"/>
                <a:gd name="T16" fmla="*/ 39 w 47"/>
                <a:gd name="T17" fmla="*/ 27 h 53"/>
                <a:gd name="T18" fmla="*/ 23 w 47"/>
                <a:gd name="T19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53">
                  <a:moveTo>
                    <a:pt x="23" y="53"/>
                  </a:moveTo>
                  <a:cubicBezTo>
                    <a:pt x="7" y="53"/>
                    <a:pt x="0" y="43"/>
                    <a:pt x="0" y="27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7" y="9"/>
                    <a:pt x="47" y="26"/>
                  </a:cubicBezTo>
                  <a:cubicBezTo>
                    <a:pt x="47" y="43"/>
                    <a:pt x="36" y="53"/>
                    <a:pt x="23" y="53"/>
                  </a:cubicBezTo>
                  <a:close/>
                  <a:moveTo>
                    <a:pt x="23" y="7"/>
                  </a:moveTo>
                  <a:cubicBezTo>
                    <a:pt x="15" y="7"/>
                    <a:pt x="7" y="13"/>
                    <a:pt x="7" y="26"/>
                  </a:cubicBezTo>
                  <a:cubicBezTo>
                    <a:pt x="7" y="39"/>
                    <a:pt x="12" y="47"/>
                    <a:pt x="23" y="47"/>
                  </a:cubicBezTo>
                  <a:cubicBezTo>
                    <a:pt x="32" y="47"/>
                    <a:pt x="39" y="40"/>
                    <a:pt x="39" y="27"/>
                  </a:cubicBezTo>
                  <a:cubicBezTo>
                    <a:pt x="39" y="14"/>
                    <a:pt x="34" y="7"/>
                    <a:pt x="23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6" name="Freeform 103">
              <a:extLst>
                <a:ext uri="{FF2B5EF4-FFF2-40B4-BE49-F238E27FC236}">
                  <a16:creationId xmlns:a16="http://schemas.microsoft.com/office/drawing/2014/main" id="{A63C94CE-D4AB-43A4-8355-49D932BEAF4A}"/>
                </a:ext>
              </a:extLst>
            </p:cNvPr>
            <p:cNvSpPr>
              <a:spLocks/>
            </p:cNvSpPr>
            <p:nvPr/>
          </p:nvSpPr>
          <p:spPr bwMode="gray">
            <a:xfrm>
              <a:off x="5005" y="1793"/>
              <a:ext cx="97" cy="121"/>
            </a:xfrm>
            <a:custGeom>
              <a:avLst/>
              <a:gdLst>
                <a:gd name="T0" fmla="*/ 32 w 41"/>
                <a:gd name="T1" fmla="*/ 51 h 51"/>
                <a:gd name="T2" fmla="*/ 13 w 41"/>
                <a:gd name="T3" fmla="*/ 20 h 51"/>
                <a:gd name="T4" fmla="*/ 7 w 41"/>
                <a:gd name="T5" fmla="*/ 9 h 51"/>
                <a:gd name="T6" fmla="*/ 7 w 41"/>
                <a:gd name="T7" fmla="*/ 35 h 51"/>
                <a:gd name="T8" fmla="*/ 7 w 41"/>
                <a:gd name="T9" fmla="*/ 51 h 51"/>
                <a:gd name="T10" fmla="*/ 0 w 41"/>
                <a:gd name="T11" fmla="*/ 51 h 51"/>
                <a:gd name="T12" fmla="*/ 0 w 41"/>
                <a:gd name="T13" fmla="*/ 0 h 51"/>
                <a:gd name="T14" fmla="*/ 10 w 41"/>
                <a:gd name="T15" fmla="*/ 0 h 51"/>
                <a:gd name="T16" fmla="*/ 29 w 41"/>
                <a:gd name="T17" fmla="*/ 31 h 51"/>
                <a:gd name="T18" fmla="*/ 35 w 41"/>
                <a:gd name="T19" fmla="*/ 42 h 51"/>
                <a:gd name="T20" fmla="*/ 34 w 41"/>
                <a:gd name="T21" fmla="*/ 15 h 51"/>
                <a:gd name="T22" fmla="*/ 34 w 41"/>
                <a:gd name="T23" fmla="*/ 0 h 51"/>
                <a:gd name="T24" fmla="*/ 41 w 41"/>
                <a:gd name="T25" fmla="*/ 0 h 51"/>
                <a:gd name="T26" fmla="*/ 41 w 41"/>
                <a:gd name="T27" fmla="*/ 51 h 51"/>
                <a:gd name="T28" fmla="*/ 32 w 41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1">
                  <a:moveTo>
                    <a:pt x="32" y="51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9"/>
                    <a:pt x="35" y="42"/>
                  </a:cubicBezTo>
                  <a:cubicBezTo>
                    <a:pt x="35" y="36"/>
                    <a:pt x="34" y="23"/>
                    <a:pt x="34" y="15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1"/>
                    <a:pt x="41" y="51"/>
                    <a:pt x="41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7" name="Freeform 104">
              <a:extLst>
                <a:ext uri="{FF2B5EF4-FFF2-40B4-BE49-F238E27FC236}">
                  <a16:creationId xmlns:a16="http://schemas.microsoft.com/office/drawing/2014/main" id="{EA42D9F2-C694-4A8D-89E6-8EA9C04BB41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42" y="1790"/>
              <a:ext cx="73" cy="126"/>
            </a:xfrm>
            <a:custGeom>
              <a:avLst/>
              <a:gdLst>
                <a:gd name="T0" fmla="*/ 12 w 31"/>
                <a:gd name="T1" fmla="*/ 53 h 53"/>
                <a:gd name="T2" fmla="*/ 1 w 31"/>
                <a:gd name="T3" fmla="*/ 52 h 53"/>
                <a:gd name="T4" fmla="*/ 1 w 31"/>
                <a:gd name="T5" fmla="*/ 45 h 53"/>
                <a:gd name="T6" fmla="*/ 12 w 31"/>
                <a:gd name="T7" fmla="*/ 47 h 53"/>
                <a:gd name="T8" fmla="*/ 23 w 31"/>
                <a:gd name="T9" fmla="*/ 38 h 53"/>
                <a:gd name="T10" fmla="*/ 0 w 31"/>
                <a:gd name="T11" fmla="*/ 15 h 53"/>
                <a:gd name="T12" fmla="*/ 18 w 31"/>
                <a:gd name="T13" fmla="*/ 0 h 53"/>
                <a:gd name="T14" fmla="*/ 27 w 31"/>
                <a:gd name="T15" fmla="*/ 1 h 53"/>
                <a:gd name="T16" fmla="*/ 26 w 31"/>
                <a:gd name="T17" fmla="*/ 8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8" y="53"/>
                    <a:pt x="4" y="53"/>
                    <a:pt x="1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8" y="47"/>
                    <a:pt x="12" y="47"/>
                  </a:cubicBezTo>
                  <a:cubicBezTo>
                    <a:pt x="18" y="47"/>
                    <a:pt x="23" y="45"/>
                    <a:pt x="23" y="38"/>
                  </a:cubicBezTo>
                  <a:cubicBezTo>
                    <a:pt x="23" y="27"/>
                    <a:pt x="0" y="31"/>
                    <a:pt x="0" y="15"/>
                  </a:cubicBezTo>
                  <a:cubicBezTo>
                    <a:pt x="0" y="7"/>
                    <a:pt x="6" y="0"/>
                    <a:pt x="18" y="0"/>
                  </a:cubicBezTo>
                  <a:cubicBezTo>
                    <a:pt x="21" y="0"/>
                    <a:pt x="24" y="1"/>
                    <a:pt x="27" y="1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4" y="7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7"/>
                    <a:pt x="23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8" name="Freeform 105">
              <a:extLst>
                <a:ext uri="{FF2B5EF4-FFF2-40B4-BE49-F238E27FC236}">
                  <a16:creationId xmlns:a16="http://schemas.microsoft.com/office/drawing/2014/main" id="{D701A01E-4449-45DF-B909-12636B2F567C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2" y="1329"/>
              <a:ext cx="317" cy="245"/>
            </a:xfrm>
            <a:custGeom>
              <a:avLst/>
              <a:gdLst>
                <a:gd name="T0" fmla="*/ 107 w 134"/>
                <a:gd name="T1" fmla="*/ 103 h 103"/>
                <a:gd name="T2" fmla="*/ 90 w 134"/>
                <a:gd name="T3" fmla="*/ 103 h 103"/>
                <a:gd name="T4" fmla="*/ 71 w 134"/>
                <a:gd name="T5" fmla="*/ 34 h 103"/>
                <a:gd name="T6" fmla="*/ 67 w 134"/>
                <a:gd name="T7" fmla="*/ 16 h 103"/>
                <a:gd name="T8" fmla="*/ 67 w 134"/>
                <a:gd name="T9" fmla="*/ 16 h 103"/>
                <a:gd name="T10" fmla="*/ 63 w 134"/>
                <a:gd name="T11" fmla="*/ 33 h 103"/>
                <a:gd name="T12" fmla="*/ 44 w 134"/>
                <a:gd name="T13" fmla="*/ 103 h 103"/>
                <a:gd name="T14" fmla="*/ 27 w 134"/>
                <a:gd name="T15" fmla="*/ 103 h 103"/>
                <a:gd name="T16" fmla="*/ 0 w 134"/>
                <a:gd name="T17" fmla="*/ 0 h 103"/>
                <a:gd name="T18" fmla="*/ 15 w 134"/>
                <a:gd name="T19" fmla="*/ 0 h 103"/>
                <a:gd name="T20" fmla="*/ 32 w 134"/>
                <a:gd name="T21" fmla="*/ 67 h 103"/>
                <a:gd name="T22" fmla="*/ 36 w 134"/>
                <a:gd name="T23" fmla="*/ 87 h 103"/>
                <a:gd name="T24" fmla="*/ 36 w 134"/>
                <a:gd name="T25" fmla="*/ 87 h 103"/>
                <a:gd name="T26" fmla="*/ 41 w 134"/>
                <a:gd name="T27" fmla="*/ 68 h 103"/>
                <a:gd name="T28" fmla="*/ 60 w 134"/>
                <a:gd name="T29" fmla="*/ 0 h 103"/>
                <a:gd name="T30" fmla="*/ 75 w 134"/>
                <a:gd name="T31" fmla="*/ 0 h 103"/>
                <a:gd name="T32" fmla="*/ 95 w 134"/>
                <a:gd name="T33" fmla="*/ 68 h 103"/>
                <a:gd name="T34" fmla="*/ 99 w 134"/>
                <a:gd name="T35" fmla="*/ 86 h 103"/>
                <a:gd name="T36" fmla="*/ 99 w 134"/>
                <a:gd name="T37" fmla="*/ 86 h 103"/>
                <a:gd name="T38" fmla="*/ 103 w 134"/>
                <a:gd name="T39" fmla="*/ 70 h 103"/>
                <a:gd name="T40" fmla="*/ 121 w 134"/>
                <a:gd name="T41" fmla="*/ 0 h 103"/>
                <a:gd name="T42" fmla="*/ 134 w 134"/>
                <a:gd name="T43" fmla="*/ 0 h 103"/>
                <a:gd name="T44" fmla="*/ 107 w 134"/>
                <a:gd name="T4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4" h="103">
                  <a:moveTo>
                    <a:pt x="107" y="103"/>
                  </a:moveTo>
                  <a:cubicBezTo>
                    <a:pt x="90" y="103"/>
                    <a:pt x="90" y="103"/>
                    <a:pt x="90" y="103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69" y="28"/>
                    <a:pt x="68" y="22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6" y="22"/>
                    <a:pt x="65" y="28"/>
                    <a:pt x="63" y="33"/>
                  </a:cubicBezTo>
                  <a:cubicBezTo>
                    <a:pt x="44" y="103"/>
                    <a:pt x="44" y="103"/>
                    <a:pt x="44" y="103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4" y="74"/>
                    <a:pt x="35" y="80"/>
                    <a:pt x="36" y="87"/>
                  </a:cubicBezTo>
                  <a:cubicBezTo>
                    <a:pt x="36" y="87"/>
                    <a:pt x="36" y="87"/>
                    <a:pt x="36" y="87"/>
                  </a:cubicBezTo>
                  <a:cubicBezTo>
                    <a:pt x="38" y="80"/>
                    <a:pt x="39" y="74"/>
                    <a:pt x="41" y="68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95" y="68"/>
                    <a:pt x="95" y="68"/>
                    <a:pt x="95" y="68"/>
                  </a:cubicBezTo>
                  <a:cubicBezTo>
                    <a:pt x="97" y="74"/>
                    <a:pt x="98" y="80"/>
                    <a:pt x="99" y="8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0" y="80"/>
                    <a:pt x="101" y="75"/>
                    <a:pt x="103" y="7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107" y="10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9" name="Freeform 106">
              <a:extLst>
                <a:ext uri="{FF2B5EF4-FFF2-40B4-BE49-F238E27FC236}">
                  <a16:creationId xmlns:a16="http://schemas.microsoft.com/office/drawing/2014/main" id="{552BBFE1-3955-4E9B-A7E2-F3C667BAD026}"/>
                </a:ext>
              </a:extLst>
            </p:cNvPr>
            <p:cNvSpPr>
              <a:spLocks/>
            </p:cNvSpPr>
            <p:nvPr/>
          </p:nvSpPr>
          <p:spPr bwMode="gray">
            <a:xfrm>
              <a:off x="1364" y="1329"/>
              <a:ext cx="125" cy="245"/>
            </a:xfrm>
            <a:custGeom>
              <a:avLst/>
              <a:gdLst>
                <a:gd name="T0" fmla="*/ 0 w 125"/>
                <a:gd name="T1" fmla="*/ 245 h 245"/>
                <a:gd name="T2" fmla="*/ 0 w 125"/>
                <a:gd name="T3" fmla="*/ 0 h 245"/>
                <a:gd name="T4" fmla="*/ 125 w 125"/>
                <a:gd name="T5" fmla="*/ 0 h 245"/>
                <a:gd name="T6" fmla="*/ 125 w 125"/>
                <a:gd name="T7" fmla="*/ 28 h 245"/>
                <a:gd name="T8" fmla="*/ 33 w 125"/>
                <a:gd name="T9" fmla="*/ 28 h 245"/>
                <a:gd name="T10" fmla="*/ 33 w 125"/>
                <a:gd name="T11" fmla="*/ 104 h 245"/>
                <a:gd name="T12" fmla="*/ 120 w 125"/>
                <a:gd name="T13" fmla="*/ 104 h 245"/>
                <a:gd name="T14" fmla="*/ 120 w 125"/>
                <a:gd name="T15" fmla="*/ 130 h 245"/>
                <a:gd name="T16" fmla="*/ 33 w 125"/>
                <a:gd name="T17" fmla="*/ 130 h 245"/>
                <a:gd name="T18" fmla="*/ 33 w 125"/>
                <a:gd name="T19" fmla="*/ 216 h 245"/>
                <a:gd name="T20" fmla="*/ 125 w 125"/>
                <a:gd name="T21" fmla="*/ 216 h 245"/>
                <a:gd name="T22" fmla="*/ 125 w 125"/>
                <a:gd name="T23" fmla="*/ 245 h 245"/>
                <a:gd name="T24" fmla="*/ 0 w 125"/>
                <a:gd name="T25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245">
                  <a:moveTo>
                    <a:pt x="0" y="245"/>
                  </a:moveTo>
                  <a:lnTo>
                    <a:pt x="0" y="0"/>
                  </a:lnTo>
                  <a:lnTo>
                    <a:pt x="125" y="0"/>
                  </a:lnTo>
                  <a:lnTo>
                    <a:pt x="125" y="28"/>
                  </a:lnTo>
                  <a:lnTo>
                    <a:pt x="33" y="28"/>
                  </a:lnTo>
                  <a:lnTo>
                    <a:pt x="33" y="104"/>
                  </a:lnTo>
                  <a:lnTo>
                    <a:pt x="120" y="104"/>
                  </a:lnTo>
                  <a:lnTo>
                    <a:pt x="120" y="130"/>
                  </a:lnTo>
                  <a:lnTo>
                    <a:pt x="33" y="130"/>
                  </a:lnTo>
                  <a:lnTo>
                    <a:pt x="33" y="216"/>
                  </a:lnTo>
                  <a:lnTo>
                    <a:pt x="125" y="216"/>
                  </a:lnTo>
                  <a:lnTo>
                    <a:pt x="125" y="245"/>
                  </a:lnTo>
                  <a:lnTo>
                    <a:pt x="0" y="24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0" name="Freeform 107">
              <a:extLst>
                <a:ext uri="{FF2B5EF4-FFF2-40B4-BE49-F238E27FC236}">
                  <a16:creationId xmlns:a16="http://schemas.microsoft.com/office/drawing/2014/main" id="{975501EB-60E5-4780-8B76-5727D0D6814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47" y="1329"/>
              <a:ext cx="157" cy="245"/>
            </a:xfrm>
            <a:custGeom>
              <a:avLst/>
              <a:gdLst>
                <a:gd name="T0" fmla="*/ 26 w 66"/>
                <a:gd name="T1" fmla="*/ 103 h 103"/>
                <a:gd name="T2" fmla="*/ 0 w 66"/>
                <a:gd name="T3" fmla="*/ 103 h 103"/>
                <a:gd name="T4" fmla="*/ 0 w 66"/>
                <a:gd name="T5" fmla="*/ 0 h 103"/>
                <a:gd name="T6" fmla="*/ 30 w 66"/>
                <a:gd name="T7" fmla="*/ 0 h 103"/>
                <a:gd name="T8" fmla="*/ 63 w 66"/>
                <a:gd name="T9" fmla="*/ 24 h 103"/>
                <a:gd name="T10" fmla="*/ 45 w 66"/>
                <a:gd name="T11" fmla="*/ 48 h 103"/>
                <a:gd name="T12" fmla="*/ 45 w 66"/>
                <a:gd name="T13" fmla="*/ 48 h 103"/>
                <a:gd name="T14" fmla="*/ 66 w 66"/>
                <a:gd name="T15" fmla="*/ 72 h 103"/>
                <a:gd name="T16" fmla="*/ 26 w 66"/>
                <a:gd name="T17" fmla="*/ 103 h 103"/>
                <a:gd name="T18" fmla="*/ 28 w 66"/>
                <a:gd name="T19" fmla="*/ 11 h 103"/>
                <a:gd name="T20" fmla="*/ 14 w 66"/>
                <a:gd name="T21" fmla="*/ 11 h 103"/>
                <a:gd name="T22" fmla="*/ 14 w 66"/>
                <a:gd name="T23" fmla="*/ 44 h 103"/>
                <a:gd name="T24" fmla="*/ 23 w 66"/>
                <a:gd name="T25" fmla="*/ 44 h 103"/>
                <a:gd name="T26" fmla="*/ 48 w 66"/>
                <a:gd name="T27" fmla="*/ 26 h 103"/>
                <a:gd name="T28" fmla="*/ 28 w 66"/>
                <a:gd name="T29" fmla="*/ 11 h 103"/>
                <a:gd name="T30" fmla="*/ 24 w 66"/>
                <a:gd name="T31" fmla="*/ 55 h 103"/>
                <a:gd name="T32" fmla="*/ 14 w 66"/>
                <a:gd name="T33" fmla="*/ 55 h 103"/>
                <a:gd name="T34" fmla="*/ 14 w 66"/>
                <a:gd name="T35" fmla="*/ 91 h 103"/>
                <a:gd name="T36" fmla="*/ 27 w 66"/>
                <a:gd name="T37" fmla="*/ 92 h 103"/>
                <a:gd name="T38" fmla="*/ 51 w 66"/>
                <a:gd name="T39" fmla="*/ 72 h 103"/>
                <a:gd name="T40" fmla="*/ 24 w 66"/>
                <a:gd name="T41" fmla="*/ 55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103">
                  <a:moveTo>
                    <a:pt x="26" y="103"/>
                  </a:moveTo>
                  <a:cubicBezTo>
                    <a:pt x="20" y="103"/>
                    <a:pt x="10" y="103"/>
                    <a:pt x="0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18" y="0"/>
                    <a:pt x="30" y="0"/>
                  </a:cubicBezTo>
                  <a:cubicBezTo>
                    <a:pt x="52" y="0"/>
                    <a:pt x="63" y="9"/>
                    <a:pt x="63" y="24"/>
                  </a:cubicBezTo>
                  <a:cubicBezTo>
                    <a:pt x="63" y="35"/>
                    <a:pt x="56" y="44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60" y="51"/>
                    <a:pt x="66" y="61"/>
                    <a:pt x="66" y="72"/>
                  </a:cubicBezTo>
                  <a:cubicBezTo>
                    <a:pt x="66" y="84"/>
                    <a:pt x="58" y="103"/>
                    <a:pt x="26" y="103"/>
                  </a:cubicBezTo>
                  <a:close/>
                  <a:moveTo>
                    <a:pt x="28" y="11"/>
                  </a:moveTo>
                  <a:cubicBezTo>
                    <a:pt x="23" y="11"/>
                    <a:pt x="18" y="11"/>
                    <a:pt x="14" y="11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7" y="44"/>
                    <a:pt x="20" y="44"/>
                    <a:pt x="23" y="44"/>
                  </a:cubicBezTo>
                  <a:cubicBezTo>
                    <a:pt x="40" y="44"/>
                    <a:pt x="48" y="38"/>
                    <a:pt x="48" y="26"/>
                  </a:cubicBezTo>
                  <a:cubicBezTo>
                    <a:pt x="48" y="17"/>
                    <a:pt x="44" y="11"/>
                    <a:pt x="28" y="11"/>
                  </a:cubicBezTo>
                  <a:close/>
                  <a:moveTo>
                    <a:pt x="24" y="55"/>
                  </a:moveTo>
                  <a:cubicBezTo>
                    <a:pt x="22" y="55"/>
                    <a:pt x="17" y="55"/>
                    <a:pt x="14" y="5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7" y="91"/>
                    <a:pt x="21" y="92"/>
                    <a:pt x="27" y="92"/>
                  </a:cubicBezTo>
                  <a:cubicBezTo>
                    <a:pt x="44" y="92"/>
                    <a:pt x="51" y="84"/>
                    <a:pt x="51" y="72"/>
                  </a:cubicBezTo>
                  <a:cubicBezTo>
                    <a:pt x="51" y="59"/>
                    <a:pt x="40" y="55"/>
                    <a:pt x="24" y="5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1" name="Freeform 108">
              <a:extLst>
                <a:ext uri="{FF2B5EF4-FFF2-40B4-BE49-F238E27FC236}">
                  <a16:creationId xmlns:a16="http://schemas.microsoft.com/office/drawing/2014/main" id="{95CCD7D4-EC15-4B18-ADA4-D1D0DDC6288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865" y="1326"/>
              <a:ext cx="159" cy="248"/>
            </a:xfrm>
            <a:custGeom>
              <a:avLst/>
              <a:gdLst>
                <a:gd name="T0" fmla="*/ 49 w 67"/>
                <a:gd name="T1" fmla="*/ 104 h 104"/>
                <a:gd name="T2" fmla="*/ 16 w 67"/>
                <a:gd name="T3" fmla="*/ 58 h 104"/>
                <a:gd name="T4" fmla="*/ 14 w 67"/>
                <a:gd name="T5" fmla="*/ 58 h 104"/>
                <a:gd name="T6" fmla="*/ 14 w 67"/>
                <a:gd name="T7" fmla="*/ 104 h 104"/>
                <a:gd name="T8" fmla="*/ 0 w 67"/>
                <a:gd name="T9" fmla="*/ 104 h 104"/>
                <a:gd name="T10" fmla="*/ 0 w 67"/>
                <a:gd name="T11" fmla="*/ 1 h 104"/>
                <a:gd name="T12" fmla="*/ 26 w 67"/>
                <a:gd name="T13" fmla="*/ 0 h 104"/>
                <a:gd name="T14" fmla="*/ 61 w 67"/>
                <a:gd name="T15" fmla="*/ 27 h 104"/>
                <a:gd name="T16" fmla="*/ 30 w 67"/>
                <a:gd name="T17" fmla="*/ 56 h 104"/>
                <a:gd name="T18" fmla="*/ 39 w 67"/>
                <a:gd name="T19" fmla="*/ 67 h 104"/>
                <a:gd name="T20" fmla="*/ 67 w 67"/>
                <a:gd name="T21" fmla="*/ 104 h 104"/>
                <a:gd name="T22" fmla="*/ 49 w 67"/>
                <a:gd name="T23" fmla="*/ 104 h 104"/>
                <a:gd name="T24" fmla="*/ 23 w 67"/>
                <a:gd name="T25" fmla="*/ 12 h 104"/>
                <a:gd name="T26" fmla="*/ 14 w 67"/>
                <a:gd name="T27" fmla="*/ 12 h 104"/>
                <a:gd name="T28" fmla="*/ 14 w 67"/>
                <a:gd name="T29" fmla="*/ 47 h 104"/>
                <a:gd name="T30" fmla="*/ 23 w 67"/>
                <a:gd name="T31" fmla="*/ 47 h 104"/>
                <a:gd name="T32" fmla="*/ 46 w 67"/>
                <a:gd name="T33" fmla="*/ 29 h 104"/>
                <a:gd name="T34" fmla="*/ 23 w 67"/>
                <a:gd name="T35" fmla="*/ 1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" h="104">
                  <a:moveTo>
                    <a:pt x="49" y="104"/>
                  </a:moveTo>
                  <a:cubicBezTo>
                    <a:pt x="16" y="58"/>
                    <a:pt x="16" y="58"/>
                    <a:pt x="16" y="58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4" y="104"/>
                    <a:pt x="14" y="104"/>
                    <a:pt x="14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15" y="0"/>
                    <a:pt x="26" y="0"/>
                  </a:cubicBezTo>
                  <a:cubicBezTo>
                    <a:pt x="46" y="0"/>
                    <a:pt x="61" y="8"/>
                    <a:pt x="61" y="27"/>
                  </a:cubicBezTo>
                  <a:cubicBezTo>
                    <a:pt x="61" y="45"/>
                    <a:pt x="47" y="55"/>
                    <a:pt x="30" y="56"/>
                  </a:cubicBezTo>
                  <a:cubicBezTo>
                    <a:pt x="33" y="60"/>
                    <a:pt x="37" y="64"/>
                    <a:pt x="39" y="67"/>
                  </a:cubicBezTo>
                  <a:cubicBezTo>
                    <a:pt x="67" y="104"/>
                    <a:pt x="67" y="104"/>
                    <a:pt x="67" y="104"/>
                  </a:cubicBezTo>
                  <a:lnTo>
                    <a:pt x="49" y="104"/>
                  </a:lnTo>
                  <a:close/>
                  <a:moveTo>
                    <a:pt x="23" y="12"/>
                  </a:moveTo>
                  <a:cubicBezTo>
                    <a:pt x="20" y="12"/>
                    <a:pt x="17" y="12"/>
                    <a:pt x="14" y="12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6" y="47"/>
                    <a:pt x="19" y="47"/>
                    <a:pt x="23" y="47"/>
                  </a:cubicBezTo>
                  <a:cubicBezTo>
                    <a:pt x="37" y="47"/>
                    <a:pt x="46" y="40"/>
                    <a:pt x="46" y="29"/>
                  </a:cubicBezTo>
                  <a:cubicBezTo>
                    <a:pt x="46" y="17"/>
                    <a:pt x="38" y="12"/>
                    <a:pt x="23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2" name="Rectangle 109">
              <a:extLst>
                <a:ext uri="{FF2B5EF4-FFF2-40B4-BE49-F238E27FC236}">
                  <a16:creationId xmlns:a16="http://schemas.microsoft.com/office/drawing/2014/main" id="{03D2B083-DF83-46F8-8599-12351FA34B3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1" y="1329"/>
              <a:ext cx="33" cy="24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3" name="Freeform 110">
              <a:extLst>
                <a:ext uri="{FF2B5EF4-FFF2-40B4-BE49-F238E27FC236}">
                  <a16:creationId xmlns:a16="http://schemas.microsoft.com/office/drawing/2014/main" id="{CD6CD91D-F026-4665-A025-EF23AD7DB53C}"/>
                </a:ext>
              </a:extLst>
            </p:cNvPr>
            <p:cNvSpPr>
              <a:spLocks/>
            </p:cNvSpPr>
            <p:nvPr/>
          </p:nvSpPr>
          <p:spPr bwMode="gray">
            <a:xfrm>
              <a:off x="2175" y="1329"/>
              <a:ext cx="194" cy="245"/>
            </a:xfrm>
            <a:custGeom>
              <a:avLst/>
              <a:gdLst>
                <a:gd name="T0" fmla="*/ 64 w 82"/>
                <a:gd name="T1" fmla="*/ 103 h 103"/>
                <a:gd name="T2" fmla="*/ 25 w 82"/>
                <a:gd name="T3" fmla="*/ 39 h 103"/>
                <a:gd name="T4" fmla="*/ 13 w 82"/>
                <a:gd name="T5" fmla="*/ 18 h 103"/>
                <a:gd name="T6" fmla="*/ 14 w 82"/>
                <a:gd name="T7" fmla="*/ 70 h 103"/>
                <a:gd name="T8" fmla="*/ 14 w 82"/>
                <a:gd name="T9" fmla="*/ 103 h 103"/>
                <a:gd name="T10" fmla="*/ 0 w 82"/>
                <a:gd name="T11" fmla="*/ 103 h 103"/>
                <a:gd name="T12" fmla="*/ 0 w 82"/>
                <a:gd name="T13" fmla="*/ 0 h 103"/>
                <a:gd name="T14" fmla="*/ 19 w 82"/>
                <a:gd name="T15" fmla="*/ 0 h 103"/>
                <a:gd name="T16" fmla="*/ 57 w 82"/>
                <a:gd name="T17" fmla="*/ 62 h 103"/>
                <a:gd name="T18" fmla="*/ 69 w 82"/>
                <a:gd name="T19" fmla="*/ 84 h 103"/>
                <a:gd name="T20" fmla="*/ 68 w 82"/>
                <a:gd name="T21" fmla="*/ 29 h 103"/>
                <a:gd name="T22" fmla="*/ 68 w 82"/>
                <a:gd name="T23" fmla="*/ 0 h 103"/>
                <a:gd name="T24" fmla="*/ 82 w 82"/>
                <a:gd name="T25" fmla="*/ 0 h 103"/>
                <a:gd name="T26" fmla="*/ 82 w 82"/>
                <a:gd name="T27" fmla="*/ 103 h 103"/>
                <a:gd name="T28" fmla="*/ 64 w 82"/>
                <a:gd name="T2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" h="103">
                  <a:moveTo>
                    <a:pt x="64" y="103"/>
                  </a:moveTo>
                  <a:cubicBezTo>
                    <a:pt x="25" y="39"/>
                    <a:pt x="25" y="39"/>
                    <a:pt x="25" y="39"/>
                  </a:cubicBezTo>
                  <a:cubicBezTo>
                    <a:pt x="20" y="32"/>
                    <a:pt x="16" y="25"/>
                    <a:pt x="13" y="18"/>
                  </a:cubicBezTo>
                  <a:cubicBezTo>
                    <a:pt x="13" y="29"/>
                    <a:pt x="14" y="53"/>
                    <a:pt x="14" y="70"/>
                  </a:cubicBezTo>
                  <a:cubicBezTo>
                    <a:pt x="14" y="103"/>
                    <a:pt x="14" y="103"/>
                    <a:pt x="14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61" y="69"/>
                    <a:pt x="66" y="77"/>
                    <a:pt x="69" y="84"/>
                  </a:cubicBezTo>
                  <a:cubicBezTo>
                    <a:pt x="69" y="71"/>
                    <a:pt x="68" y="46"/>
                    <a:pt x="68" y="29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103"/>
                    <a:pt x="82" y="103"/>
                    <a:pt x="82" y="103"/>
                  </a:cubicBezTo>
                  <a:lnTo>
                    <a:pt x="64" y="10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4" name="Freeform 111">
              <a:extLst>
                <a:ext uri="{FF2B5EF4-FFF2-40B4-BE49-F238E27FC236}">
                  <a16:creationId xmlns:a16="http://schemas.microsoft.com/office/drawing/2014/main" id="{46E9B4A8-65D6-4712-BD0A-BFE2493A95AD}"/>
                </a:ext>
              </a:extLst>
            </p:cNvPr>
            <p:cNvSpPr>
              <a:spLocks/>
            </p:cNvSpPr>
            <p:nvPr/>
          </p:nvSpPr>
          <p:spPr bwMode="gray">
            <a:xfrm>
              <a:off x="2423" y="1326"/>
              <a:ext cx="199" cy="250"/>
            </a:xfrm>
            <a:custGeom>
              <a:avLst/>
              <a:gdLst>
                <a:gd name="T0" fmla="*/ 50 w 84"/>
                <a:gd name="T1" fmla="*/ 105 h 105"/>
                <a:gd name="T2" fmla="*/ 0 w 84"/>
                <a:gd name="T3" fmla="*/ 54 h 105"/>
                <a:gd name="T4" fmla="*/ 55 w 84"/>
                <a:gd name="T5" fmla="*/ 0 h 105"/>
                <a:gd name="T6" fmla="*/ 83 w 84"/>
                <a:gd name="T7" fmla="*/ 4 h 105"/>
                <a:gd name="T8" fmla="*/ 80 w 84"/>
                <a:gd name="T9" fmla="*/ 17 h 105"/>
                <a:gd name="T10" fmla="*/ 53 w 84"/>
                <a:gd name="T11" fmla="*/ 12 h 105"/>
                <a:gd name="T12" fmla="*/ 14 w 84"/>
                <a:gd name="T13" fmla="*/ 53 h 105"/>
                <a:gd name="T14" fmla="*/ 52 w 84"/>
                <a:gd name="T15" fmla="*/ 93 h 105"/>
                <a:gd name="T16" fmla="*/ 71 w 84"/>
                <a:gd name="T17" fmla="*/ 90 h 105"/>
                <a:gd name="T18" fmla="*/ 71 w 84"/>
                <a:gd name="T19" fmla="*/ 51 h 105"/>
                <a:gd name="T20" fmla="*/ 84 w 84"/>
                <a:gd name="T21" fmla="*/ 51 h 105"/>
                <a:gd name="T22" fmla="*/ 84 w 84"/>
                <a:gd name="T23" fmla="*/ 99 h 105"/>
                <a:gd name="T24" fmla="*/ 50 w 84"/>
                <a:gd name="T2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05">
                  <a:moveTo>
                    <a:pt x="50" y="105"/>
                  </a:moveTo>
                  <a:cubicBezTo>
                    <a:pt x="19" y="105"/>
                    <a:pt x="0" y="86"/>
                    <a:pt x="0" y="54"/>
                  </a:cubicBezTo>
                  <a:cubicBezTo>
                    <a:pt x="0" y="23"/>
                    <a:pt x="21" y="0"/>
                    <a:pt x="55" y="0"/>
                  </a:cubicBezTo>
                  <a:cubicBezTo>
                    <a:pt x="65" y="0"/>
                    <a:pt x="74" y="1"/>
                    <a:pt x="83" y="4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72" y="14"/>
                    <a:pt x="63" y="12"/>
                    <a:pt x="53" y="12"/>
                  </a:cubicBezTo>
                  <a:cubicBezTo>
                    <a:pt x="32" y="12"/>
                    <a:pt x="14" y="25"/>
                    <a:pt x="14" y="53"/>
                  </a:cubicBezTo>
                  <a:cubicBezTo>
                    <a:pt x="14" y="78"/>
                    <a:pt x="29" y="93"/>
                    <a:pt x="52" y="93"/>
                  </a:cubicBezTo>
                  <a:cubicBezTo>
                    <a:pt x="59" y="93"/>
                    <a:pt x="65" y="92"/>
                    <a:pt x="71" y="90"/>
                  </a:cubicBezTo>
                  <a:cubicBezTo>
                    <a:pt x="71" y="51"/>
                    <a:pt x="71" y="51"/>
                    <a:pt x="71" y="51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4" y="99"/>
                    <a:pt x="84" y="99"/>
                    <a:pt x="84" y="99"/>
                  </a:cubicBezTo>
                  <a:cubicBezTo>
                    <a:pt x="74" y="103"/>
                    <a:pt x="62" y="105"/>
                    <a:pt x="50" y="10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5" name="Rectangle 112">
              <a:extLst>
                <a:ext uri="{FF2B5EF4-FFF2-40B4-BE49-F238E27FC236}">
                  <a16:creationId xmlns:a16="http://schemas.microsoft.com/office/drawing/2014/main" id="{B6CF6802-D53D-4169-B726-7FD09942CB5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45" y="1671"/>
              <a:ext cx="33" cy="2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6" name="Freeform 113">
              <a:extLst>
                <a:ext uri="{FF2B5EF4-FFF2-40B4-BE49-F238E27FC236}">
                  <a16:creationId xmlns:a16="http://schemas.microsoft.com/office/drawing/2014/main" id="{74C03BEE-0515-46C2-943B-1ECD9DB8074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642" y="1669"/>
              <a:ext cx="196" cy="247"/>
            </a:xfrm>
            <a:custGeom>
              <a:avLst/>
              <a:gdLst>
                <a:gd name="T0" fmla="*/ 26 w 83"/>
                <a:gd name="T1" fmla="*/ 104 h 104"/>
                <a:gd name="T2" fmla="*/ 0 w 83"/>
                <a:gd name="T3" fmla="*/ 103 h 104"/>
                <a:gd name="T4" fmla="*/ 0 w 83"/>
                <a:gd name="T5" fmla="*/ 1 h 104"/>
                <a:gd name="T6" fmla="*/ 31 w 83"/>
                <a:gd name="T7" fmla="*/ 0 h 104"/>
                <a:gd name="T8" fmla="*/ 83 w 83"/>
                <a:gd name="T9" fmla="*/ 51 h 104"/>
                <a:gd name="T10" fmla="*/ 26 w 83"/>
                <a:gd name="T11" fmla="*/ 104 h 104"/>
                <a:gd name="T12" fmla="*/ 29 w 83"/>
                <a:gd name="T13" fmla="*/ 12 h 104"/>
                <a:gd name="T14" fmla="*/ 14 w 83"/>
                <a:gd name="T15" fmla="*/ 12 h 104"/>
                <a:gd name="T16" fmla="*/ 14 w 83"/>
                <a:gd name="T17" fmla="*/ 91 h 104"/>
                <a:gd name="T18" fmla="*/ 28 w 83"/>
                <a:gd name="T19" fmla="*/ 92 h 104"/>
                <a:gd name="T20" fmla="*/ 68 w 83"/>
                <a:gd name="T21" fmla="*/ 52 h 104"/>
                <a:gd name="T22" fmla="*/ 29 w 83"/>
                <a:gd name="T23" fmla="*/ 1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3" h="104">
                  <a:moveTo>
                    <a:pt x="26" y="104"/>
                  </a:moveTo>
                  <a:cubicBezTo>
                    <a:pt x="16" y="104"/>
                    <a:pt x="8" y="103"/>
                    <a:pt x="0" y="10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19" y="0"/>
                    <a:pt x="31" y="0"/>
                  </a:cubicBezTo>
                  <a:cubicBezTo>
                    <a:pt x="64" y="0"/>
                    <a:pt x="83" y="16"/>
                    <a:pt x="83" y="51"/>
                  </a:cubicBezTo>
                  <a:cubicBezTo>
                    <a:pt x="83" y="86"/>
                    <a:pt x="60" y="104"/>
                    <a:pt x="26" y="104"/>
                  </a:cubicBezTo>
                  <a:close/>
                  <a:moveTo>
                    <a:pt x="29" y="12"/>
                  </a:moveTo>
                  <a:cubicBezTo>
                    <a:pt x="24" y="12"/>
                    <a:pt x="18" y="12"/>
                    <a:pt x="14" y="12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8" y="92"/>
                    <a:pt x="23" y="92"/>
                    <a:pt x="28" y="92"/>
                  </a:cubicBezTo>
                  <a:cubicBezTo>
                    <a:pt x="52" y="92"/>
                    <a:pt x="68" y="80"/>
                    <a:pt x="68" y="52"/>
                  </a:cubicBezTo>
                  <a:cubicBezTo>
                    <a:pt x="68" y="26"/>
                    <a:pt x="56" y="12"/>
                    <a:pt x="29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7" name="Freeform 114">
              <a:extLst>
                <a:ext uri="{FF2B5EF4-FFF2-40B4-BE49-F238E27FC236}">
                  <a16:creationId xmlns:a16="http://schemas.microsoft.com/office/drawing/2014/main" id="{7A8EC942-81C1-418D-8C4D-7013E515F48E}"/>
                </a:ext>
              </a:extLst>
            </p:cNvPr>
            <p:cNvSpPr>
              <a:spLocks/>
            </p:cNvSpPr>
            <p:nvPr/>
          </p:nvSpPr>
          <p:spPr bwMode="gray">
            <a:xfrm>
              <a:off x="883" y="1671"/>
              <a:ext cx="126" cy="243"/>
            </a:xfrm>
            <a:custGeom>
              <a:avLst/>
              <a:gdLst>
                <a:gd name="T0" fmla="*/ 0 w 126"/>
                <a:gd name="T1" fmla="*/ 243 h 243"/>
                <a:gd name="T2" fmla="*/ 0 w 126"/>
                <a:gd name="T3" fmla="*/ 0 h 243"/>
                <a:gd name="T4" fmla="*/ 126 w 126"/>
                <a:gd name="T5" fmla="*/ 0 h 243"/>
                <a:gd name="T6" fmla="*/ 126 w 126"/>
                <a:gd name="T7" fmla="*/ 26 h 243"/>
                <a:gd name="T8" fmla="*/ 33 w 126"/>
                <a:gd name="T9" fmla="*/ 26 h 243"/>
                <a:gd name="T10" fmla="*/ 33 w 126"/>
                <a:gd name="T11" fmla="*/ 105 h 243"/>
                <a:gd name="T12" fmla="*/ 121 w 126"/>
                <a:gd name="T13" fmla="*/ 105 h 243"/>
                <a:gd name="T14" fmla="*/ 121 w 126"/>
                <a:gd name="T15" fmla="*/ 131 h 243"/>
                <a:gd name="T16" fmla="*/ 33 w 126"/>
                <a:gd name="T17" fmla="*/ 131 h 243"/>
                <a:gd name="T18" fmla="*/ 33 w 126"/>
                <a:gd name="T19" fmla="*/ 217 h 243"/>
                <a:gd name="T20" fmla="*/ 126 w 126"/>
                <a:gd name="T21" fmla="*/ 217 h 243"/>
                <a:gd name="T22" fmla="*/ 126 w 126"/>
                <a:gd name="T23" fmla="*/ 243 h 243"/>
                <a:gd name="T24" fmla="*/ 0 w 126"/>
                <a:gd name="T25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6" h="243">
                  <a:moveTo>
                    <a:pt x="0" y="243"/>
                  </a:moveTo>
                  <a:lnTo>
                    <a:pt x="0" y="0"/>
                  </a:lnTo>
                  <a:lnTo>
                    <a:pt x="126" y="0"/>
                  </a:lnTo>
                  <a:lnTo>
                    <a:pt x="126" y="26"/>
                  </a:lnTo>
                  <a:lnTo>
                    <a:pt x="33" y="26"/>
                  </a:lnTo>
                  <a:lnTo>
                    <a:pt x="33" y="105"/>
                  </a:lnTo>
                  <a:lnTo>
                    <a:pt x="121" y="105"/>
                  </a:lnTo>
                  <a:lnTo>
                    <a:pt x="121" y="131"/>
                  </a:lnTo>
                  <a:lnTo>
                    <a:pt x="33" y="131"/>
                  </a:lnTo>
                  <a:lnTo>
                    <a:pt x="33" y="217"/>
                  </a:lnTo>
                  <a:lnTo>
                    <a:pt x="126" y="217"/>
                  </a:lnTo>
                  <a:lnTo>
                    <a:pt x="126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8" name="Freeform 115">
              <a:extLst>
                <a:ext uri="{FF2B5EF4-FFF2-40B4-BE49-F238E27FC236}">
                  <a16:creationId xmlns:a16="http://schemas.microsoft.com/office/drawing/2014/main" id="{B128454C-4528-437B-91DB-D59CF1A47D3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035" y="1671"/>
              <a:ext cx="215" cy="243"/>
            </a:xfrm>
            <a:custGeom>
              <a:avLst/>
              <a:gdLst>
                <a:gd name="T0" fmla="*/ 75 w 91"/>
                <a:gd name="T1" fmla="*/ 102 h 102"/>
                <a:gd name="T2" fmla="*/ 66 w 91"/>
                <a:gd name="T3" fmla="*/ 78 h 102"/>
                <a:gd name="T4" fmla="*/ 23 w 91"/>
                <a:gd name="T5" fmla="*/ 78 h 102"/>
                <a:gd name="T6" fmla="*/ 14 w 91"/>
                <a:gd name="T7" fmla="*/ 102 h 102"/>
                <a:gd name="T8" fmla="*/ 0 w 91"/>
                <a:gd name="T9" fmla="*/ 102 h 102"/>
                <a:gd name="T10" fmla="*/ 37 w 91"/>
                <a:gd name="T11" fmla="*/ 0 h 102"/>
                <a:gd name="T12" fmla="*/ 53 w 91"/>
                <a:gd name="T13" fmla="*/ 0 h 102"/>
                <a:gd name="T14" fmla="*/ 91 w 91"/>
                <a:gd name="T15" fmla="*/ 102 h 102"/>
                <a:gd name="T16" fmla="*/ 75 w 91"/>
                <a:gd name="T17" fmla="*/ 102 h 102"/>
                <a:gd name="T18" fmla="*/ 49 w 91"/>
                <a:gd name="T19" fmla="*/ 29 h 102"/>
                <a:gd name="T20" fmla="*/ 45 w 91"/>
                <a:gd name="T21" fmla="*/ 15 h 102"/>
                <a:gd name="T22" fmla="*/ 44 w 91"/>
                <a:gd name="T23" fmla="*/ 15 h 102"/>
                <a:gd name="T24" fmla="*/ 40 w 91"/>
                <a:gd name="T25" fmla="*/ 29 h 102"/>
                <a:gd name="T26" fmla="*/ 26 w 91"/>
                <a:gd name="T27" fmla="*/ 67 h 102"/>
                <a:gd name="T28" fmla="*/ 63 w 91"/>
                <a:gd name="T29" fmla="*/ 67 h 102"/>
                <a:gd name="T30" fmla="*/ 49 w 91"/>
                <a:gd name="T31" fmla="*/ 29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" h="102">
                  <a:moveTo>
                    <a:pt x="75" y="102"/>
                  </a:moveTo>
                  <a:cubicBezTo>
                    <a:pt x="66" y="78"/>
                    <a:pt x="66" y="78"/>
                    <a:pt x="66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91" y="102"/>
                    <a:pt x="91" y="102"/>
                    <a:pt x="91" y="102"/>
                  </a:cubicBezTo>
                  <a:lnTo>
                    <a:pt x="75" y="102"/>
                  </a:lnTo>
                  <a:close/>
                  <a:moveTo>
                    <a:pt x="49" y="29"/>
                  </a:moveTo>
                  <a:cubicBezTo>
                    <a:pt x="47" y="24"/>
                    <a:pt x="46" y="20"/>
                    <a:pt x="45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3" y="20"/>
                    <a:pt x="42" y="24"/>
                    <a:pt x="40" y="29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63" y="67"/>
                    <a:pt x="63" y="67"/>
                    <a:pt x="63" y="67"/>
                  </a:cubicBezTo>
                  <a:lnTo>
                    <a:pt x="49" y="2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9" name="Freeform 116">
              <a:extLst>
                <a:ext uri="{FF2B5EF4-FFF2-40B4-BE49-F238E27FC236}">
                  <a16:creationId xmlns:a16="http://schemas.microsoft.com/office/drawing/2014/main" id="{E277A322-D9B0-406B-AE11-787C98C27989}"/>
                </a:ext>
              </a:extLst>
            </p:cNvPr>
            <p:cNvSpPr>
              <a:spLocks/>
            </p:cNvSpPr>
            <p:nvPr/>
          </p:nvSpPr>
          <p:spPr bwMode="gray">
            <a:xfrm>
              <a:off x="1274" y="1666"/>
              <a:ext cx="144" cy="253"/>
            </a:xfrm>
            <a:custGeom>
              <a:avLst/>
              <a:gdLst>
                <a:gd name="T0" fmla="*/ 23 w 61"/>
                <a:gd name="T1" fmla="*/ 106 h 106"/>
                <a:gd name="T2" fmla="*/ 1 w 61"/>
                <a:gd name="T3" fmla="*/ 103 h 106"/>
                <a:gd name="T4" fmla="*/ 2 w 61"/>
                <a:gd name="T5" fmla="*/ 90 h 106"/>
                <a:gd name="T6" fmla="*/ 24 w 61"/>
                <a:gd name="T7" fmla="*/ 94 h 106"/>
                <a:gd name="T8" fmla="*/ 46 w 61"/>
                <a:gd name="T9" fmla="*/ 76 h 106"/>
                <a:gd name="T10" fmla="*/ 0 w 61"/>
                <a:gd name="T11" fmla="*/ 30 h 106"/>
                <a:gd name="T12" fmla="*/ 36 w 61"/>
                <a:gd name="T13" fmla="*/ 0 h 106"/>
                <a:gd name="T14" fmla="*/ 54 w 61"/>
                <a:gd name="T15" fmla="*/ 2 h 106"/>
                <a:gd name="T16" fmla="*/ 53 w 61"/>
                <a:gd name="T17" fmla="*/ 15 h 106"/>
                <a:gd name="T18" fmla="*/ 35 w 61"/>
                <a:gd name="T19" fmla="*/ 12 h 106"/>
                <a:gd name="T20" fmla="*/ 14 w 61"/>
                <a:gd name="T21" fmla="*/ 28 h 106"/>
                <a:gd name="T22" fmla="*/ 61 w 61"/>
                <a:gd name="T23" fmla="*/ 74 h 106"/>
                <a:gd name="T24" fmla="*/ 23 w 61"/>
                <a:gd name="T2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106">
                  <a:moveTo>
                    <a:pt x="23" y="106"/>
                  </a:moveTo>
                  <a:cubicBezTo>
                    <a:pt x="15" y="106"/>
                    <a:pt x="7" y="105"/>
                    <a:pt x="1" y="103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9" y="92"/>
                    <a:pt x="16" y="94"/>
                    <a:pt x="24" y="94"/>
                  </a:cubicBezTo>
                  <a:cubicBezTo>
                    <a:pt x="36" y="94"/>
                    <a:pt x="46" y="89"/>
                    <a:pt x="46" y="76"/>
                  </a:cubicBezTo>
                  <a:cubicBezTo>
                    <a:pt x="46" y="53"/>
                    <a:pt x="0" y="62"/>
                    <a:pt x="0" y="30"/>
                  </a:cubicBezTo>
                  <a:cubicBezTo>
                    <a:pt x="0" y="13"/>
                    <a:pt x="13" y="0"/>
                    <a:pt x="36" y="0"/>
                  </a:cubicBezTo>
                  <a:cubicBezTo>
                    <a:pt x="42" y="0"/>
                    <a:pt x="48" y="1"/>
                    <a:pt x="54" y="2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47" y="13"/>
                    <a:pt x="41" y="12"/>
                    <a:pt x="35" y="12"/>
                  </a:cubicBezTo>
                  <a:cubicBezTo>
                    <a:pt x="21" y="12"/>
                    <a:pt x="14" y="18"/>
                    <a:pt x="14" y="28"/>
                  </a:cubicBezTo>
                  <a:cubicBezTo>
                    <a:pt x="14" y="50"/>
                    <a:pt x="61" y="42"/>
                    <a:pt x="61" y="74"/>
                  </a:cubicBezTo>
                  <a:cubicBezTo>
                    <a:pt x="61" y="93"/>
                    <a:pt x="46" y="106"/>
                    <a:pt x="23" y="10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0" name="Freeform 117">
              <a:extLst>
                <a:ext uri="{FF2B5EF4-FFF2-40B4-BE49-F238E27FC236}">
                  <a16:creationId xmlns:a16="http://schemas.microsoft.com/office/drawing/2014/main" id="{C798CB1B-A4A8-4594-B6CD-899385D66F3D}"/>
                </a:ext>
              </a:extLst>
            </p:cNvPr>
            <p:cNvSpPr>
              <a:spLocks/>
            </p:cNvSpPr>
            <p:nvPr/>
          </p:nvSpPr>
          <p:spPr bwMode="gray">
            <a:xfrm>
              <a:off x="1515" y="1671"/>
              <a:ext cx="173" cy="243"/>
            </a:xfrm>
            <a:custGeom>
              <a:avLst/>
              <a:gdLst>
                <a:gd name="T0" fmla="*/ 104 w 173"/>
                <a:gd name="T1" fmla="*/ 29 h 243"/>
                <a:gd name="T2" fmla="*/ 104 w 173"/>
                <a:gd name="T3" fmla="*/ 243 h 243"/>
                <a:gd name="T4" fmla="*/ 71 w 173"/>
                <a:gd name="T5" fmla="*/ 243 h 243"/>
                <a:gd name="T6" fmla="*/ 71 w 173"/>
                <a:gd name="T7" fmla="*/ 29 h 243"/>
                <a:gd name="T8" fmla="*/ 0 w 173"/>
                <a:gd name="T9" fmla="*/ 29 h 243"/>
                <a:gd name="T10" fmla="*/ 0 w 173"/>
                <a:gd name="T11" fmla="*/ 0 h 243"/>
                <a:gd name="T12" fmla="*/ 173 w 173"/>
                <a:gd name="T13" fmla="*/ 0 h 243"/>
                <a:gd name="T14" fmla="*/ 173 w 173"/>
                <a:gd name="T15" fmla="*/ 29 h 243"/>
                <a:gd name="T16" fmla="*/ 104 w 173"/>
                <a:gd name="T17" fmla="*/ 29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243">
                  <a:moveTo>
                    <a:pt x="104" y="29"/>
                  </a:moveTo>
                  <a:lnTo>
                    <a:pt x="104" y="243"/>
                  </a:lnTo>
                  <a:lnTo>
                    <a:pt x="71" y="243"/>
                  </a:lnTo>
                  <a:lnTo>
                    <a:pt x="71" y="29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73" y="0"/>
                  </a:lnTo>
                  <a:lnTo>
                    <a:pt x="173" y="29"/>
                  </a:lnTo>
                  <a:lnTo>
                    <a:pt x="104" y="2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1" name="Freeform 118">
              <a:extLst>
                <a:ext uri="{FF2B5EF4-FFF2-40B4-BE49-F238E27FC236}">
                  <a16:creationId xmlns:a16="http://schemas.microsoft.com/office/drawing/2014/main" id="{A6F3C57B-099C-4C95-8DAA-978582D0829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97" y="1666"/>
              <a:ext cx="223" cy="253"/>
            </a:xfrm>
            <a:custGeom>
              <a:avLst/>
              <a:gdLst>
                <a:gd name="T0" fmla="*/ 45 w 94"/>
                <a:gd name="T1" fmla="*/ 106 h 106"/>
                <a:gd name="T2" fmla="*/ 0 w 94"/>
                <a:gd name="T3" fmla="*/ 54 h 106"/>
                <a:gd name="T4" fmla="*/ 48 w 94"/>
                <a:gd name="T5" fmla="*/ 0 h 106"/>
                <a:gd name="T6" fmla="*/ 94 w 94"/>
                <a:gd name="T7" fmla="*/ 52 h 106"/>
                <a:gd name="T8" fmla="*/ 45 w 94"/>
                <a:gd name="T9" fmla="*/ 106 h 106"/>
                <a:gd name="T10" fmla="*/ 47 w 94"/>
                <a:gd name="T11" fmla="*/ 13 h 106"/>
                <a:gd name="T12" fmla="*/ 14 w 94"/>
                <a:gd name="T13" fmla="*/ 52 h 106"/>
                <a:gd name="T14" fmla="*/ 46 w 94"/>
                <a:gd name="T15" fmla="*/ 93 h 106"/>
                <a:gd name="T16" fmla="*/ 79 w 94"/>
                <a:gd name="T17" fmla="*/ 54 h 106"/>
                <a:gd name="T18" fmla="*/ 47 w 94"/>
                <a:gd name="T19" fmla="*/ 1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" h="106">
                  <a:moveTo>
                    <a:pt x="45" y="106"/>
                  </a:moveTo>
                  <a:cubicBezTo>
                    <a:pt x="14" y="106"/>
                    <a:pt x="0" y="85"/>
                    <a:pt x="0" y="54"/>
                  </a:cubicBezTo>
                  <a:cubicBezTo>
                    <a:pt x="0" y="20"/>
                    <a:pt x="21" y="0"/>
                    <a:pt x="48" y="0"/>
                  </a:cubicBezTo>
                  <a:cubicBezTo>
                    <a:pt x="76" y="0"/>
                    <a:pt x="94" y="18"/>
                    <a:pt x="94" y="52"/>
                  </a:cubicBezTo>
                  <a:cubicBezTo>
                    <a:pt x="94" y="86"/>
                    <a:pt x="72" y="106"/>
                    <a:pt x="45" y="106"/>
                  </a:cubicBezTo>
                  <a:close/>
                  <a:moveTo>
                    <a:pt x="47" y="13"/>
                  </a:moveTo>
                  <a:cubicBezTo>
                    <a:pt x="30" y="13"/>
                    <a:pt x="14" y="26"/>
                    <a:pt x="14" y="52"/>
                  </a:cubicBezTo>
                  <a:cubicBezTo>
                    <a:pt x="14" y="77"/>
                    <a:pt x="25" y="93"/>
                    <a:pt x="46" y="93"/>
                  </a:cubicBezTo>
                  <a:cubicBezTo>
                    <a:pt x="63" y="93"/>
                    <a:pt x="79" y="80"/>
                    <a:pt x="79" y="54"/>
                  </a:cubicBezTo>
                  <a:cubicBezTo>
                    <a:pt x="79" y="27"/>
                    <a:pt x="67" y="13"/>
                    <a:pt x="47" y="1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2" name="Freeform 119">
              <a:extLst>
                <a:ext uri="{FF2B5EF4-FFF2-40B4-BE49-F238E27FC236}">
                  <a16:creationId xmlns:a16="http://schemas.microsoft.com/office/drawing/2014/main" id="{0F7841D5-4D5F-4517-805E-800726B09C94}"/>
                </a:ext>
              </a:extLst>
            </p:cNvPr>
            <p:cNvSpPr>
              <a:spLocks/>
            </p:cNvSpPr>
            <p:nvPr/>
          </p:nvSpPr>
          <p:spPr bwMode="gray">
            <a:xfrm>
              <a:off x="2061" y="1671"/>
              <a:ext cx="121" cy="243"/>
            </a:xfrm>
            <a:custGeom>
              <a:avLst/>
              <a:gdLst>
                <a:gd name="T0" fmla="*/ 0 w 121"/>
                <a:gd name="T1" fmla="*/ 243 h 243"/>
                <a:gd name="T2" fmla="*/ 0 w 121"/>
                <a:gd name="T3" fmla="*/ 0 h 243"/>
                <a:gd name="T4" fmla="*/ 34 w 121"/>
                <a:gd name="T5" fmla="*/ 0 h 243"/>
                <a:gd name="T6" fmla="*/ 34 w 121"/>
                <a:gd name="T7" fmla="*/ 214 h 243"/>
                <a:gd name="T8" fmla="*/ 121 w 121"/>
                <a:gd name="T9" fmla="*/ 214 h 243"/>
                <a:gd name="T10" fmla="*/ 121 w 121"/>
                <a:gd name="T11" fmla="*/ 243 h 243"/>
                <a:gd name="T12" fmla="*/ 0 w 121"/>
                <a:gd name="T13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243">
                  <a:moveTo>
                    <a:pt x="0" y="243"/>
                  </a:moveTo>
                  <a:lnTo>
                    <a:pt x="0" y="0"/>
                  </a:lnTo>
                  <a:lnTo>
                    <a:pt x="34" y="0"/>
                  </a:lnTo>
                  <a:lnTo>
                    <a:pt x="34" y="214"/>
                  </a:lnTo>
                  <a:lnTo>
                    <a:pt x="121" y="214"/>
                  </a:lnTo>
                  <a:lnTo>
                    <a:pt x="121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3" name="Rectangle 120">
              <a:extLst>
                <a:ext uri="{FF2B5EF4-FFF2-40B4-BE49-F238E27FC236}">
                  <a16:creationId xmlns:a16="http://schemas.microsoft.com/office/drawing/2014/main" id="{9B7CCF39-2217-4ECB-BC02-50481311BCD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25" y="1671"/>
              <a:ext cx="33" cy="2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4" name="Freeform 121">
              <a:extLst>
                <a:ext uri="{FF2B5EF4-FFF2-40B4-BE49-F238E27FC236}">
                  <a16:creationId xmlns:a16="http://schemas.microsoft.com/office/drawing/2014/main" id="{286BDA6E-9CB2-4242-9E34-18895AF10C35}"/>
                </a:ext>
              </a:extLst>
            </p:cNvPr>
            <p:cNvSpPr>
              <a:spLocks/>
            </p:cNvSpPr>
            <p:nvPr/>
          </p:nvSpPr>
          <p:spPr bwMode="gray">
            <a:xfrm>
              <a:off x="2329" y="1671"/>
              <a:ext cx="125" cy="243"/>
            </a:xfrm>
            <a:custGeom>
              <a:avLst/>
              <a:gdLst>
                <a:gd name="T0" fmla="*/ 33 w 125"/>
                <a:gd name="T1" fmla="*/ 26 h 243"/>
                <a:gd name="T2" fmla="*/ 33 w 125"/>
                <a:gd name="T3" fmla="*/ 107 h 243"/>
                <a:gd name="T4" fmla="*/ 120 w 125"/>
                <a:gd name="T5" fmla="*/ 107 h 243"/>
                <a:gd name="T6" fmla="*/ 120 w 125"/>
                <a:gd name="T7" fmla="*/ 133 h 243"/>
                <a:gd name="T8" fmla="*/ 33 w 125"/>
                <a:gd name="T9" fmla="*/ 133 h 243"/>
                <a:gd name="T10" fmla="*/ 33 w 125"/>
                <a:gd name="T11" fmla="*/ 243 h 243"/>
                <a:gd name="T12" fmla="*/ 0 w 125"/>
                <a:gd name="T13" fmla="*/ 243 h 243"/>
                <a:gd name="T14" fmla="*/ 0 w 125"/>
                <a:gd name="T15" fmla="*/ 0 h 243"/>
                <a:gd name="T16" fmla="*/ 125 w 125"/>
                <a:gd name="T17" fmla="*/ 0 h 243"/>
                <a:gd name="T18" fmla="*/ 125 w 125"/>
                <a:gd name="T19" fmla="*/ 26 h 243"/>
                <a:gd name="T20" fmla="*/ 33 w 125"/>
                <a:gd name="T21" fmla="*/ 26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" h="243">
                  <a:moveTo>
                    <a:pt x="33" y="26"/>
                  </a:moveTo>
                  <a:lnTo>
                    <a:pt x="33" y="107"/>
                  </a:lnTo>
                  <a:lnTo>
                    <a:pt x="120" y="107"/>
                  </a:lnTo>
                  <a:lnTo>
                    <a:pt x="120" y="133"/>
                  </a:lnTo>
                  <a:lnTo>
                    <a:pt x="33" y="133"/>
                  </a:lnTo>
                  <a:lnTo>
                    <a:pt x="33" y="243"/>
                  </a:lnTo>
                  <a:lnTo>
                    <a:pt x="0" y="243"/>
                  </a:lnTo>
                  <a:lnTo>
                    <a:pt x="0" y="0"/>
                  </a:lnTo>
                  <a:lnTo>
                    <a:pt x="125" y="0"/>
                  </a:lnTo>
                  <a:lnTo>
                    <a:pt x="125" y="26"/>
                  </a:lnTo>
                  <a:lnTo>
                    <a:pt x="33" y="2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5" name="Freeform 122">
              <a:extLst>
                <a:ext uri="{FF2B5EF4-FFF2-40B4-BE49-F238E27FC236}">
                  <a16:creationId xmlns:a16="http://schemas.microsoft.com/office/drawing/2014/main" id="{343E70BB-FBCF-4017-BAD6-AE2ACE0C7BDA}"/>
                </a:ext>
              </a:extLst>
            </p:cNvPr>
            <p:cNvSpPr>
              <a:spLocks/>
            </p:cNvSpPr>
            <p:nvPr/>
          </p:nvSpPr>
          <p:spPr bwMode="gray">
            <a:xfrm>
              <a:off x="2499" y="1671"/>
              <a:ext cx="123" cy="243"/>
            </a:xfrm>
            <a:custGeom>
              <a:avLst/>
              <a:gdLst>
                <a:gd name="T0" fmla="*/ 0 w 123"/>
                <a:gd name="T1" fmla="*/ 243 h 243"/>
                <a:gd name="T2" fmla="*/ 0 w 123"/>
                <a:gd name="T3" fmla="*/ 0 h 243"/>
                <a:gd name="T4" fmla="*/ 123 w 123"/>
                <a:gd name="T5" fmla="*/ 0 h 243"/>
                <a:gd name="T6" fmla="*/ 123 w 123"/>
                <a:gd name="T7" fmla="*/ 26 h 243"/>
                <a:gd name="T8" fmla="*/ 33 w 123"/>
                <a:gd name="T9" fmla="*/ 26 h 243"/>
                <a:gd name="T10" fmla="*/ 33 w 123"/>
                <a:gd name="T11" fmla="*/ 105 h 243"/>
                <a:gd name="T12" fmla="*/ 121 w 123"/>
                <a:gd name="T13" fmla="*/ 105 h 243"/>
                <a:gd name="T14" fmla="*/ 121 w 123"/>
                <a:gd name="T15" fmla="*/ 131 h 243"/>
                <a:gd name="T16" fmla="*/ 33 w 123"/>
                <a:gd name="T17" fmla="*/ 131 h 243"/>
                <a:gd name="T18" fmla="*/ 33 w 123"/>
                <a:gd name="T19" fmla="*/ 217 h 243"/>
                <a:gd name="T20" fmla="*/ 123 w 123"/>
                <a:gd name="T21" fmla="*/ 217 h 243"/>
                <a:gd name="T22" fmla="*/ 123 w 123"/>
                <a:gd name="T23" fmla="*/ 243 h 243"/>
                <a:gd name="T24" fmla="*/ 0 w 123"/>
                <a:gd name="T25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3" h="243">
                  <a:moveTo>
                    <a:pt x="0" y="243"/>
                  </a:moveTo>
                  <a:lnTo>
                    <a:pt x="0" y="0"/>
                  </a:lnTo>
                  <a:lnTo>
                    <a:pt x="123" y="0"/>
                  </a:lnTo>
                  <a:lnTo>
                    <a:pt x="123" y="26"/>
                  </a:lnTo>
                  <a:lnTo>
                    <a:pt x="33" y="26"/>
                  </a:lnTo>
                  <a:lnTo>
                    <a:pt x="33" y="105"/>
                  </a:lnTo>
                  <a:lnTo>
                    <a:pt x="121" y="105"/>
                  </a:lnTo>
                  <a:lnTo>
                    <a:pt x="121" y="131"/>
                  </a:lnTo>
                  <a:lnTo>
                    <a:pt x="33" y="131"/>
                  </a:lnTo>
                  <a:lnTo>
                    <a:pt x="33" y="217"/>
                  </a:lnTo>
                  <a:lnTo>
                    <a:pt x="123" y="217"/>
                  </a:lnTo>
                  <a:lnTo>
                    <a:pt x="123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6" name="Oval 123">
              <a:extLst>
                <a:ext uri="{FF2B5EF4-FFF2-40B4-BE49-F238E27FC236}">
                  <a16:creationId xmlns:a16="http://schemas.microsoft.com/office/drawing/2014/main" id="{1A42AE6E-148A-47D9-B117-A9C1EAD1D4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2" y="1873"/>
              <a:ext cx="42" cy="46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7" name="Rectangle 124">
              <a:extLst>
                <a:ext uri="{FF2B5EF4-FFF2-40B4-BE49-F238E27FC236}">
                  <a16:creationId xmlns:a16="http://schemas.microsoft.com/office/drawing/2014/main" id="{6F150DBE-8AE0-49B4-8B74-09130797E6A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1" y="1181"/>
              <a:ext cx="33" cy="88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429D37B6-0C50-45DD-8A91-7A3245840D11}"/>
              </a:ext>
            </a:extLst>
          </p:cNvPr>
          <p:cNvSpPr txBox="1"/>
          <p:nvPr/>
        </p:nvSpPr>
        <p:spPr>
          <a:xfrm>
            <a:off x="388773" y="2531954"/>
            <a:ext cx="54345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Verdana" panose="020B0604030504040204" pitchFamily="34" charset="0"/>
                <a:ea typeface="Verdana" panose="020B0604030504040204" pitchFamily="34" charset="0"/>
              </a:rPr>
              <a:t>Invisible veggies</a:t>
            </a:r>
            <a:r>
              <a:rPr lang="en-US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! </a:t>
            </a: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Natural formula of fruit and veggies compositions where you will not feel any taste of vegetables!</a:t>
            </a:r>
            <a:endParaRPr lang="ru-RU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72" name="Picture 6" descr="White blank foil food or drink bag packaging with spout template Stock  Vector | Adobe Stock">
            <a:extLst>
              <a:ext uri="{FF2B5EF4-FFF2-40B4-BE49-F238E27FC236}">
                <a16:creationId xmlns:a16="http://schemas.microsoft.com/office/drawing/2014/main" id="{E6D9E14A-FA20-4A43-AFF0-E78F94060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222" l="10000" r="90000">
                        <a14:foregroundMark x1="48889" y1="10278" x2="48889" y2="10278"/>
                        <a14:foregroundMark x1="55278" y1="90833" x2="55278" y2="90833"/>
                        <a14:foregroundMark x1="53889" y1="92222" x2="53889" y2="92222"/>
                        <a14:foregroundMark x1="56944" y1="92222" x2="56944" y2="92222"/>
                        <a14:foregroundMark x1="58611" y1="92222" x2="58611" y2="92222"/>
                        <a14:foregroundMark x1="60000" y1="92222" x2="60000" y2="92222"/>
                        <a14:foregroundMark x1="62222" y1="91667" x2="62222" y2="91667"/>
                        <a14:foregroundMark x1="63056" y1="91667" x2="63056" y2="91667"/>
                        <a14:foregroundMark x1="65556" y1="90833" x2="65556" y2="90833"/>
                        <a14:foregroundMark x1="67778" y1="90278" x2="67778" y2="90278"/>
                        <a14:foregroundMark x1="66389" y1="91944" x2="67222" y2="91667"/>
                        <a14:foregroundMark x1="68611" y1="90000" x2="68611" y2="90000"/>
                        <a14:foregroundMark x1="70000" y1="90000" x2="70000" y2="90000"/>
                        <a14:foregroundMark x1="71389" y1="89722" x2="71389" y2="897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685" y="2928760"/>
            <a:ext cx="2099833" cy="2099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61,600+ Red Arrow Illustrations, Royalty-Free Vector Graphics &amp; Clip Art -  iStock | Red arrow vector, Red arrow up, Red arrow down">
            <a:extLst>
              <a:ext uri="{FF2B5EF4-FFF2-40B4-BE49-F238E27FC236}">
                <a16:creationId xmlns:a16="http://schemas.microsoft.com/office/drawing/2014/main" id="{CC8B138F-57AE-4106-AC64-C9DB34941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938" y="3729104"/>
            <a:ext cx="1414655" cy="114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47EBE84-08B8-43BF-9A4E-C63085108A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15"/>
          <a:stretch/>
        </p:blipFill>
        <p:spPr bwMode="auto">
          <a:xfrm>
            <a:off x="588021" y="2831053"/>
            <a:ext cx="1500723" cy="2089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atercolor Illustration Of Sweet Potato Stock Photo, Picture And Royalty  Free Image. Image 81553946.">
            <a:extLst>
              <a:ext uri="{FF2B5EF4-FFF2-40B4-BE49-F238E27FC236}">
                <a16:creationId xmlns:a16="http://schemas.microsoft.com/office/drawing/2014/main" id="{57504E99-B8E6-4961-9A91-6190B18A7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689" y="3137203"/>
            <a:ext cx="2120838" cy="1818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31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6B8EFA4-8C97-436B-AC9A-3ED06E773710}"/>
              </a:ext>
            </a:extLst>
          </p:cNvPr>
          <p:cNvCxnSpPr/>
          <p:nvPr/>
        </p:nvCxnSpPr>
        <p:spPr>
          <a:xfrm>
            <a:off x="-23797" y="2997873"/>
            <a:ext cx="1534167" cy="0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536A30E0-4384-4C33-806B-3F292CC5A910}"/>
              </a:ext>
            </a:extLst>
          </p:cNvPr>
          <p:cNvCxnSpPr/>
          <p:nvPr/>
        </p:nvCxnSpPr>
        <p:spPr>
          <a:xfrm>
            <a:off x="4120064" y="2818307"/>
            <a:ext cx="1044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0704AFB2-016A-4E47-8B20-EF2CE449B5B6}"/>
              </a:ext>
            </a:extLst>
          </p:cNvPr>
          <p:cNvSpPr/>
          <p:nvPr/>
        </p:nvSpPr>
        <p:spPr>
          <a:xfrm>
            <a:off x="4152962" y="2377097"/>
            <a:ext cx="3325361" cy="410875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20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Reasony Why</a:t>
            </a: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14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68602" algn="l"/>
              </a:tabLst>
              <a:defRPr/>
            </a:pPr>
            <a:r>
              <a:rPr kumimoji="0" lang="en-US" alt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Raising awareness of parents of </a:t>
            </a:r>
            <a:r>
              <a:rPr lang="en-US" altLang="de-DE" sz="1400" b="1" kern="0" dirty="0">
                <a:solidFill>
                  <a:srgbClr val="00233E"/>
                </a:solidFill>
                <a:latin typeface="Verdana"/>
              </a:rPr>
              <a:t>the importance to introduce vegetables to kids’ diet</a:t>
            </a:r>
          </a:p>
          <a:p>
            <a:pPr marL="0" marR="0" lvl="0" indent="0" algn="l" defTabSz="914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68602" algn="l"/>
              </a:tabLst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Introduction of vegetables to the food categories kids like (hidden introduction)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Combination with fruits will help to keep the main fruity tonality of the product.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Addressing younger target groups (young adults and kids).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Wide taste range available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35858528-825E-41C0-A756-A9BE97EFD100}"/>
              </a:ext>
            </a:extLst>
          </p:cNvPr>
          <p:cNvSpPr txBox="1">
            <a:spLocks/>
          </p:cNvSpPr>
          <p:nvPr/>
        </p:nvSpPr>
        <p:spPr bwMode="gray">
          <a:xfrm>
            <a:off x="8038976" y="505657"/>
            <a:ext cx="3846747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1042896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lang="de-DE" sz="1600" b="0" i="0" u="none" strike="noStrike" kern="1200" baseline="0">
                <a:solidFill>
                  <a:schemeClr val="tx1"/>
                </a:solidFill>
                <a:latin typeface="+mj-lt"/>
                <a:ea typeface="Verdana" pitchFamily="34" charset="0"/>
                <a:cs typeface="Verdana" pitchFamily="34" charset="0"/>
              </a:defRPr>
            </a:lvl1pPr>
            <a:lvl2pPr marL="432010" indent="-216005" algn="l" defTabSz="542841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tabLst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4432308" indent="-260724" algn="l" defTabSz="104289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10428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Verdana" pitchFamily="34" charset="0"/>
              </a:rPr>
              <a:t>The best range of fruit &amp; veggies combination to provide the balance taste appreciated by kids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D58A290-391F-4AAF-9A68-5162414FBF17}"/>
              </a:ext>
            </a:extLst>
          </p:cNvPr>
          <p:cNvCxnSpPr/>
          <p:nvPr/>
        </p:nvCxnSpPr>
        <p:spPr>
          <a:xfrm>
            <a:off x="8059282" y="2380157"/>
            <a:ext cx="1044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78250D5A-6725-4EF1-AEDA-32A01046E695}"/>
              </a:ext>
            </a:extLst>
          </p:cNvPr>
          <p:cNvSpPr/>
          <p:nvPr/>
        </p:nvSpPr>
        <p:spPr>
          <a:xfrm>
            <a:off x="8092180" y="1938947"/>
            <a:ext cx="3760855" cy="159017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20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Product Value</a:t>
            </a: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14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70" dirty="0">
                <a:solidFill>
                  <a:srgbClr val="1D1D1F"/>
                </a:solidFill>
                <a:latin typeface="Verdana"/>
              </a:rPr>
              <a:t>Thanks to vertical integration Doehler is able to provide the best combinations of </a:t>
            </a:r>
            <a:r>
              <a:rPr kumimoji="0" lang="en-US" alt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fruit and veggies for the creation of tasty and healthy product compositions for kids.</a:t>
            </a: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78F70E6-193B-4195-B3B3-98181DBFC69D}"/>
              </a:ext>
            </a:extLst>
          </p:cNvPr>
          <p:cNvSpPr/>
          <p:nvPr/>
        </p:nvSpPr>
        <p:spPr>
          <a:xfrm flipV="1">
            <a:off x="7867344" y="4049233"/>
            <a:ext cx="4324656" cy="1828399"/>
          </a:xfrm>
          <a:prstGeom prst="rect">
            <a:avLst/>
          </a:prstGeom>
          <a:solidFill>
            <a:srgbClr val="E9EFF7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0" tIns="65300" rIns="65300" bIns="653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5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64DD81C-3D83-402D-985B-B251D8EC0582}"/>
              </a:ext>
            </a:extLst>
          </p:cNvPr>
          <p:cNvSpPr/>
          <p:nvPr/>
        </p:nvSpPr>
        <p:spPr>
          <a:xfrm>
            <a:off x="8233277" y="4246876"/>
            <a:ext cx="2111672" cy="25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e-DE" sz="1632" b="0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OUR</a:t>
            </a:r>
            <a:r>
              <a:rPr kumimoji="0" lang="en-GB" altLang="de-DE" sz="1632" b="1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SOLUTIONS</a:t>
            </a:r>
            <a:endParaRPr kumimoji="0" lang="en-GB" altLang="de-DE" sz="998" b="0" i="0" u="none" strike="noStrike" kern="1200" cap="none" spc="0" normalizeH="0" baseline="0" noProof="0" dirty="0">
              <a:ln>
                <a:noFill/>
              </a:ln>
              <a:solidFill>
                <a:srgbClr val="0023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883A645-4F43-4EC3-9FB9-70F5714EFC46}"/>
              </a:ext>
            </a:extLst>
          </p:cNvPr>
          <p:cNvSpPr txBox="1"/>
          <p:nvPr/>
        </p:nvSpPr>
        <p:spPr>
          <a:xfrm>
            <a:off x="8233277" y="4599943"/>
            <a:ext cx="3619758" cy="13680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70" b="1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Ingredient</a:t>
            </a:r>
            <a:r>
              <a:rPr kumimoji="0" lang="de-DE" sz="1270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Systems &amp; Natural Taste Solutions: </a:t>
            </a:r>
            <a:r>
              <a:rPr kumimoji="0" 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Fruit- &amp; Non-Fruit </a:t>
            </a:r>
            <a:r>
              <a:rPr kumimoji="0" lang="de-DE" sz="1270" b="0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Preparations</a:t>
            </a:r>
            <a:r>
              <a:rPr kumimoji="0" 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, Natural </a:t>
            </a:r>
            <a:r>
              <a:rPr kumimoji="0" lang="de-DE" sz="1270" b="0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Flavours</a:t>
            </a: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70" b="1" dirty="0">
                <a:solidFill>
                  <a:srgbClr val="1D1D1F"/>
                </a:solidFill>
                <a:latin typeface="Verdana"/>
              </a:rPr>
              <a:t>Fruit and </a:t>
            </a:r>
            <a:r>
              <a:rPr lang="de-DE" sz="1270" b="1" dirty="0" err="1">
                <a:solidFill>
                  <a:srgbClr val="1D1D1F"/>
                </a:solidFill>
                <a:latin typeface="Verdana"/>
              </a:rPr>
              <a:t>Vegetables</a:t>
            </a:r>
            <a:r>
              <a:rPr kumimoji="0" lang="de-DE" sz="1270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70" kern="0" dirty="0">
                <a:solidFill>
                  <a:srgbClr val="1D1D1F"/>
                </a:solidFill>
                <a:latin typeface="Verdana"/>
              </a:rPr>
              <a:t>Fruit and vegetable puree/juices</a:t>
            </a: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B330E57C-6905-47A8-B73B-6BAE1075720B}"/>
              </a:ext>
            </a:extLst>
          </p:cNvPr>
          <p:cNvGrpSpPr/>
          <p:nvPr/>
        </p:nvGrpSpPr>
        <p:grpSpPr>
          <a:xfrm>
            <a:off x="7749130" y="4199484"/>
            <a:ext cx="344374" cy="346004"/>
            <a:chOff x="7964408" y="3577944"/>
            <a:chExt cx="407701" cy="409632"/>
          </a:xfrm>
        </p:grpSpPr>
        <p:sp>
          <p:nvSpPr>
            <p:cNvPr id="28" name="Freeform 413">
              <a:extLst>
                <a:ext uri="{FF2B5EF4-FFF2-40B4-BE49-F238E27FC236}">
                  <a16:creationId xmlns:a16="http://schemas.microsoft.com/office/drawing/2014/main" id="{6130E3C3-A4C2-4073-AE85-0FBAB4203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1967" y="3746275"/>
              <a:ext cx="72583" cy="72583"/>
            </a:xfrm>
            <a:custGeom>
              <a:avLst/>
              <a:gdLst>
                <a:gd name="T0" fmla="*/ 40 w 79"/>
                <a:gd name="T1" fmla="*/ 79 h 79"/>
                <a:gd name="T2" fmla="*/ 0 w 79"/>
                <a:gd name="T3" fmla="*/ 39 h 79"/>
                <a:gd name="T4" fmla="*/ 8 w 79"/>
                <a:gd name="T5" fmla="*/ 31 h 79"/>
                <a:gd name="T6" fmla="*/ 16 w 79"/>
                <a:gd name="T7" fmla="*/ 39 h 79"/>
                <a:gd name="T8" fmla="*/ 40 w 79"/>
                <a:gd name="T9" fmla="*/ 63 h 79"/>
                <a:gd name="T10" fmla="*/ 63 w 79"/>
                <a:gd name="T11" fmla="*/ 39 h 79"/>
                <a:gd name="T12" fmla="*/ 40 w 79"/>
                <a:gd name="T13" fmla="*/ 16 h 79"/>
                <a:gd name="T14" fmla="*/ 32 w 79"/>
                <a:gd name="T15" fmla="*/ 8 h 79"/>
                <a:gd name="T16" fmla="*/ 40 w 79"/>
                <a:gd name="T17" fmla="*/ 0 h 79"/>
                <a:gd name="T18" fmla="*/ 79 w 79"/>
                <a:gd name="T19" fmla="*/ 39 h 79"/>
                <a:gd name="T20" fmla="*/ 40 w 79"/>
                <a:gd name="T2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" h="79">
                  <a:moveTo>
                    <a:pt x="40" y="79"/>
                  </a:moveTo>
                  <a:cubicBezTo>
                    <a:pt x="18" y="79"/>
                    <a:pt x="0" y="61"/>
                    <a:pt x="0" y="39"/>
                  </a:cubicBezTo>
                  <a:cubicBezTo>
                    <a:pt x="0" y="35"/>
                    <a:pt x="3" y="31"/>
                    <a:pt x="8" y="31"/>
                  </a:cubicBezTo>
                  <a:cubicBezTo>
                    <a:pt x="12" y="31"/>
                    <a:pt x="16" y="35"/>
                    <a:pt x="16" y="39"/>
                  </a:cubicBezTo>
                  <a:cubicBezTo>
                    <a:pt x="16" y="53"/>
                    <a:pt x="26" y="63"/>
                    <a:pt x="40" y="63"/>
                  </a:cubicBezTo>
                  <a:cubicBezTo>
                    <a:pt x="53" y="63"/>
                    <a:pt x="63" y="53"/>
                    <a:pt x="63" y="39"/>
                  </a:cubicBezTo>
                  <a:cubicBezTo>
                    <a:pt x="63" y="26"/>
                    <a:pt x="53" y="16"/>
                    <a:pt x="40" y="16"/>
                  </a:cubicBezTo>
                  <a:cubicBezTo>
                    <a:pt x="35" y="16"/>
                    <a:pt x="32" y="12"/>
                    <a:pt x="32" y="8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61" y="0"/>
                    <a:pt x="79" y="18"/>
                    <a:pt x="79" y="39"/>
                  </a:cubicBezTo>
                  <a:cubicBezTo>
                    <a:pt x="79" y="61"/>
                    <a:pt x="61" y="79"/>
                    <a:pt x="40" y="79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9" name="Freeform 414">
              <a:extLst>
                <a:ext uri="{FF2B5EF4-FFF2-40B4-BE49-F238E27FC236}">
                  <a16:creationId xmlns:a16="http://schemas.microsoft.com/office/drawing/2014/main" id="{86A0E2D5-492B-4CE1-BBE5-EBC17573C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5098" y="3659021"/>
              <a:ext cx="246319" cy="247478"/>
            </a:xfrm>
            <a:custGeom>
              <a:avLst/>
              <a:gdLst>
                <a:gd name="T0" fmla="*/ 135 w 269"/>
                <a:gd name="T1" fmla="*/ 269 h 269"/>
                <a:gd name="T2" fmla="*/ 0 w 269"/>
                <a:gd name="T3" fmla="*/ 134 h 269"/>
                <a:gd name="T4" fmla="*/ 23 w 269"/>
                <a:gd name="T5" fmla="*/ 59 h 269"/>
                <a:gd name="T6" fmla="*/ 34 w 269"/>
                <a:gd name="T7" fmla="*/ 57 h 269"/>
                <a:gd name="T8" fmla="*/ 37 w 269"/>
                <a:gd name="T9" fmla="*/ 68 h 269"/>
                <a:gd name="T10" fmla="*/ 16 w 269"/>
                <a:gd name="T11" fmla="*/ 134 h 269"/>
                <a:gd name="T12" fmla="*/ 135 w 269"/>
                <a:gd name="T13" fmla="*/ 253 h 269"/>
                <a:gd name="T14" fmla="*/ 253 w 269"/>
                <a:gd name="T15" fmla="*/ 134 h 269"/>
                <a:gd name="T16" fmla="*/ 135 w 269"/>
                <a:gd name="T17" fmla="*/ 16 h 269"/>
                <a:gd name="T18" fmla="*/ 74 w 269"/>
                <a:gd name="T19" fmla="*/ 32 h 269"/>
                <a:gd name="T20" fmla="*/ 63 w 269"/>
                <a:gd name="T21" fmla="*/ 30 h 269"/>
                <a:gd name="T22" fmla="*/ 66 w 269"/>
                <a:gd name="T23" fmla="*/ 19 h 269"/>
                <a:gd name="T24" fmla="*/ 135 w 269"/>
                <a:gd name="T25" fmla="*/ 0 h 269"/>
                <a:gd name="T26" fmla="*/ 269 w 269"/>
                <a:gd name="T27" fmla="*/ 134 h 269"/>
                <a:gd name="T28" fmla="*/ 135 w 269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9" h="269">
                  <a:moveTo>
                    <a:pt x="135" y="269"/>
                  </a:moveTo>
                  <a:cubicBezTo>
                    <a:pt x="60" y="269"/>
                    <a:pt x="0" y="209"/>
                    <a:pt x="0" y="134"/>
                  </a:cubicBezTo>
                  <a:cubicBezTo>
                    <a:pt x="0" y="107"/>
                    <a:pt x="8" y="81"/>
                    <a:pt x="23" y="59"/>
                  </a:cubicBezTo>
                  <a:cubicBezTo>
                    <a:pt x="26" y="55"/>
                    <a:pt x="31" y="54"/>
                    <a:pt x="34" y="57"/>
                  </a:cubicBezTo>
                  <a:cubicBezTo>
                    <a:pt x="38" y="59"/>
                    <a:pt x="39" y="64"/>
                    <a:pt x="37" y="68"/>
                  </a:cubicBezTo>
                  <a:cubicBezTo>
                    <a:pt x="23" y="87"/>
                    <a:pt x="16" y="110"/>
                    <a:pt x="16" y="134"/>
                  </a:cubicBezTo>
                  <a:cubicBezTo>
                    <a:pt x="16" y="200"/>
                    <a:pt x="69" y="253"/>
                    <a:pt x="135" y="253"/>
                  </a:cubicBezTo>
                  <a:cubicBezTo>
                    <a:pt x="200" y="253"/>
                    <a:pt x="253" y="200"/>
                    <a:pt x="253" y="134"/>
                  </a:cubicBezTo>
                  <a:cubicBezTo>
                    <a:pt x="253" y="69"/>
                    <a:pt x="200" y="16"/>
                    <a:pt x="135" y="16"/>
                  </a:cubicBezTo>
                  <a:cubicBezTo>
                    <a:pt x="113" y="16"/>
                    <a:pt x="92" y="22"/>
                    <a:pt x="74" y="32"/>
                  </a:cubicBezTo>
                  <a:cubicBezTo>
                    <a:pt x="70" y="35"/>
                    <a:pt x="65" y="33"/>
                    <a:pt x="63" y="30"/>
                  </a:cubicBezTo>
                  <a:cubicBezTo>
                    <a:pt x="61" y="26"/>
                    <a:pt x="62" y="21"/>
                    <a:pt x="66" y="19"/>
                  </a:cubicBezTo>
                  <a:cubicBezTo>
                    <a:pt x="87" y="6"/>
                    <a:pt x="110" y="0"/>
                    <a:pt x="135" y="0"/>
                  </a:cubicBezTo>
                  <a:cubicBezTo>
                    <a:pt x="209" y="0"/>
                    <a:pt x="269" y="60"/>
                    <a:pt x="269" y="134"/>
                  </a:cubicBezTo>
                  <a:cubicBezTo>
                    <a:pt x="269" y="209"/>
                    <a:pt x="209" y="269"/>
                    <a:pt x="135" y="269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0" name="Freeform 415">
              <a:extLst>
                <a:ext uri="{FF2B5EF4-FFF2-40B4-BE49-F238E27FC236}">
                  <a16:creationId xmlns:a16="http://schemas.microsoft.com/office/drawing/2014/main" id="{C51CFF90-14A3-4CED-857C-8A76D713F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408" y="3577944"/>
              <a:ext cx="407701" cy="409632"/>
            </a:xfrm>
            <a:custGeom>
              <a:avLst/>
              <a:gdLst>
                <a:gd name="T0" fmla="*/ 223 w 445"/>
                <a:gd name="T1" fmla="*/ 445 h 445"/>
                <a:gd name="T2" fmla="*/ 0 w 445"/>
                <a:gd name="T3" fmla="*/ 222 h 445"/>
                <a:gd name="T4" fmla="*/ 39 w 445"/>
                <a:gd name="T5" fmla="*/ 96 h 445"/>
                <a:gd name="T6" fmla="*/ 50 w 445"/>
                <a:gd name="T7" fmla="*/ 94 h 445"/>
                <a:gd name="T8" fmla="*/ 52 w 445"/>
                <a:gd name="T9" fmla="*/ 105 h 445"/>
                <a:gd name="T10" fmla="*/ 16 w 445"/>
                <a:gd name="T11" fmla="*/ 222 h 445"/>
                <a:gd name="T12" fmla="*/ 223 w 445"/>
                <a:gd name="T13" fmla="*/ 429 h 445"/>
                <a:gd name="T14" fmla="*/ 429 w 445"/>
                <a:gd name="T15" fmla="*/ 222 h 445"/>
                <a:gd name="T16" fmla="*/ 223 w 445"/>
                <a:gd name="T17" fmla="*/ 16 h 445"/>
                <a:gd name="T18" fmla="*/ 110 w 445"/>
                <a:gd name="T19" fmla="*/ 49 h 445"/>
                <a:gd name="T20" fmla="*/ 99 w 445"/>
                <a:gd name="T21" fmla="*/ 47 h 445"/>
                <a:gd name="T22" fmla="*/ 102 w 445"/>
                <a:gd name="T23" fmla="*/ 35 h 445"/>
                <a:gd name="T24" fmla="*/ 223 w 445"/>
                <a:gd name="T25" fmla="*/ 0 h 445"/>
                <a:gd name="T26" fmla="*/ 445 w 445"/>
                <a:gd name="T27" fmla="*/ 222 h 445"/>
                <a:gd name="T28" fmla="*/ 223 w 445"/>
                <a:gd name="T29" fmla="*/ 44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5" h="445">
                  <a:moveTo>
                    <a:pt x="223" y="445"/>
                  </a:moveTo>
                  <a:cubicBezTo>
                    <a:pt x="100" y="445"/>
                    <a:pt x="0" y="345"/>
                    <a:pt x="0" y="222"/>
                  </a:cubicBezTo>
                  <a:cubicBezTo>
                    <a:pt x="0" y="177"/>
                    <a:pt x="13" y="134"/>
                    <a:pt x="39" y="96"/>
                  </a:cubicBezTo>
                  <a:cubicBezTo>
                    <a:pt x="42" y="93"/>
                    <a:pt x="47" y="92"/>
                    <a:pt x="50" y="94"/>
                  </a:cubicBezTo>
                  <a:cubicBezTo>
                    <a:pt x="54" y="97"/>
                    <a:pt x="55" y="102"/>
                    <a:pt x="52" y="105"/>
                  </a:cubicBezTo>
                  <a:cubicBezTo>
                    <a:pt x="28" y="140"/>
                    <a:pt x="16" y="180"/>
                    <a:pt x="16" y="222"/>
                  </a:cubicBezTo>
                  <a:cubicBezTo>
                    <a:pt x="16" y="336"/>
                    <a:pt x="109" y="429"/>
                    <a:pt x="223" y="429"/>
                  </a:cubicBezTo>
                  <a:cubicBezTo>
                    <a:pt x="336" y="429"/>
                    <a:pt x="429" y="336"/>
                    <a:pt x="429" y="222"/>
                  </a:cubicBezTo>
                  <a:cubicBezTo>
                    <a:pt x="429" y="109"/>
                    <a:pt x="336" y="16"/>
                    <a:pt x="223" y="16"/>
                  </a:cubicBezTo>
                  <a:cubicBezTo>
                    <a:pt x="183" y="16"/>
                    <a:pt x="144" y="27"/>
                    <a:pt x="110" y="49"/>
                  </a:cubicBezTo>
                  <a:cubicBezTo>
                    <a:pt x="107" y="51"/>
                    <a:pt x="102" y="50"/>
                    <a:pt x="99" y="47"/>
                  </a:cubicBezTo>
                  <a:cubicBezTo>
                    <a:pt x="97" y="43"/>
                    <a:pt x="98" y="38"/>
                    <a:pt x="102" y="35"/>
                  </a:cubicBezTo>
                  <a:cubicBezTo>
                    <a:pt x="138" y="12"/>
                    <a:pt x="179" y="0"/>
                    <a:pt x="223" y="0"/>
                  </a:cubicBezTo>
                  <a:cubicBezTo>
                    <a:pt x="345" y="0"/>
                    <a:pt x="445" y="100"/>
                    <a:pt x="445" y="222"/>
                  </a:cubicBezTo>
                  <a:cubicBezTo>
                    <a:pt x="445" y="345"/>
                    <a:pt x="345" y="445"/>
                    <a:pt x="223" y="445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1" name="Freeform 416">
              <a:extLst>
                <a:ext uri="{FF2B5EF4-FFF2-40B4-BE49-F238E27FC236}">
                  <a16:creationId xmlns:a16="http://schemas.microsoft.com/office/drawing/2014/main" id="{AD5165E8-F8A2-40C4-AE09-8D055AB51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5060" y="3645894"/>
              <a:ext cx="138217" cy="138217"/>
            </a:xfrm>
            <a:custGeom>
              <a:avLst/>
              <a:gdLst>
                <a:gd name="T0" fmla="*/ 142 w 151"/>
                <a:gd name="T1" fmla="*/ 150 h 150"/>
                <a:gd name="T2" fmla="*/ 136 w 151"/>
                <a:gd name="T3" fmla="*/ 148 h 150"/>
                <a:gd name="T4" fmla="*/ 4 w 151"/>
                <a:gd name="T5" fmla="*/ 15 h 150"/>
                <a:gd name="T6" fmla="*/ 4 w 151"/>
                <a:gd name="T7" fmla="*/ 3 h 150"/>
                <a:gd name="T8" fmla="*/ 15 w 151"/>
                <a:gd name="T9" fmla="*/ 3 h 150"/>
                <a:gd name="T10" fmla="*/ 147 w 151"/>
                <a:gd name="T11" fmla="*/ 137 h 150"/>
                <a:gd name="T12" fmla="*/ 147 w 151"/>
                <a:gd name="T13" fmla="*/ 148 h 150"/>
                <a:gd name="T14" fmla="*/ 142 w 151"/>
                <a:gd name="T15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50">
                  <a:moveTo>
                    <a:pt x="142" y="150"/>
                  </a:moveTo>
                  <a:cubicBezTo>
                    <a:pt x="140" y="150"/>
                    <a:pt x="138" y="150"/>
                    <a:pt x="136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1"/>
                    <a:pt x="0" y="6"/>
                    <a:pt x="4" y="3"/>
                  </a:cubicBezTo>
                  <a:cubicBezTo>
                    <a:pt x="7" y="0"/>
                    <a:pt x="12" y="0"/>
                    <a:pt x="15" y="3"/>
                  </a:cubicBezTo>
                  <a:cubicBezTo>
                    <a:pt x="147" y="137"/>
                    <a:pt x="147" y="137"/>
                    <a:pt x="147" y="137"/>
                  </a:cubicBezTo>
                  <a:cubicBezTo>
                    <a:pt x="151" y="140"/>
                    <a:pt x="151" y="145"/>
                    <a:pt x="147" y="148"/>
                  </a:cubicBezTo>
                  <a:cubicBezTo>
                    <a:pt x="146" y="150"/>
                    <a:pt x="144" y="150"/>
                    <a:pt x="142" y="150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2" name="Freeform 417">
              <a:extLst>
                <a:ext uri="{FF2B5EF4-FFF2-40B4-BE49-F238E27FC236}">
                  <a16:creationId xmlns:a16="http://schemas.microsoft.com/office/drawing/2014/main" id="{32A0AD29-F733-4569-A97F-FDDC4D75A0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68268" y="3579488"/>
              <a:ext cx="84938" cy="86868"/>
            </a:xfrm>
            <a:custGeom>
              <a:avLst/>
              <a:gdLst>
                <a:gd name="T0" fmla="*/ 70 w 93"/>
                <a:gd name="T1" fmla="*/ 94 h 94"/>
                <a:gd name="T2" fmla="*/ 69 w 93"/>
                <a:gd name="T3" fmla="*/ 94 h 94"/>
                <a:gd name="T4" fmla="*/ 3 w 93"/>
                <a:gd name="T5" fmla="*/ 46 h 94"/>
                <a:gd name="T6" fmla="*/ 2 w 93"/>
                <a:gd name="T7" fmla="*/ 33 h 94"/>
                <a:gd name="T8" fmla="*/ 14 w 93"/>
                <a:gd name="T9" fmla="*/ 27 h 94"/>
                <a:gd name="T10" fmla="*/ 28 w 93"/>
                <a:gd name="T11" fmla="*/ 30 h 94"/>
                <a:gd name="T12" fmla="*/ 26 w 93"/>
                <a:gd name="T13" fmla="*/ 13 h 94"/>
                <a:gd name="T14" fmla="*/ 32 w 93"/>
                <a:gd name="T15" fmla="*/ 2 h 94"/>
                <a:gd name="T16" fmla="*/ 44 w 93"/>
                <a:gd name="T17" fmla="*/ 3 h 94"/>
                <a:gd name="T18" fmla="*/ 93 w 93"/>
                <a:gd name="T19" fmla="*/ 68 h 94"/>
                <a:gd name="T20" fmla="*/ 87 w 93"/>
                <a:gd name="T21" fmla="*/ 86 h 94"/>
                <a:gd name="T22" fmla="*/ 70 w 93"/>
                <a:gd name="T23" fmla="*/ 94 h 94"/>
                <a:gd name="T24" fmla="*/ 25 w 93"/>
                <a:gd name="T25" fmla="*/ 46 h 94"/>
                <a:gd name="T26" fmla="*/ 69 w 93"/>
                <a:gd name="T27" fmla="*/ 78 h 94"/>
                <a:gd name="T28" fmla="*/ 75 w 93"/>
                <a:gd name="T29" fmla="*/ 75 h 94"/>
                <a:gd name="T30" fmla="*/ 77 w 93"/>
                <a:gd name="T31" fmla="*/ 69 h 94"/>
                <a:gd name="T32" fmla="*/ 44 w 93"/>
                <a:gd name="T33" fmla="*/ 24 h 94"/>
                <a:gd name="T34" fmla="*/ 45 w 93"/>
                <a:gd name="T35" fmla="*/ 35 h 94"/>
                <a:gd name="T36" fmla="*/ 42 w 93"/>
                <a:gd name="T37" fmla="*/ 44 h 94"/>
                <a:gd name="T38" fmla="*/ 32 w 93"/>
                <a:gd name="T39" fmla="*/ 47 h 94"/>
                <a:gd name="T40" fmla="*/ 25 w 93"/>
                <a:gd name="T41" fmla="*/ 46 h 94"/>
                <a:gd name="T42" fmla="*/ 11 w 93"/>
                <a:gd name="T43" fmla="*/ 43 h 94"/>
                <a:gd name="T44" fmla="*/ 11 w 93"/>
                <a:gd name="T45" fmla="*/ 43 h 94"/>
                <a:gd name="T46" fmla="*/ 11 w 93"/>
                <a:gd name="T47" fmla="*/ 4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3" h="94">
                  <a:moveTo>
                    <a:pt x="70" y="94"/>
                  </a:moveTo>
                  <a:cubicBezTo>
                    <a:pt x="69" y="94"/>
                    <a:pt x="69" y="94"/>
                    <a:pt x="69" y="94"/>
                  </a:cubicBezTo>
                  <a:cubicBezTo>
                    <a:pt x="48" y="93"/>
                    <a:pt x="22" y="67"/>
                    <a:pt x="3" y="46"/>
                  </a:cubicBezTo>
                  <a:cubicBezTo>
                    <a:pt x="0" y="42"/>
                    <a:pt x="0" y="37"/>
                    <a:pt x="2" y="33"/>
                  </a:cubicBezTo>
                  <a:cubicBezTo>
                    <a:pt x="5" y="29"/>
                    <a:pt x="9" y="26"/>
                    <a:pt x="14" y="27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8"/>
                    <a:pt x="28" y="4"/>
                    <a:pt x="32" y="2"/>
                  </a:cubicBezTo>
                  <a:cubicBezTo>
                    <a:pt x="36" y="0"/>
                    <a:pt x="41" y="0"/>
                    <a:pt x="44" y="3"/>
                  </a:cubicBezTo>
                  <a:cubicBezTo>
                    <a:pt x="62" y="18"/>
                    <a:pt x="92" y="46"/>
                    <a:pt x="93" y="68"/>
                  </a:cubicBezTo>
                  <a:cubicBezTo>
                    <a:pt x="93" y="75"/>
                    <a:pt x="91" y="81"/>
                    <a:pt x="87" y="86"/>
                  </a:cubicBezTo>
                  <a:cubicBezTo>
                    <a:pt x="82" y="91"/>
                    <a:pt x="76" y="94"/>
                    <a:pt x="70" y="94"/>
                  </a:cubicBezTo>
                  <a:close/>
                  <a:moveTo>
                    <a:pt x="25" y="46"/>
                  </a:moveTo>
                  <a:cubicBezTo>
                    <a:pt x="43" y="65"/>
                    <a:pt x="60" y="77"/>
                    <a:pt x="69" y="78"/>
                  </a:cubicBezTo>
                  <a:cubicBezTo>
                    <a:pt x="72" y="78"/>
                    <a:pt x="73" y="77"/>
                    <a:pt x="75" y="75"/>
                  </a:cubicBezTo>
                  <a:cubicBezTo>
                    <a:pt x="77" y="74"/>
                    <a:pt x="77" y="72"/>
                    <a:pt x="77" y="69"/>
                  </a:cubicBezTo>
                  <a:cubicBezTo>
                    <a:pt x="76" y="59"/>
                    <a:pt x="64" y="42"/>
                    <a:pt x="44" y="24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6" y="38"/>
                    <a:pt x="44" y="42"/>
                    <a:pt x="42" y="44"/>
                  </a:cubicBezTo>
                  <a:cubicBezTo>
                    <a:pt x="39" y="47"/>
                    <a:pt x="36" y="48"/>
                    <a:pt x="32" y="47"/>
                  </a:cubicBezTo>
                  <a:lnTo>
                    <a:pt x="25" y="46"/>
                  </a:ln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1" y="43"/>
                    <a:pt x="11" y="43"/>
                    <a:pt x="11" y="43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DED5609-B6EA-4D97-BAFB-04ED61006C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788" t="-1" b="95"/>
          <a:stretch/>
        </p:blipFill>
        <p:spPr>
          <a:xfrm>
            <a:off x="-49175" y="0"/>
            <a:ext cx="3774181" cy="3867150"/>
          </a:xfrm>
          <a:prstGeom prst="rect">
            <a:avLst/>
          </a:prstGeom>
        </p:spPr>
      </p:pic>
      <p:pic>
        <p:nvPicPr>
          <p:cNvPr id="2052" name="Picture 4" descr="Kids drinking smoothie together stock photo (157106) - YouWorkForThem">
            <a:extLst>
              <a:ext uri="{FF2B5EF4-FFF2-40B4-BE49-F238E27FC236}">
                <a16:creationId xmlns:a16="http://schemas.microsoft.com/office/drawing/2014/main" id="{4C5B5501-9196-44D1-9833-B12CCD6E1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06"/>
          <a:stretch/>
        </p:blipFill>
        <p:spPr bwMode="auto">
          <a:xfrm>
            <a:off x="-23797" y="3475203"/>
            <a:ext cx="3750096" cy="338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0FCA7BC6-9DC7-4575-91FD-5C06EB554BF8}"/>
              </a:ext>
            </a:extLst>
          </p:cNvPr>
          <p:cNvSpPr txBox="1">
            <a:spLocks/>
          </p:cNvSpPr>
          <p:nvPr/>
        </p:nvSpPr>
        <p:spPr bwMode="gray">
          <a:xfrm>
            <a:off x="1510370" y="564086"/>
            <a:ext cx="4546265" cy="1181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45802" rtl="0" eaLnBrk="1" latinLnBrk="0" hangingPunct="1">
              <a:lnSpc>
                <a:spcPct val="80000"/>
              </a:lnSpc>
              <a:spcBef>
                <a:spcPts val="0"/>
              </a:spcBef>
              <a:buFont typeface="Arial" pitchFamily="34" charset="0"/>
              <a:buNone/>
              <a:defRPr lang="de-DE" sz="5441" b="1" i="0" u="none" strike="noStrike" kern="1200" cap="none" baseline="0">
                <a:solidFill>
                  <a:schemeClr val="tx1"/>
                </a:solidFill>
                <a:latin typeface="+mj-lt"/>
                <a:ea typeface="Verdana" pitchFamily="34" charset="0"/>
                <a:cs typeface="Verdana" pitchFamily="34" charset="0"/>
              </a:defRPr>
            </a:lvl1pPr>
            <a:lvl2pPr marL="391790" indent="-195895" algn="l" defTabSz="492303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tabLst/>
              <a:defRPr sz="1451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defRPr sz="145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4019660" indent="-236451" algn="l" defTabSz="94580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45802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de-DE" sz="4799" dirty="0">
                <a:solidFill>
                  <a:srgbClr val="1D1D1F"/>
                </a:solidFill>
                <a:effectLst>
                  <a:glow rad="139700">
                    <a:srgbClr val="F5F5F7">
                      <a:satMod val="175000"/>
                      <a:alpha val="40000"/>
                    </a:srgbClr>
                  </a:glow>
                </a:effectLst>
                <a:latin typeface="Verdana"/>
              </a:rPr>
              <a:t>Invisible </a:t>
            </a:r>
            <a:r>
              <a:rPr lang="de-DE" sz="4799" dirty="0" err="1">
                <a:solidFill>
                  <a:srgbClr val="1D1D1F"/>
                </a:solidFill>
                <a:effectLst>
                  <a:glow rad="139700">
                    <a:srgbClr val="F5F5F7">
                      <a:satMod val="175000"/>
                      <a:alpha val="40000"/>
                    </a:srgbClr>
                  </a:glow>
                </a:effectLst>
                <a:latin typeface="Verdana"/>
              </a:rPr>
              <a:t>veggies</a:t>
            </a:r>
            <a:endParaRPr kumimoji="0" lang="de-DE" sz="4799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>
                <a:glow rad="139700">
                  <a:srgbClr val="F5F5F7">
                    <a:satMod val="175000"/>
                    <a:alpha val="40000"/>
                  </a:srgbClr>
                </a:glow>
              </a:effectLst>
              <a:uLnTx/>
              <a:uFillTx/>
              <a:latin typeface="Verdana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69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F016D9-3B9E-4BA8-AA6A-487AB16565E7}"/>
              </a:ext>
            </a:extLst>
          </p:cNvPr>
          <p:cNvSpPr/>
          <p:nvPr/>
        </p:nvSpPr>
        <p:spPr>
          <a:xfrm>
            <a:off x="0" y="5340889"/>
            <a:ext cx="12192000" cy="1148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2BD2D4-AB33-45CE-BDA1-E8DAE788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55658"/>
            <a:ext cx="2743200" cy="365125"/>
          </a:xfrm>
        </p:spPr>
        <p:txBody>
          <a:bodyPr/>
          <a:lstStyle/>
          <a:p>
            <a:fld id="{A3947556-5217-4D5D-911D-F840C9E30AF7}" type="slidenum">
              <a:rPr lang="en-US" sz="140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en-US" sz="1400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31256B-48FC-44B2-BB67-CA7A731F8083}"/>
              </a:ext>
            </a:extLst>
          </p:cNvPr>
          <p:cNvSpPr/>
          <p:nvPr/>
        </p:nvSpPr>
        <p:spPr>
          <a:xfrm>
            <a:off x="10363200" y="466471"/>
            <a:ext cx="1828800" cy="5935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ángulo 1">
            <a:extLst>
              <a:ext uri="{FF2B5EF4-FFF2-40B4-BE49-F238E27FC236}">
                <a16:creationId xmlns:a16="http://schemas.microsoft.com/office/drawing/2014/main" id="{5BCD79D4-D9D7-43F9-86C3-76A3E3602D4E}"/>
              </a:ext>
            </a:extLst>
          </p:cNvPr>
          <p:cNvSpPr/>
          <p:nvPr/>
        </p:nvSpPr>
        <p:spPr>
          <a:xfrm>
            <a:off x="304800" y="423737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Company</a:t>
            </a:r>
          </a:p>
        </p:txBody>
      </p:sp>
      <p:sp>
        <p:nvSpPr>
          <p:cNvPr id="52" name="Rectángulo 7">
            <a:extLst>
              <a:ext uri="{FF2B5EF4-FFF2-40B4-BE49-F238E27FC236}">
                <a16:creationId xmlns:a16="http://schemas.microsoft.com/office/drawing/2014/main" id="{B2C9D6C7-B63E-4C43-8B11-5472B7D52199}"/>
              </a:ext>
            </a:extLst>
          </p:cNvPr>
          <p:cNvSpPr/>
          <p:nvPr/>
        </p:nvSpPr>
        <p:spPr>
          <a:xfrm>
            <a:off x="304800" y="1993443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SOLUTIONS PROPOSEES</a:t>
            </a:r>
          </a:p>
        </p:txBody>
      </p:sp>
      <p:sp>
        <p:nvSpPr>
          <p:cNvPr id="53" name="Rectángulo 8">
            <a:extLst>
              <a:ext uri="{FF2B5EF4-FFF2-40B4-BE49-F238E27FC236}">
                <a16:creationId xmlns:a16="http://schemas.microsoft.com/office/drawing/2014/main" id="{DD64379B-4D44-4A7E-B03F-84947C7A10E0}"/>
              </a:ext>
            </a:extLst>
          </p:cNvPr>
          <p:cNvSpPr/>
          <p:nvPr/>
        </p:nvSpPr>
        <p:spPr>
          <a:xfrm>
            <a:off x="414298" y="5305499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60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Economical</a:t>
            </a:r>
            <a:r>
              <a:rPr lang="es-AR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performance</a:t>
            </a:r>
            <a:endParaRPr kumimoji="0" lang="es-A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EC334352-2D57-4F3A-9042-9DAB947F564B}"/>
              </a:ext>
            </a:extLst>
          </p:cNvPr>
          <p:cNvSpPr/>
          <p:nvPr/>
        </p:nvSpPr>
        <p:spPr>
          <a:xfrm>
            <a:off x="6300723" y="431802"/>
            <a:ext cx="2724132" cy="36947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</a:rPr>
              <a:t>FORCES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5" name="Rectángulo 11">
            <a:extLst>
              <a:ext uri="{FF2B5EF4-FFF2-40B4-BE49-F238E27FC236}">
                <a16:creationId xmlns:a16="http://schemas.microsoft.com/office/drawing/2014/main" id="{8D1F3DC6-8C4B-43EE-B6AC-12E2D16A76CF}"/>
              </a:ext>
            </a:extLst>
          </p:cNvPr>
          <p:cNvSpPr/>
          <p:nvPr/>
        </p:nvSpPr>
        <p:spPr>
          <a:xfrm>
            <a:off x="9220200" y="438591"/>
            <a:ext cx="2724132" cy="36268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CHALLENGES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6" name="Rectángulo 12">
            <a:extLst>
              <a:ext uri="{FF2B5EF4-FFF2-40B4-BE49-F238E27FC236}">
                <a16:creationId xmlns:a16="http://schemas.microsoft.com/office/drawing/2014/main" id="{43349294-E890-4FB1-8B9A-48C5CC0B7BDC}"/>
              </a:ext>
            </a:extLst>
          </p:cNvPr>
          <p:cNvSpPr/>
          <p:nvPr/>
        </p:nvSpPr>
        <p:spPr>
          <a:xfrm>
            <a:off x="6384762" y="3790308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Implementation costs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7" name="Rectángulo 13">
            <a:extLst>
              <a:ext uri="{FF2B5EF4-FFF2-40B4-BE49-F238E27FC236}">
                <a16:creationId xmlns:a16="http://schemas.microsoft.com/office/drawing/2014/main" id="{1A0FA339-7C3D-4D1A-B4CA-D352CA0318DA}"/>
              </a:ext>
            </a:extLst>
          </p:cNvPr>
          <p:cNvSpPr/>
          <p:nvPr/>
        </p:nvSpPr>
        <p:spPr>
          <a:xfrm>
            <a:off x="348650" y="913657"/>
            <a:ext cx="5727030" cy="95848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8" name="Rectángulo 14">
            <a:extLst>
              <a:ext uri="{FF2B5EF4-FFF2-40B4-BE49-F238E27FC236}">
                <a16:creationId xmlns:a16="http://schemas.microsoft.com/office/drawing/2014/main" id="{BD0EB13C-8F4F-4A5C-8116-41AEF0779B66}"/>
              </a:ext>
            </a:extLst>
          </p:cNvPr>
          <p:cNvSpPr/>
          <p:nvPr/>
        </p:nvSpPr>
        <p:spPr>
          <a:xfrm>
            <a:off x="348650" y="2493983"/>
            <a:ext cx="5727030" cy="273530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with </a:t>
            </a:r>
            <a:endParaRPr lang="ru-RU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ángulo 15">
            <a:extLst>
              <a:ext uri="{FF2B5EF4-FFF2-40B4-BE49-F238E27FC236}">
                <a16:creationId xmlns:a16="http://schemas.microsoft.com/office/drawing/2014/main" id="{2613358C-5C6C-47C4-8D8E-35700687FFB7}"/>
              </a:ext>
            </a:extLst>
          </p:cNvPr>
          <p:cNvSpPr/>
          <p:nvPr/>
        </p:nvSpPr>
        <p:spPr>
          <a:xfrm>
            <a:off x="376289" y="5807762"/>
            <a:ext cx="5727030" cy="67579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ctr">
              <a:buFont typeface="Calibri"/>
              <a:buChar char="-"/>
              <a:defRPr/>
            </a:pPr>
            <a:r>
              <a:rPr lang="en-US" sz="16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Banana Puree 8.66929.963 1,96 €/kg BIB 20 kg MOQ 200 kg</a:t>
            </a:r>
            <a:endParaRPr lang="fr-FR" sz="1600">
              <a:solidFill>
                <a:schemeClr val="tx1"/>
              </a:solidFill>
              <a:latin typeface="Calibri"/>
              <a:ea typeface="+mn-lt"/>
              <a:cs typeface="+mn-lt"/>
            </a:endParaRPr>
          </a:p>
        </p:txBody>
      </p:sp>
      <p:sp>
        <p:nvSpPr>
          <p:cNvPr id="60" name="Rectángulo 18">
            <a:extLst>
              <a:ext uri="{FF2B5EF4-FFF2-40B4-BE49-F238E27FC236}">
                <a16:creationId xmlns:a16="http://schemas.microsoft.com/office/drawing/2014/main" id="{AF8DF0D5-8DE6-431F-87B7-91E8C1B39D39}"/>
              </a:ext>
            </a:extLst>
          </p:cNvPr>
          <p:cNvSpPr/>
          <p:nvPr/>
        </p:nvSpPr>
        <p:spPr>
          <a:xfrm>
            <a:off x="6337690" y="927396"/>
            <a:ext cx="2724132" cy="16437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Clean label, no </a:t>
            </a:r>
            <a:r>
              <a:rPr lang="en-US" sz="14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flavours</a:t>
            </a: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/colors, no sugar added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1" name="Rectángulo 19">
            <a:extLst>
              <a:ext uri="{FF2B5EF4-FFF2-40B4-BE49-F238E27FC236}">
                <a16:creationId xmlns:a16="http://schemas.microsoft.com/office/drawing/2014/main" id="{1CB35A4D-3ECC-4C10-8366-819687032CFC}"/>
              </a:ext>
            </a:extLst>
          </p:cNvPr>
          <p:cNvSpPr/>
          <p:nvPr/>
        </p:nvSpPr>
        <p:spPr>
          <a:xfrm>
            <a:off x="9236236" y="923174"/>
            <a:ext cx="2724132" cy="162760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is no special adjustment required.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2" name="Rectángulo 20">
            <a:extLst>
              <a:ext uri="{FF2B5EF4-FFF2-40B4-BE49-F238E27FC236}">
                <a16:creationId xmlns:a16="http://schemas.microsoft.com/office/drawing/2014/main" id="{85DBA35B-B0E5-47DC-BC82-F5FBCB780EA0}"/>
              </a:ext>
            </a:extLst>
          </p:cNvPr>
          <p:cNvSpPr/>
          <p:nvPr/>
        </p:nvSpPr>
        <p:spPr>
          <a:xfrm>
            <a:off x="6384762" y="4247508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Usage of packing equipment of Petit Filous</a:t>
            </a:r>
          </a:p>
        </p:txBody>
      </p:sp>
      <p:sp>
        <p:nvSpPr>
          <p:cNvPr id="63" name="Rectángulo 12">
            <a:extLst>
              <a:ext uri="{FF2B5EF4-FFF2-40B4-BE49-F238E27FC236}">
                <a16:creationId xmlns:a16="http://schemas.microsoft.com/office/drawing/2014/main" id="{C158E373-640D-48C2-A001-A2CABA04172F}"/>
              </a:ext>
            </a:extLst>
          </p:cNvPr>
          <p:cNvSpPr/>
          <p:nvPr/>
        </p:nvSpPr>
        <p:spPr>
          <a:xfrm>
            <a:off x="6392780" y="4814121"/>
            <a:ext cx="5727030" cy="327467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Production solution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4" name="Rectángulo 20">
            <a:extLst>
              <a:ext uri="{FF2B5EF4-FFF2-40B4-BE49-F238E27FC236}">
                <a16:creationId xmlns:a16="http://schemas.microsoft.com/office/drawing/2014/main" id="{38853859-A83E-4809-835C-59EA27D05140}"/>
              </a:ext>
            </a:extLst>
          </p:cNvPr>
          <p:cNvSpPr/>
          <p:nvPr/>
        </p:nvSpPr>
        <p:spPr>
          <a:xfrm>
            <a:off x="6392780" y="5215440"/>
            <a:ext cx="5727030" cy="32746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5" name="Rectángulo 12">
            <a:extLst>
              <a:ext uri="{FF2B5EF4-FFF2-40B4-BE49-F238E27FC236}">
                <a16:creationId xmlns:a16="http://schemas.microsoft.com/office/drawing/2014/main" id="{A929AC1B-82A3-413F-80AE-977A8548E793}"/>
              </a:ext>
            </a:extLst>
          </p:cNvPr>
          <p:cNvSpPr/>
          <p:nvPr/>
        </p:nvSpPr>
        <p:spPr>
          <a:xfrm>
            <a:off x="9224209" y="3790308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Facilite d’implementation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6" name="Rectángulo 20">
            <a:extLst>
              <a:ext uri="{FF2B5EF4-FFF2-40B4-BE49-F238E27FC236}">
                <a16:creationId xmlns:a16="http://schemas.microsoft.com/office/drawing/2014/main" id="{0E4157A8-6E98-4BA3-B72D-887C40ABCBBC}"/>
              </a:ext>
            </a:extLst>
          </p:cNvPr>
          <p:cNvSpPr/>
          <p:nvPr/>
        </p:nvSpPr>
        <p:spPr>
          <a:xfrm>
            <a:off x="9210145" y="4237219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Ingredients are known and used in dairy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Rectángulo 20">
            <a:extLst>
              <a:ext uri="{FF2B5EF4-FFF2-40B4-BE49-F238E27FC236}">
                <a16:creationId xmlns:a16="http://schemas.microsoft.com/office/drawing/2014/main" id="{68339D44-C327-4052-A52A-545F3A6624FD}"/>
              </a:ext>
            </a:extLst>
          </p:cNvPr>
          <p:cNvSpPr/>
          <p:nvPr/>
        </p:nvSpPr>
        <p:spPr>
          <a:xfrm>
            <a:off x="6367380" y="6046368"/>
            <a:ext cx="5727030" cy="32746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Présentation:  Y                      Prototypes/Maquettes: Y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8" name="Rectángulo 12">
            <a:extLst>
              <a:ext uri="{FF2B5EF4-FFF2-40B4-BE49-F238E27FC236}">
                <a16:creationId xmlns:a16="http://schemas.microsoft.com/office/drawing/2014/main" id="{9E5B5AE6-EC32-49D8-B18C-A18A3B6C6DFD}"/>
              </a:ext>
            </a:extLst>
          </p:cNvPr>
          <p:cNvSpPr/>
          <p:nvPr/>
        </p:nvSpPr>
        <p:spPr>
          <a:xfrm>
            <a:off x="6361412" y="5638096"/>
            <a:ext cx="5727030" cy="3274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SUPPORT DE PRESENTATION CREATIVITY DAY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9" name="Rectángulo 12">
            <a:extLst>
              <a:ext uri="{FF2B5EF4-FFF2-40B4-BE49-F238E27FC236}">
                <a16:creationId xmlns:a16="http://schemas.microsoft.com/office/drawing/2014/main" id="{9856820F-A443-4C87-80E1-B780CA4DBC31}"/>
              </a:ext>
            </a:extLst>
          </p:cNvPr>
          <p:cNvSpPr/>
          <p:nvPr/>
        </p:nvSpPr>
        <p:spPr>
          <a:xfrm>
            <a:off x="6392780" y="2772000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TIME TO MARKET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ángulo 20">
            <a:extLst>
              <a:ext uri="{FF2B5EF4-FFF2-40B4-BE49-F238E27FC236}">
                <a16:creationId xmlns:a16="http://schemas.microsoft.com/office/drawing/2014/main" id="{1120FA02-EEB9-452A-B592-2E5A93E3E136}"/>
              </a:ext>
            </a:extLst>
          </p:cNvPr>
          <p:cNvSpPr/>
          <p:nvPr/>
        </p:nvSpPr>
        <p:spPr>
          <a:xfrm>
            <a:off x="6392780" y="3229200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Short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1" name="Rectángulo 12">
            <a:extLst>
              <a:ext uri="{FF2B5EF4-FFF2-40B4-BE49-F238E27FC236}">
                <a16:creationId xmlns:a16="http://schemas.microsoft.com/office/drawing/2014/main" id="{BB3A16E4-4E41-4177-984B-FCE06705A417}"/>
              </a:ext>
            </a:extLst>
          </p:cNvPr>
          <p:cNvSpPr/>
          <p:nvPr/>
        </p:nvSpPr>
        <p:spPr>
          <a:xfrm>
            <a:off x="9232227" y="2772000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Sales model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2" name="Rectángulo 20">
            <a:extLst>
              <a:ext uri="{FF2B5EF4-FFF2-40B4-BE49-F238E27FC236}">
                <a16:creationId xmlns:a16="http://schemas.microsoft.com/office/drawing/2014/main" id="{19112C3F-3E1F-489E-BE30-352B06CE768B}"/>
              </a:ext>
            </a:extLst>
          </p:cNvPr>
          <p:cNvSpPr/>
          <p:nvPr/>
        </p:nvSpPr>
        <p:spPr>
          <a:xfrm>
            <a:off x="9228218" y="3229200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B2B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7" name="Gruppieren 582">
            <a:extLst>
              <a:ext uri="{FF2B5EF4-FFF2-40B4-BE49-F238E27FC236}">
                <a16:creationId xmlns:a16="http://schemas.microsoft.com/office/drawing/2014/main" id="{DF0ABAD8-BE80-40E6-BFE1-65DA9C066E8E}"/>
              </a:ext>
            </a:extLst>
          </p:cNvPr>
          <p:cNvGrpSpPr/>
          <p:nvPr/>
        </p:nvGrpSpPr>
        <p:grpSpPr bwMode="gray">
          <a:xfrm>
            <a:off x="1308920" y="1010280"/>
            <a:ext cx="1083134" cy="714549"/>
            <a:chOff x="8436334" y="244797"/>
            <a:chExt cx="1632504" cy="1096404"/>
          </a:xfrm>
          <a:solidFill>
            <a:schemeClr val="tx1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765304-D5CE-4A9C-A7D2-45F56AAF92D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842342" y="1024139"/>
              <a:ext cx="1226496" cy="18757"/>
            </a:xfrm>
            <a:prstGeom prst="rect">
              <a:avLst/>
            </a:prstGeom>
            <a:solidFill>
              <a:srgbClr val="4AA2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A57C190-C86C-4CDC-8EC1-188B6EB358A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594260" y="244797"/>
              <a:ext cx="296489" cy="251108"/>
            </a:xfrm>
            <a:custGeom>
              <a:avLst/>
              <a:gdLst>
                <a:gd name="T0" fmla="*/ 199 w 207"/>
                <a:gd name="T1" fmla="*/ 174 h 175"/>
                <a:gd name="T2" fmla="*/ 206 w 207"/>
                <a:gd name="T3" fmla="*/ 175 h 175"/>
                <a:gd name="T4" fmla="*/ 207 w 207"/>
                <a:gd name="T5" fmla="*/ 175 h 175"/>
                <a:gd name="T6" fmla="*/ 190 w 207"/>
                <a:gd name="T7" fmla="*/ 142 h 175"/>
                <a:gd name="T8" fmla="*/ 75 w 207"/>
                <a:gd name="T9" fmla="*/ 28 h 175"/>
                <a:gd name="T10" fmla="*/ 0 w 207"/>
                <a:gd name="T11" fmla="*/ 0 h 175"/>
                <a:gd name="T12" fmla="*/ 32 w 207"/>
                <a:gd name="T13" fmla="*/ 79 h 175"/>
                <a:gd name="T14" fmla="*/ 180 w 207"/>
                <a:gd name="T15" fmla="*/ 151 h 175"/>
                <a:gd name="T16" fmla="*/ 199 w 207"/>
                <a:gd name="T17" fmla="*/ 174 h 175"/>
                <a:gd name="T18" fmla="*/ 94 w 207"/>
                <a:gd name="T19" fmla="*/ 75 h 175"/>
                <a:gd name="T20" fmla="*/ 17 w 207"/>
                <a:gd name="T21" fmla="*/ 26 h 175"/>
                <a:gd name="T22" fmla="*/ 106 w 207"/>
                <a:gd name="T23" fmla="*/ 72 h 175"/>
                <a:gd name="T24" fmla="*/ 180 w 207"/>
                <a:gd name="T25" fmla="*/ 136 h 175"/>
                <a:gd name="T26" fmla="*/ 94 w 207"/>
                <a:gd name="T27" fmla="*/ 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" h="175">
                  <a:moveTo>
                    <a:pt x="199" y="174"/>
                  </a:moveTo>
                  <a:cubicBezTo>
                    <a:pt x="201" y="174"/>
                    <a:pt x="204" y="174"/>
                    <a:pt x="206" y="175"/>
                  </a:cubicBezTo>
                  <a:cubicBezTo>
                    <a:pt x="207" y="175"/>
                    <a:pt x="207" y="175"/>
                    <a:pt x="207" y="175"/>
                  </a:cubicBezTo>
                  <a:cubicBezTo>
                    <a:pt x="204" y="166"/>
                    <a:pt x="198" y="155"/>
                    <a:pt x="190" y="142"/>
                  </a:cubicBezTo>
                  <a:cubicBezTo>
                    <a:pt x="193" y="71"/>
                    <a:pt x="141" y="32"/>
                    <a:pt x="75" y="28"/>
                  </a:cubicBezTo>
                  <a:cubicBezTo>
                    <a:pt x="8" y="23"/>
                    <a:pt x="0" y="0"/>
                    <a:pt x="0" y="0"/>
                  </a:cubicBezTo>
                  <a:cubicBezTo>
                    <a:pt x="0" y="0"/>
                    <a:pt x="0" y="43"/>
                    <a:pt x="32" y="79"/>
                  </a:cubicBezTo>
                  <a:cubicBezTo>
                    <a:pt x="89" y="145"/>
                    <a:pt x="153" y="136"/>
                    <a:pt x="180" y="151"/>
                  </a:cubicBezTo>
                  <a:cubicBezTo>
                    <a:pt x="189" y="155"/>
                    <a:pt x="195" y="164"/>
                    <a:pt x="199" y="174"/>
                  </a:cubicBezTo>
                  <a:close/>
                  <a:moveTo>
                    <a:pt x="94" y="75"/>
                  </a:moveTo>
                  <a:cubicBezTo>
                    <a:pt x="43" y="59"/>
                    <a:pt x="22" y="35"/>
                    <a:pt x="17" y="26"/>
                  </a:cubicBezTo>
                  <a:cubicBezTo>
                    <a:pt x="28" y="38"/>
                    <a:pt x="41" y="56"/>
                    <a:pt x="106" y="72"/>
                  </a:cubicBezTo>
                  <a:cubicBezTo>
                    <a:pt x="151" y="84"/>
                    <a:pt x="174" y="121"/>
                    <a:pt x="180" y="136"/>
                  </a:cubicBezTo>
                  <a:cubicBezTo>
                    <a:pt x="165" y="111"/>
                    <a:pt x="148" y="90"/>
                    <a:pt x="94" y="75"/>
                  </a:cubicBezTo>
                  <a:close/>
                </a:path>
              </a:pathLst>
            </a:custGeom>
            <a:solidFill>
              <a:srgbClr val="4AA2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8703741C-30C0-47EA-AC33-92EC8D6C96E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436334" y="395462"/>
              <a:ext cx="694026" cy="945739"/>
            </a:xfrm>
            <a:custGeom>
              <a:avLst/>
              <a:gdLst>
                <a:gd name="T0" fmla="*/ 320 w 484"/>
                <a:gd name="T1" fmla="*/ 646 h 659"/>
                <a:gd name="T2" fmla="*/ 270 w 484"/>
                <a:gd name="T3" fmla="*/ 644 h 659"/>
                <a:gd name="T4" fmla="*/ 255 w 484"/>
                <a:gd name="T5" fmla="*/ 580 h 659"/>
                <a:gd name="T6" fmla="*/ 246 w 484"/>
                <a:gd name="T7" fmla="*/ 570 h 659"/>
                <a:gd name="T8" fmla="*/ 216 w 484"/>
                <a:gd name="T9" fmla="*/ 444 h 659"/>
                <a:gd name="T10" fmla="*/ 216 w 484"/>
                <a:gd name="T11" fmla="*/ 437 h 659"/>
                <a:gd name="T12" fmla="*/ 251 w 484"/>
                <a:gd name="T13" fmla="*/ 183 h 659"/>
                <a:gd name="T14" fmla="*/ 255 w 484"/>
                <a:gd name="T15" fmla="*/ 172 h 659"/>
                <a:gd name="T16" fmla="*/ 320 w 484"/>
                <a:gd name="T17" fmla="*/ 92 h 659"/>
                <a:gd name="T18" fmla="*/ 377 w 484"/>
                <a:gd name="T19" fmla="*/ 169 h 659"/>
                <a:gd name="T20" fmla="*/ 484 w 484"/>
                <a:gd name="T21" fmla="*/ 144 h 659"/>
                <a:gd name="T22" fmla="*/ 367 w 484"/>
                <a:gd name="T23" fmla="*/ 10 h 659"/>
                <a:gd name="T24" fmla="*/ 302 w 484"/>
                <a:gd name="T25" fmla="*/ 81 h 659"/>
                <a:gd name="T26" fmla="*/ 283 w 484"/>
                <a:gd name="T27" fmla="*/ 657 h 659"/>
                <a:gd name="T28" fmla="*/ 328 w 484"/>
                <a:gd name="T29" fmla="*/ 645 h 659"/>
                <a:gd name="T30" fmla="*/ 266 w 484"/>
                <a:gd name="T31" fmla="*/ 644 h 659"/>
                <a:gd name="T32" fmla="*/ 138 w 484"/>
                <a:gd name="T33" fmla="*/ 542 h 659"/>
                <a:gd name="T34" fmla="*/ 266 w 484"/>
                <a:gd name="T35" fmla="*/ 644 h 659"/>
                <a:gd name="T36" fmla="*/ 129 w 484"/>
                <a:gd name="T37" fmla="*/ 523 h 659"/>
                <a:gd name="T38" fmla="*/ 150 w 484"/>
                <a:gd name="T39" fmla="*/ 432 h 659"/>
                <a:gd name="T40" fmla="*/ 230 w 484"/>
                <a:gd name="T41" fmla="*/ 566 h 659"/>
                <a:gd name="T42" fmla="*/ 37 w 484"/>
                <a:gd name="T43" fmla="*/ 295 h 659"/>
                <a:gd name="T44" fmla="*/ 79 w 484"/>
                <a:gd name="T45" fmla="*/ 361 h 659"/>
                <a:gd name="T46" fmla="*/ 27 w 484"/>
                <a:gd name="T47" fmla="*/ 362 h 659"/>
                <a:gd name="T48" fmla="*/ 43 w 484"/>
                <a:gd name="T49" fmla="*/ 278 h 659"/>
                <a:gd name="T50" fmla="*/ 127 w 484"/>
                <a:gd name="T51" fmla="*/ 202 h 659"/>
                <a:gd name="T52" fmla="*/ 43 w 484"/>
                <a:gd name="T53" fmla="*/ 278 h 659"/>
                <a:gd name="T54" fmla="*/ 81 w 484"/>
                <a:gd name="T55" fmla="*/ 408 h 659"/>
                <a:gd name="T56" fmla="*/ 38 w 484"/>
                <a:gd name="T57" fmla="*/ 445 h 659"/>
                <a:gd name="T58" fmla="*/ 152 w 484"/>
                <a:gd name="T59" fmla="*/ 420 h 659"/>
                <a:gd name="T60" fmla="*/ 97 w 484"/>
                <a:gd name="T61" fmla="*/ 363 h 659"/>
                <a:gd name="T62" fmla="*/ 206 w 484"/>
                <a:gd name="T63" fmla="*/ 310 h 659"/>
                <a:gd name="T64" fmla="*/ 201 w 484"/>
                <a:gd name="T65" fmla="*/ 434 h 659"/>
                <a:gd name="T66" fmla="*/ 206 w 484"/>
                <a:gd name="T67" fmla="*/ 309 h 659"/>
                <a:gd name="T68" fmla="*/ 107 w 484"/>
                <a:gd name="T69" fmla="*/ 292 h 659"/>
                <a:gd name="T70" fmla="*/ 241 w 484"/>
                <a:gd name="T71" fmla="*/ 183 h 659"/>
                <a:gd name="T72" fmla="*/ 294 w 484"/>
                <a:gd name="T73" fmla="*/ 92 h 659"/>
                <a:gd name="T74" fmla="*/ 156 w 484"/>
                <a:gd name="T75" fmla="*/ 179 h 659"/>
                <a:gd name="T76" fmla="*/ 294 w 484"/>
                <a:gd name="T77" fmla="*/ 92 h 659"/>
                <a:gd name="T78" fmla="*/ 140 w 484"/>
                <a:gd name="T79" fmla="*/ 183 h 659"/>
                <a:gd name="T80" fmla="*/ 218 w 484"/>
                <a:gd name="T81" fmla="*/ 107 h 659"/>
                <a:gd name="T82" fmla="*/ 121 w 484"/>
                <a:gd name="T83" fmla="*/ 532 h 659"/>
                <a:gd name="T84" fmla="*/ 51 w 484"/>
                <a:gd name="T85" fmla="*/ 481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659">
                  <a:moveTo>
                    <a:pt x="355" y="585"/>
                  </a:moveTo>
                  <a:cubicBezTo>
                    <a:pt x="347" y="611"/>
                    <a:pt x="332" y="635"/>
                    <a:pt x="320" y="646"/>
                  </a:cubicBezTo>
                  <a:cubicBezTo>
                    <a:pt x="312" y="646"/>
                    <a:pt x="304" y="647"/>
                    <a:pt x="296" y="646"/>
                  </a:cubicBezTo>
                  <a:cubicBezTo>
                    <a:pt x="287" y="646"/>
                    <a:pt x="279" y="645"/>
                    <a:pt x="270" y="644"/>
                  </a:cubicBezTo>
                  <a:cubicBezTo>
                    <a:pt x="260" y="624"/>
                    <a:pt x="250" y="602"/>
                    <a:pt x="242" y="577"/>
                  </a:cubicBezTo>
                  <a:cubicBezTo>
                    <a:pt x="246" y="578"/>
                    <a:pt x="251" y="579"/>
                    <a:pt x="255" y="580"/>
                  </a:cubicBezTo>
                  <a:cubicBezTo>
                    <a:pt x="297" y="586"/>
                    <a:pt x="342" y="584"/>
                    <a:pt x="411" y="569"/>
                  </a:cubicBezTo>
                  <a:cubicBezTo>
                    <a:pt x="362" y="576"/>
                    <a:pt x="297" y="582"/>
                    <a:pt x="246" y="570"/>
                  </a:cubicBezTo>
                  <a:cubicBezTo>
                    <a:pt x="244" y="570"/>
                    <a:pt x="242" y="569"/>
                    <a:pt x="239" y="569"/>
                  </a:cubicBezTo>
                  <a:cubicBezTo>
                    <a:pt x="228" y="531"/>
                    <a:pt x="219" y="490"/>
                    <a:pt x="216" y="444"/>
                  </a:cubicBezTo>
                  <a:cubicBezTo>
                    <a:pt x="236" y="447"/>
                    <a:pt x="256" y="448"/>
                    <a:pt x="276" y="448"/>
                  </a:cubicBezTo>
                  <a:cubicBezTo>
                    <a:pt x="259" y="446"/>
                    <a:pt x="238" y="442"/>
                    <a:pt x="216" y="437"/>
                  </a:cubicBezTo>
                  <a:cubicBezTo>
                    <a:pt x="215" y="418"/>
                    <a:pt x="214" y="399"/>
                    <a:pt x="215" y="379"/>
                  </a:cubicBezTo>
                  <a:cubicBezTo>
                    <a:pt x="218" y="307"/>
                    <a:pt x="230" y="240"/>
                    <a:pt x="251" y="183"/>
                  </a:cubicBezTo>
                  <a:cubicBezTo>
                    <a:pt x="314" y="182"/>
                    <a:pt x="369" y="191"/>
                    <a:pt x="389" y="197"/>
                  </a:cubicBezTo>
                  <a:cubicBezTo>
                    <a:pt x="370" y="187"/>
                    <a:pt x="317" y="174"/>
                    <a:pt x="255" y="172"/>
                  </a:cubicBezTo>
                  <a:cubicBezTo>
                    <a:pt x="267" y="142"/>
                    <a:pt x="281" y="114"/>
                    <a:pt x="298" y="92"/>
                  </a:cubicBezTo>
                  <a:cubicBezTo>
                    <a:pt x="305" y="92"/>
                    <a:pt x="313" y="91"/>
                    <a:pt x="320" y="92"/>
                  </a:cubicBezTo>
                  <a:cubicBezTo>
                    <a:pt x="329" y="92"/>
                    <a:pt x="338" y="93"/>
                    <a:pt x="348" y="94"/>
                  </a:cubicBezTo>
                  <a:cubicBezTo>
                    <a:pt x="361" y="111"/>
                    <a:pt x="370" y="133"/>
                    <a:pt x="377" y="169"/>
                  </a:cubicBezTo>
                  <a:cubicBezTo>
                    <a:pt x="378" y="136"/>
                    <a:pt x="364" y="106"/>
                    <a:pt x="355" y="95"/>
                  </a:cubicBezTo>
                  <a:cubicBezTo>
                    <a:pt x="399" y="102"/>
                    <a:pt x="442" y="119"/>
                    <a:pt x="484" y="144"/>
                  </a:cubicBezTo>
                  <a:cubicBezTo>
                    <a:pt x="441" y="108"/>
                    <a:pt x="375" y="86"/>
                    <a:pt x="316" y="82"/>
                  </a:cubicBezTo>
                  <a:cubicBezTo>
                    <a:pt x="330" y="47"/>
                    <a:pt x="342" y="38"/>
                    <a:pt x="367" y="10"/>
                  </a:cubicBezTo>
                  <a:cubicBezTo>
                    <a:pt x="367" y="6"/>
                    <a:pt x="368" y="1"/>
                    <a:pt x="353" y="0"/>
                  </a:cubicBezTo>
                  <a:cubicBezTo>
                    <a:pt x="337" y="18"/>
                    <a:pt x="323" y="34"/>
                    <a:pt x="302" y="81"/>
                  </a:cubicBezTo>
                  <a:cubicBezTo>
                    <a:pt x="144" y="76"/>
                    <a:pt x="11" y="200"/>
                    <a:pt x="5" y="359"/>
                  </a:cubicBezTo>
                  <a:cubicBezTo>
                    <a:pt x="0" y="518"/>
                    <a:pt x="124" y="651"/>
                    <a:pt x="283" y="657"/>
                  </a:cubicBezTo>
                  <a:cubicBezTo>
                    <a:pt x="341" y="659"/>
                    <a:pt x="414" y="640"/>
                    <a:pt x="464" y="596"/>
                  </a:cubicBezTo>
                  <a:cubicBezTo>
                    <a:pt x="433" y="620"/>
                    <a:pt x="375" y="639"/>
                    <a:pt x="328" y="645"/>
                  </a:cubicBezTo>
                  <a:cubicBezTo>
                    <a:pt x="334" y="637"/>
                    <a:pt x="352" y="610"/>
                    <a:pt x="355" y="585"/>
                  </a:cubicBezTo>
                  <a:close/>
                  <a:moveTo>
                    <a:pt x="266" y="644"/>
                  </a:moveTo>
                  <a:cubicBezTo>
                    <a:pt x="248" y="641"/>
                    <a:pt x="231" y="637"/>
                    <a:pt x="215" y="631"/>
                  </a:cubicBezTo>
                  <a:cubicBezTo>
                    <a:pt x="187" y="613"/>
                    <a:pt x="160" y="582"/>
                    <a:pt x="138" y="542"/>
                  </a:cubicBezTo>
                  <a:cubicBezTo>
                    <a:pt x="167" y="556"/>
                    <a:pt x="198" y="568"/>
                    <a:pt x="234" y="575"/>
                  </a:cubicBezTo>
                  <a:cubicBezTo>
                    <a:pt x="243" y="601"/>
                    <a:pt x="254" y="624"/>
                    <a:pt x="266" y="644"/>
                  </a:cubicBezTo>
                  <a:close/>
                  <a:moveTo>
                    <a:pt x="230" y="566"/>
                  </a:moveTo>
                  <a:cubicBezTo>
                    <a:pt x="191" y="555"/>
                    <a:pt x="157" y="540"/>
                    <a:pt x="129" y="523"/>
                  </a:cubicBezTo>
                  <a:cubicBezTo>
                    <a:pt x="114" y="491"/>
                    <a:pt x="104" y="455"/>
                    <a:pt x="99" y="416"/>
                  </a:cubicBezTo>
                  <a:cubicBezTo>
                    <a:pt x="115" y="421"/>
                    <a:pt x="132" y="427"/>
                    <a:pt x="150" y="432"/>
                  </a:cubicBezTo>
                  <a:cubicBezTo>
                    <a:pt x="165" y="436"/>
                    <a:pt x="183" y="439"/>
                    <a:pt x="202" y="442"/>
                  </a:cubicBezTo>
                  <a:cubicBezTo>
                    <a:pt x="206" y="487"/>
                    <a:pt x="217" y="529"/>
                    <a:pt x="230" y="566"/>
                  </a:cubicBezTo>
                  <a:close/>
                  <a:moveTo>
                    <a:pt x="27" y="359"/>
                  </a:moveTo>
                  <a:cubicBezTo>
                    <a:pt x="28" y="337"/>
                    <a:pt x="32" y="315"/>
                    <a:pt x="37" y="295"/>
                  </a:cubicBezTo>
                  <a:cubicBezTo>
                    <a:pt x="48" y="297"/>
                    <a:pt x="66" y="300"/>
                    <a:pt x="86" y="302"/>
                  </a:cubicBezTo>
                  <a:cubicBezTo>
                    <a:pt x="82" y="321"/>
                    <a:pt x="80" y="341"/>
                    <a:pt x="79" y="361"/>
                  </a:cubicBezTo>
                  <a:cubicBezTo>
                    <a:pt x="78" y="371"/>
                    <a:pt x="79" y="381"/>
                    <a:pt x="79" y="391"/>
                  </a:cubicBezTo>
                  <a:cubicBezTo>
                    <a:pt x="61" y="382"/>
                    <a:pt x="44" y="373"/>
                    <a:pt x="27" y="362"/>
                  </a:cubicBezTo>
                  <a:cubicBezTo>
                    <a:pt x="27" y="361"/>
                    <a:pt x="27" y="360"/>
                    <a:pt x="27" y="359"/>
                  </a:cubicBezTo>
                  <a:close/>
                  <a:moveTo>
                    <a:pt x="43" y="278"/>
                  </a:moveTo>
                  <a:cubicBezTo>
                    <a:pt x="49" y="261"/>
                    <a:pt x="57" y="244"/>
                    <a:pt x="66" y="229"/>
                  </a:cubicBezTo>
                  <a:cubicBezTo>
                    <a:pt x="85" y="217"/>
                    <a:pt x="106" y="208"/>
                    <a:pt x="127" y="202"/>
                  </a:cubicBezTo>
                  <a:cubicBezTo>
                    <a:pt x="111" y="228"/>
                    <a:pt x="98" y="257"/>
                    <a:pt x="90" y="289"/>
                  </a:cubicBezTo>
                  <a:cubicBezTo>
                    <a:pt x="69" y="285"/>
                    <a:pt x="52" y="281"/>
                    <a:pt x="43" y="278"/>
                  </a:cubicBezTo>
                  <a:close/>
                  <a:moveTo>
                    <a:pt x="28" y="382"/>
                  </a:moveTo>
                  <a:cubicBezTo>
                    <a:pt x="44" y="391"/>
                    <a:pt x="62" y="400"/>
                    <a:pt x="81" y="408"/>
                  </a:cubicBezTo>
                  <a:cubicBezTo>
                    <a:pt x="85" y="445"/>
                    <a:pt x="96" y="479"/>
                    <a:pt x="110" y="510"/>
                  </a:cubicBezTo>
                  <a:cubicBezTo>
                    <a:pt x="81" y="490"/>
                    <a:pt x="57" y="467"/>
                    <a:pt x="38" y="445"/>
                  </a:cubicBezTo>
                  <a:cubicBezTo>
                    <a:pt x="32" y="424"/>
                    <a:pt x="29" y="403"/>
                    <a:pt x="28" y="382"/>
                  </a:cubicBezTo>
                  <a:close/>
                  <a:moveTo>
                    <a:pt x="152" y="420"/>
                  </a:moveTo>
                  <a:cubicBezTo>
                    <a:pt x="133" y="414"/>
                    <a:pt x="115" y="407"/>
                    <a:pt x="98" y="400"/>
                  </a:cubicBezTo>
                  <a:cubicBezTo>
                    <a:pt x="97" y="388"/>
                    <a:pt x="97" y="375"/>
                    <a:pt x="97" y="363"/>
                  </a:cubicBezTo>
                  <a:cubicBezTo>
                    <a:pt x="98" y="343"/>
                    <a:pt x="100" y="323"/>
                    <a:pt x="104" y="304"/>
                  </a:cubicBezTo>
                  <a:cubicBezTo>
                    <a:pt x="138" y="307"/>
                    <a:pt x="177" y="310"/>
                    <a:pt x="206" y="310"/>
                  </a:cubicBezTo>
                  <a:cubicBezTo>
                    <a:pt x="203" y="332"/>
                    <a:pt x="200" y="354"/>
                    <a:pt x="200" y="376"/>
                  </a:cubicBezTo>
                  <a:cubicBezTo>
                    <a:pt x="199" y="396"/>
                    <a:pt x="199" y="415"/>
                    <a:pt x="201" y="434"/>
                  </a:cubicBezTo>
                  <a:cubicBezTo>
                    <a:pt x="185" y="430"/>
                    <a:pt x="169" y="425"/>
                    <a:pt x="152" y="420"/>
                  </a:cubicBezTo>
                  <a:close/>
                  <a:moveTo>
                    <a:pt x="206" y="309"/>
                  </a:moveTo>
                  <a:cubicBezTo>
                    <a:pt x="183" y="306"/>
                    <a:pt x="151" y="300"/>
                    <a:pt x="127" y="296"/>
                  </a:cubicBezTo>
                  <a:cubicBezTo>
                    <a:pt x="120" y="295"/>
                    <a:pt x="113" y="293"/>
                    <a:pt x="107" y="292"/>
                  </a:cubicBezTo>
                  <a:cubicBezTo>
                    <a:pt x="115" y="257"/>
                    <a:pt x="129" y="225"/>
                    <a:pt x="145" y="197"/>
                  </a:cubicBezTo>
                  <a:cubicBezTo>
                    <a:pt x="177" y="188"/>
                    <a:pt x="210" y="185"/>
                    <a:pt x="241" y="183"/>
                  </a:cubicBezTo>
                  <a:cubicBezTo>
                    <a:pt x="226" y="221"/>
                    <a:pt x="213" y="263"/>
                    <a:pt x="206" y="309"/>
                  </a:cubicBezTo>
                  <a:close/>
                  <a:moveTo>
                    <a:pt x="294" y="92"/>
                  </a:moveTo>
                  <a:cubicBezTo>
                    <a:pt x="277" y="112"/>
                    <a:pt x="260" y="140"/>
                    <a:pt x="246" y="172"/>
                  </a:cubicBezTo>
                  <a:cubicBezTo>
                    <a:pt x="217" y="171"/>
                    <a:pt x="186" y="173"/>
                    <a:pt x="156" y="179"/>
                  </a:cubicBezTo>
                  <a:cubicBezTo>
                    <a:pt x="178" y="145"/>
                    <a:pt x="205" y="118"/>
                    <a:pt x="232" y="103"/>
                  </a:cubicBezTo>
                  <a:cubicBezTo>
                    <a:pt x="252" y="97"/>
                    <a:pt x="273" y="93"/>
                    <a:pt x="294" y="92"/>
                  </a:cubicBezTo>
                  <a:close/>
                  <a:moveTo>
                    <a:pt x="218" y="107"/>
                  </a:moveTo>
                  <a:cubicBezTo>
                    <a:pt x="191" y="124"/>
                    <a:pt x="163" y="150"/>
                    <a:pt x="140" y="183"/>
                  </a:cubicBezTo>
                  <a:cubicBezTo>
                    <a:pt x="121" y="187"/>
                    <a:pt x="102" y="194"/>
                    <a:pt x="85" y="202"/>
                  </a:cubicBezTo>
                  <a:cubicBezTo>
                    <a:pt x="118" y="159"/>
                    <a:pt x="165" y="125"/>
                    <a:pt x="218" y="107"/>
                  </a:cubicBezTo>
                  <a:close/>
                  <a:moveTo>
                    <a:pt x="51" y="481"/>
                  </a:moveTo>
                  <a:cubicBezTo>
                    <a:pt x="72" y="499"/>
                    <a:pt x="95" y="517"/>
                    <a:pt x="121" y="532"/>
                  </a:cubicBezTo>
                  <a:cubicBezTo>
                    <a:pt x="143" y="572"/>
                    <a:pt x="171" y="605"/>
                    <a:pt x="200" y="626"/>
                  </a:cubicBezTo>
                  <a:cubicBezTo>
                    <a:pt x="133" y="598"/>
                    <a:pt x="80" y="546"/>
                    <a:pt x="51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9E95AD80-6532-43FB-B7D6-D98466F89B4F}"/>
                </a:ext>
              </a:extLst>
            </p:cNvPr>
            <p:cNvSpPr>
              <a:spLocks/>
            </p:cNvSpPr>
            <p:nvPr/>
          </p:nvSpPr>
          <p:spPr bwMode="gray">
            <a:xfrm>
              <a:off x="9325196" y="742777"/>
              <a:ext cx="184549" cy="242637"/>
            </a:xfrm>
            <a:custGeom>
              <a:avLst/>
              <a:gdLst>
                <a:gd name="T0" fmla="*/ 215 w 305"/>
                <a:gd name="T1" fmla="*/ 156 h 401"/>
                <a:gd name="T2" fmla="*/ 90 w 305"/>
                <a:gd name="T3" fmla="*/ 156 h 401"/>
                <a:gd name="T4" fmla="*/ 90 w 305"/>
                <a:gd name="T5" fmla="*/ 0 h 401"/>
                <a:gd name="T6" fmla="*/ 0 w 305"/>
                <a:gd name="T7" fmla="*/ 0 h 401"/>
                <a:gd name="T8" fmla="*/ 0 w 305"/>
                <a:gd name="T9" fmla="*/ 401 h 401"/>
                <a:gd name="T10" fmla="*/ 90 w 305"/>
                <a:gd name="T11" fmla="*/ 401 h 401"/>
                <a:gd name="T12" fmla="*/ 90 w 305"/>
                <a:gd name="T13" fmla="*/ 239 h 401"/>
                <a:gd name="T14" fmla="*/ 215 w 305"/>
                <a:gd name="T15" fmla="*/ 239 h 401"/>
                <a:gd name="T16" fmla="*/ 215 w 305"/>
                <a:gd name="T17" fmla="*/ 401 h 401"/>
                <a:gd name="T18" fmla="*/ 305 w 305"/>
                <a:gd name="T19" fmla="*/ 401 h 401"/>
                <a:gd name="T20" fmla="*/ 305 w 305"/>
                <a:gd name="T21" fmla="*/ 0 h 401"/>
                <a:gd name="T22" fmla="*/ 215 w 305"/>
                <a:gd name="T23" fmla="*/ 0 h 401"/>
                <a:gd name="T24" fmla="*/ 215 w 305"/>
                <a:gd name="T25" fmla="*/ 156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5" h="401">
                  <a:moveTo>
                    <a:pt x="215" y="156"/>
                  </a:moveTo>
                  <a:lnTo>
                    <a:pt x="90" y="156"/>
                  </a:lnTo>
                  <a:lnTo>
                    <a:pt x="90" y="0"/>
                  </a:lnTo>
                  <a:lnTo>
                    <a:pt x="0" y="0"/>
                  </a:lnTo>
                  <a:lnTo>
                    <a:pt x="0" y="401"/>
                  </a:lnTo>
                  <a:lnTo>
                    <a:pt x="90" y="401"/>
                  </a:lnTo>
                  <a:lnTo>
                    <a:pt x="90" y="239"/>
                  </a:lnTo>
                  <a:lnTo>
                    <a:pt x="215" y="239"/>
                  </a:lnTo>
                  <a:lnTo>
                    <a:pt x="215" y="401"/>
                  </a:lnTo>
                  <a:lnTo>
                    <a:pt x="305" y="401"/>
                  </a:lnTo>
                  <a:lnTo>
                    <a:pt x="305" y="0"/>
                  </a:lnTo>
                  <a:lnTo>
                    <a:pt x="215" y="0"/>
                  </a:lnTo>
                  <a:lnTo>
                    <a:pt x="215" y="1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6F123567-9F9F-4A3E-A3C3-AD45CA8C6D02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058356" y="739752"/>
              <a:ext cx="246872" cy="246872"/>
            </a:xfrm>
            <a:custGeom>
              <a:avLst/>
              <a:gdLst>
                <a:gd name="T0" fmla="*/ 86 w 172"/>
                <a:gd name="T1" fmla="*/ 0 h 172"/>
                <a:gd name="T2" fmla="*/ 0 w 172"/>
                <a:gd name="T3" fmla="*/ 86 h 172"/>
                <a:gd name="T4" fmla="*/ 86 w 172"/>
                <a:gd name="T5" fmla="*/ 172 h 172"/>
                <a:gd name="T6" fmla="*/ 172 w 172"/>
                <a:gd name="T7" fmla="*/ 86 h 172"/>
                <a:gd name="T8" fmla="*/ 86 w 172"/>
                <a:gd name="T9" fmla="*/ 0 h 172"/>
                <a:gd name="T10" fmla="*/ 86 w 172"/>
                <a:gd name="T11" fmla="*/ 135 h 172"/>
                <a:gd name="T12" fmla="*/ 37 w 172"/>
                <a:gd name="T13" fmla="*/ 86 h 172"/>
                <a:gd name="T14" fmla="*/ 86 w 172"/>
                <a:gd name="T15" fmla="*/ 38 h 172"/>
                <a:gd name="T16" fmla="*/ 135 w 172"/>
                <a:gd name="T17" fmla="*/ 86 h 172"/>
                <a:gd name="T18" fmla="*/ 86 w 172"/>
                <a:gd name="T19" fmla="*/ 13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2" h="172">
                  <a:moveTo>
                    <a:pt x="86" y="0"/>
                  </a:moveTo>
                  <a:cubicBezTo>
                    <a:pt x="39" y="0"/>
                    <a:pt x="0" y="39"/>
                    <a:pt x="0" y="86"/>
                  </a:cubicBezTo>
                  <a:cubicBezTo>
                    <a:pt x="0" y="134"/>
                    <a:pt x="39" y="172"/>
                    <a:pt x="86" y="172"/>
                  </a:cubicBezTo>
                  <a:cubicBezTo>
                    <a:pt x="133" y="172"/>
                    <a:pt x="172" y="134"/>
                    <a:pt x="172" y="86"/>
                  </a:cubicBezTo>
                  <a:cubicBezTo>
                    <a:pt x="172" y="39"/>
                    <a:pt x="133" y="0"/>
                    <a:pt x="86" y="0"/>
                  </a:cubicBezTo>
                  <a:close/>
                  <a:moveTo>
                    <a:pt x="86" y="135"/>
                  </a:moveTo>
                  <a:cubicBezTo>
                    <a:pt x="59" y="135"/>
                    <a:pt x="37" y="113"/>
                    <a:pt x="37" y="86"/>
                  </a:cubicBezTo>
                  <a:cubicBezTo>
                    <a:pt x="37" y="59"/>
                    <a:pt x="59" y="38"/>
                    <a:pt x="86" y="38"/>
                  </a:cubicBezTo>
                  <a:cubicBezTo>
                    <a:pt x="113" y="38"/>
                    <a:pt x="135" y="59"/>
                    <a:pt x="135" y="86"/>
                  </a:cubicBezTo>
                  <a:cubicBezTo>
                    <a:pt x="135" y="113"/>
                    <a:pt x="113" y="135"/>
                    <a:pt x="86" y="1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2CC4BDE9-D5DF-486E-BA14-8244AAE3729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878238" y="742777"/>
              <a:ext cx="189390" cy="242637"/>
            </a:xfrm>
            <a:custGeom>
              <a:avLst/>
              <a:gdLst>
                <a:gd name="T0" fmla="*/ 132 w 132"/>
                <a:gd name="T1" fmla="*/ 169 h 169"/>
                <a:gd name="T2" fmla="*/ 94 w 132"/>
                <a:gd name="T3" fmla="*/ 96 h 169"/>
                <a:gd name="T4" fmla="*/ 122 w 132"/>
                <a:gd name="T5" fmla="*/ 50 h 169"/>
                <a:gd name="T6" fmla="*/ 104 w 132"/>
                <a:gd name="T7" fmla="*/ 12 h 169"/>
                <a:gd name="T8" fmla="*/ 67 w 132"/>
                <a:gd name="T9" fmla="*/ 0 h 169"/>
                <a:gd name="T10" fmla="*/ 0 w 132"/>
                <a:gd name="T11" fmla="*/ 0 h 169"/>
                <a:gd name="T12" fmla="*/ 0 w 132"/>
                <a:gd name="T13" fmla="*/ 169 h 169"/>
                <a:gd name="T14" fmla="*/ 38 w 132"/>
                <a:gd name="T15" fmla="*/ 169 h 169"/>
                <a:gd name="T16" fmla="*/ 38 w 132"/>
                <a:gd name="T17" fmla="*/ 103 h 169"/>
                <a:gd name="T18" fmla="*/ 56 w 132"/>
                <a:gd name="T19" fmla="*/ 103 h 169"/>
                <a:gd name="T20" fmla="*/ 88 w 132"/>
                <a:gd name="T21" fmla="*/ 169 h 169"/>
                <a:gd name="T22" fmla="*/ 132 w 132"/>
                <a:gd name="T23" fmla="*/ 169 h 169"/>
                <a:gd name="T24" fmla="*/ 65 w 132"/>
                <a:gd name="T25" fmla="*/ 67 h 169"/>
                <a:gd name="T26" fmla="*/ 37 w 132"/>
                <a:gd name="T27" fmla="*/ 67 h 169"/>
                <a:gd name="T28" fmla="*/ 37 w 132"/>
                <a:gd name="T29" fmla="*/ 35 h 169"/>
                <a:gd name="T30" fmla="*/ 66 w 132"/>
                <a:gd name="T31" fmla="*/ 35 h 169"/>
                <a:gd name="T32" fmla="*/ 79 w 132"/>
                <a:gd name="T33" fmla="*/ 38 h 169"/>
                <a:gd name="T34" fmla="*/ 84 w 132"/>
                <a:gd name="T35" fmla="*/ 50 h 169"/>
                <a:gd name="T36" fmla="*/ 65 w 132"/>
                <a:gd name="T37" fmla="*/ 67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2" h="169">
                  <a:moveTo>
                    <a:pt x="132" y="169"/>
                  </a:moveTo>
                  <a:cubicBezTo>
                    <a:pt x="94" y="96"/>
                    <a:pt x="94" y="96"/>
                    <a:pt x="94" y="96"/>
                  </a:cubicBezTo>
                  <a:cubicBezTo>
                    <a:pt x="111" y="87"/>
                    <a:pt x="122" y="70"/>
                    <a:pt x="122" y="50"/>
                  </a:cubicBezTo>
                  <a:cubicBezTo>
                    <a:pt x="122" y="34"/>
                    <a:pt x="114" y="20"/>
                    <a:pt x="104" y="12"/>
                  </a:cubicBezTo>
                  <a:cubicBezTo>
                    <a:pt x="94" y="3"/>
                    <a:pt x="82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38" y="169"/>
                    <a:pt x="38" y="169"/>
                    <a:pt x="38" y="169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56" y="103"/>
                    <a:pt x="56" y="103"/>
                    <a:pt x="56" y="103"/>
                  </a:cubicBezTo>
                  <a:cubicBezTo>
                    <a:pt x="88" y="169"/>
                    <a:pt x="88" y="169"/>
                    <a:pt x="88" y="169"/>
                  </a:cubicBezTo>
                  <a:lnTo>
                    <a:pt x="132" y="169"/>
                  </a:lnTo>
                  <a:close/>
                  <a:moveTo>
                    <a:pt x="65" y="67"/>
                  </a:moveTo>
                  <a:cubicBezTo>
                    <a:pt x="37" y="67"/>
                    <a:pt x="37" y="67"/>
                    <a:pt x="37" y="6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73" y="35"/>
                    <a:pt x="76" y="36"/>
                    <a:pt x="79" y="38"/>
                  </a:cubicBezTo>
                  <a:cubicBezTo>
                    <a:pt x="82" y="40"/>
                    <a:pt x="84" y="44"/>
                    <a:pt x="84" y="50"/>
                  </a:cubicBezTo>
                  <a:cubicBezTo>
                    <a:pt x="84" y="59"/>
                    <a:pt x="78" y="67"/>
                    <a:pt x="6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222CA59A-DB3C-418F-BE0D-15759D56E587}"/>
                </a:ext>
              </a:extLst>
            </p:cNvPr>
            <p:cNvSpPr>
              <a:spLocks/>
            </p:cNvSpPr>
            <p:nvPr/>
          </p:nvSpPr>
          <p:spPr bwMode="gray">
            <a:xfrm>
              <a:off x="9547260" y="742777"/>
              <a:ext cx="136143" cy="242637"/>
            </a:xfrm>
            <a:custGeom>
              <a:avLst/>
              <a:gdLst>
                <a:gd name="T0" fmla="*/ 90 w 225"/>
                <a:gd name="T1" fmla="*/ 0 h 401"/>
                <a:gd name="T2" fmla="*/ 0 w 225"/>
                <a:gd name="T3" fmla="*/ 0 h 401"/>
                <a:gd name="T4" fmla="*/ 0 w 225"/>
                <a:gd name="T5" fmla="*/ 401 h 401"/>
                <a:gd name="T6" fmla="*/ 225 w 225"/>
                <a:gd name="T7" fmla="*/ 401 h 401"/>
                <a:gd name="T8" fmla="*/ 225 w 225"/>
                <a:gd name="T9" fmla="*/ 313 h 401"/>
                <a:gd name="T10" fmla="*/ 90 w 225"/>
                <a:gd name="T11" fmla="*/ 313 h 401"/>
                <a:gd name="T12" fmla="*/ 90 w 225"/>
                <a:gd name="T13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5" h="401">
                  <a:moveTo>
                    <a:pt x="90" y="0"/>
                  </a:moveTo>
                  <a:lnTo>
                    <a:pt x="0" y="0"/>
                  </a:lnTo>
                  <a:lnTo>
                    <a:pt x="0" y="401"/>
                  </a:lnTo>
                  <a:lnTo>
                    <a:pt x="225" y="401"/>
                  </a:lnTo>
                  <a:lnTo>
                    <a:pt x="225" y="313"/>
                  </a:lnTo>
                  <a:lnTo>
                    <a:pt x="90" y="313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9A21CA-36CA-472B-9C74-9A6162C7B77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843552" y="741567"/>
              <a:ext cx="200281" cy="243847"/>
            </a:xfrm>
            <a:custGeom>
              <a:avLst/>
              <a:gdLst>
                <a:gd name="T0" fmla="*/ 140 w 140"/>
                <a:gd name="T1" fmla="*/ 85 h 170"/>
                <a:gd name="T2" fmla="*/ 59 w 140"/>
                <a:gd name="T3" fmla="*/ 0 h 170"/>
                <a:gd name="T4" fmla="*/ 0 w 140"/>
                <a:gd name="T5" fmla="*/ 0 h 170"/>
                <a:gd name="T6" fmla="*/ 0 w 140"/>
                <a:gd name="T7" fmla="*/ 170 h 170"/>
                <a:gd name="T8" fmla="*/ 59 w 140"/>
                <a:gd name="T9" fmla="*/ 170 h 170"/>
                <a:gd name="T10" fmla="*/ 140 w 140"/>
                <a:gd name="T11" fmla="*/ 85 h 170"/>
                <a:gd name="T12" fmla="*/ 36 w 140"/>
                <a:gd name="T13" fmla="*/ 133 h 170"/>
                <a:gd name="T14" fmla="*/ 36 w 140"/>
                <a:gd name="T15" fmla="*/ 38 h 170"/>
                <a:gd name="T16" fmla="*/ 54 w 140"/>
                <a:gd name="T17" fmla="*/ 37 h 170"/>
                <a:gd name="T18" fmla="*/ 100 w 140"/>
                <a:gd name="T19" fmla="*/ 85 h 170"/>
                <a:gd name="T20" fmla="*/ 54 w 140"/>
                <a:gd name="T21" fmla="*/ 132 h 170"/>
                <a:gd name="T22" fmla="*/ 36 w 140"/>
                <a:gd name="T23" fmla="*/ 13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0" h="170">
                  <a:moveTo>
                    <a:pt x="140" y="85"/>
                  </a:moveTo>
                  <a:cubicBezTo>
                    <a:pt x="140" y="37"/>
                    <a:pt x="103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59" y="170"/>
                    <a:pt x="59" y="170"/>
                    <a:pt x="59" y="170"/>
                  </a:cubicBezTo>
                  <a:cubicBezTo>
                    <a:pt x="103" y="170"/>
                    <a:pt x="140" y="133"/>
                    <a:pt x="140" y="85"/>
                  </a:cubicBezTo>
                  <a:close/>
                  <a:moveTo>
                    <a:pt x="36" y="133"/>
                  </a:moveTo>
                  <a:cubicBezTo>
                    <a:pt x="36" y="38"/>
                    <a:pt x="36" y="38"/>
                    <a:pt x="36" y="38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81" y="37"/>
                    <a:pt x="100" y="54"/>
                    <a:pt x="100" y="85"/>
                  </a:cubicBezTo>
                  <a:cubicBezTo>
                    <a:pt x="100" y="118"/>
                    <a:pt x="78" y="132"/>
                    <a:pt x="54" y="132"/>
                  </a:cubicBezTo>
                  <a:lnTo>
                    <a:pt x="36" y="1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52AF319-E279-4E06-9A68-31204FD3A8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091635" y="689530"/>
              <a:ext cx="47196" cy="4719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4FF88D9E-C879-48DC-9598-58FB77E29D40}"/>
                </a:ext>
              </a:extLst>
            </p:cNvPr>
            <p:cNvSpPr>
              <a:spLocks/>
            </p:cNvSpPr>
            <p:nvPr/>
          </p:nvSpPr>
          <p:spPr bwMode="gray">
            <a:xfrm>
              <a:off x="9699135" y="742777"/>
              <a:ext cx="150665" cy="242637"/>
            </a:xfrm>
            <a:custGeom>
              <a:avLst/>
              <a:gdLst>
                <a:gd name="T0" fmla="*/ 249 w 249"/>
                <a:gd name="T1" fmla="*/ 313 h 401"/>
                <a:gd name="T2" fmla="*/ 90 w 249"/>
                <a:gd name="T3" fmla="*/ 313 h 401"/>
                <a:gd name="T4" fmla="*/ 90 w 249"/>
                <a:gd name="T5" fmla="*/ 239 h 401"/>
                <a:gd name="T6" fmla="*/ 223 w 249"/>
                <a:gd name="T7" fmla="*/ 239 h 401"/>
                <a:gd name="T8" fmla="*/ 223 w 249"/>
                <a:gd name="T9" fmla="*/ 156 h 401"/>
                <a:gd name="T10" fmla="*/ 90 w 249"/>
                <a:gd name="T11" fmla="*/ 156 h 401"/>
                <a:gd name="T12" fmla="*/ 90 w 249"/>
                <a:gd name="T13" fmla="*/ 85 h 401"/>
                <a:gd name="T14" fmla="*/ 249 w 249"/>
                <a:gd name="T15" fmla="*/ 85 h 401"/>
                <a:gd name="T16" fmla="*/ 249 w 249"/>
                <a:gd name="T17" fmla="*/ 0 h 401"/>
                <a:gd name="T18" fmla="*/ 0 w 249"/>
                <a:gd name="T19" fmla="*/ 0 h 401"/>
                <a:gd name="T20" fmla="*/ 0 w 249"/>
                <a:gd name="T21" fmla="*/ 401 h 401"/>
                <a:gd name="T22" fmla="*/ 249 w 249"/>
                <a:gd name="T23" fmla="*/ 401 h 401"/>
                <a:gd name="T24" fmla="*/ 249 w 249"/>
                <a:gd name="T25" fmla="*/ 313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401">
                  <a:moveTo>
                    <a:pt x="249" y="313"/>
                  </a:moveTo>
                  <a:lnTo>
                    <a:pt x="90" y="313"/>
                  </a:lnTo>
                  <a:lnTo>
                    <a:pt x="90" y="239"/>
                  </a:lnTo>
                  <a:lnTo>
                    <a:pt x="223" y="239"/>
                  </a:lnTo>
                  <a:lnTo>
                    <a:pt x="223" y="156"/>
                  </a:lnTo>
                  <a:lnTo>
                    <a:pt x="90" y="156"/>
                  </a:lnTo>
                  <a:lnTo>
                    <a:pt x="90" y="85"/>
                  </a:lnTo>
                  <a:lnTo>
                    <a:pt x="249" y="85"/>
                  </a:lnTo>
                  <a:lnTo>
                    <a:pt x="249" y="0"/>
                  </a:lnTo>
                  <a:lnTo>
                    <a:pt x="0" y="0"/>
                  </a:lnTo>
                  <a:lnTo>
                    <a:pt x="0" y="401"/>
                  </a:lnTo>
                  <a:lnTo>
                    <a:pt x="249" y="401"/>
                  </a:lnTo>
                  <a:lnTo>
                    <a:pt x="249" y="3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BDE8442-C524-41F4-A909-1C3627B075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24752" y="689530"/>
              <a:ext cx="47196" cy="4719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AE289AB6-6C1A-4EC9-B5F3-AE11D5C9878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882277" y="1076781"/>
              <a:ext cx="31464" cy="56272"/>
            </a:xfrm>
            <a:custGeom>
              <a:avLst/>
              <a:gdLst>
                <a:gd name="T0" fmla="*/ 21 w 52"/>
                <a:gd name="T1" fmla="*/ 0 h 93"/>
                <a:gd name="T2" fmla="*/ 0 w 52"/>
                <a:gd name="T3" fmla="*/ 93 h 93"/>
                <a:gd name="T4" fmla="*/ 14 w 52"/>
                <a:gd name="T5" fmla="*/ 93 h 93"/>
                <a:gd name="T6" fmla="*/ 16 w 52"/>
                <a:gd name="T7" fmla="*/ 72 h 93"/>
                <a:gd name="T8" fmla="*/ 35 w 52"/>
                <a:gd name="T9" fmla="*/ 72 h 93"/>
                <a:gd name="T10" fmla="*/ 38 w 52"/>
                <a:gd name="T11" fmla="*/ 93 h 93"/>
                <a:gd name="T12" fmla="*/ 52 w 52"/>
                <a:gd name="T13" fmla="*/ 93 h 93"/>
                <a:gd name="T14" fmla="*/ 31 w 52"/>
                <a:gd name="T15" fmla="*/ 0 h 93"/>
                <a:gd name="T16" fmla="*/ 21 w 52"/>
                <a:gd name="T17" fmla="*/ 0 h 93"/>
                <a:gd name="T18" fmla="*/ 19 w 52"/>
                <a:gd name="T19" fmla="*/ 60 h 93"/>
                <a:gd name="T20" fmla="*/ 26 w 52"/>
                <a:gd name="T21" fmla="*/ 27 h 93"/>
                <a:gd name="T22" fmla="*/ 33 w 52"/>
                <a:gd name="T23" fmla="*/ 60 h 93"/>
                <a:gd name="T24" fmla="*/ 19 w 52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93">
                  <a:moveTo>
                    <a:pt x="21" y="0"/>
                  </a:moveTo>
                  <a:lnTo>
                    <a:pt x="0" y="93"/>
                  </a:lnTo>
                  <a:lnTo>
                    <a:pt x="14" y="93"/>
                  </a:lnTo>
                  <a:lnTo>
                    <a:pt x="16" y="72"/>
                  </a:lnTo>
                  <a:lnTo>
                    <a:pt x="35" y="72"/>
                  </a:lnTo>
                  <a:lnTo>
                    <a:pt x="38" y="93"/>
                  </a:lnTo>
                  <a:lnTo>
                    <a:pt x="52" y="93"/>
                  </a:lnTo>
                  <a:lnTo>
                    <a:pt x="31" y="0"/>
                  </a:lnTo>
                  <a:lnTo>
                    <a:pt x="21" y="0"/>
                  </a:lnTo>
                  <a:close/>
                  <a:moveTo>
                    <a:pt x="19" y="60"/>
                  </a:moveTo>
                  <a:lnTo>
                    <a:pt x="26" y="27"/>
                  </a:lnTo>
                  <a:lnTo>
                    <a:pt x="33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B6A099B0-BC8B-488E-B557-447634433D96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9852" y="1076781"/>
              <a:ext cx="22993" cy="56272"/>
            </a:xfrm>
            <a:custGeom>
              <a:avLst/>
              <a:gdLst>
                <a:gd name="T0" fmla="*/ 12 w 38"/>
                <a:gd name="T1" fmla="*/ 0 h 93"/>
                <a:gd name="T2" fmla="*/ 0 w 38"/>
                <a:gd name="T3" fmla="*/ 0 h 93"/>
                <a:gd name="T4" fmla="*/ 0 w 38"/>
                <a:gd name="T5" fmla="*/ 93 h 93"/>
                <a:gd name="T6" fmla="*/ 38 w 38"/>
                <a:gd name="T7" fmla="*/ 93 h 93"/>
                <a:gd name="T8" fmla="*/ 38 w 38"/>
                <a:gd name="T9" fmla="*/ 79 h 93"/>
                <a:gd name="T10" fmla="*/ 12 w 38"/>
                <a:gd name="T11" fmla="*/ 79 h 93"/>
                <a:gd name="T12" fmla="*/ 12 w 38"/>
                <a:gd name="T1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93">
                  <a:moveTo>
                    <a:pt x="12" y="0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74B623B4-64FE-43E0-8385-95C9D0FA6F20}"/>
                </a:ext>
              </a:extLst>
            </p:cNvPr>
            <p:cNvSpPr>
              <a:spLocks/>
            </p:cNvSpPr>
            <p:nvPr/>
          </p:nvSpPr>
          <p:spPr bwMode="gray">
            <a:xfrm>
              <a:off x="8844763" y="1076781"/>
              <a:ext cx="27229" cy="56272"/>
            </a:xfrm>
            <a:custGeom>
              <a:avLst/>
              <a:gdLst>
                <a:gd name="T0" fmla="*/ 33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2 w 45"/>
                <a:gd name="T9" fmla="*/ 93 h 93"/>
                <a:gd name="T10" fmla="*/ 12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3 w 45"/>
                <a:gd name="T19" fmla="*/ 0 h 93"/>
                <a:gd name="T20" fmla="*/ 33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3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2" y="93"/>
                  </a:lnTo>
                  <a:lnTo>
                    <a:pt x="12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3" y="0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93354FE3-41F0-40F6-8EF7-AB5D7500678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200549" y="1076781"/>
              <a:ext cx="27229" cy="56272"/>
            </a:xfrm>
            <a:custGeom>
              <a:avLst/>
              <a:gdLst>
                <a:gd name="T0" fmla="*/ 9 w 19"/>
                <a:gd name="T1" fmla="*/ 0 h 39"/>
                <a:gd name="T2" fmla="*/ 0 w 19"/>
                <a:gd name="T3" fmla="*/ 9 h 39"/>
                <a:gd name="T4" fmla="*/ 0 w 19"/>
                <a:gd name="T5" fmla="*/ 30 h 39"/>
                <a:gd name="T6" fmla="*/ 9 w 19"/>
                <a:gd name="T7" fmla="*/ 39 h 39"/>
                <a:gd name="T8" fmla="*/ 19 w 19"/>
                <a:gd name="T9" fmla="*/ 30 h 39"/>
                <a:gd name="T10" fmla="*/ 19 w 19"/>
                <a:gd name="T11" fmla="*/ 9 h 39"/>
                <a:gd name="T12" fmla="*/ 9 w 19"/>
                <a:gd name="T13" fmla="*/ 0 h 39"/>
                <a:gd name="T14" fmla="*/ 13 w 19"/>
                <a:gd name="T15" fmla="*/ 30 h 39"/>
                <a:gd name="T16" fmla="*/ 9 w 19"/>
                <a:gd name="T17" fmla="*/ 34 h 39"/>
                <a:gd name="T18" fmla="*/ 6 w 19"/>
                <a:gd name="T19" fmla="*/ 30 h 39"/>
                <a:gd name="T20" fmla="*/ 6 w 19"/>
                <a:gd name="T21" fmla="*/ 9 h 39"/>
                <a:gd name="T22" fmla="*/ 9 w 19"/>
                <a:gd name="T23" fmla="*/ 6 h 39"/>
                <a:gd name="T24" fmla="*/ 13 w 19"/>
                <a:gd name="T25" fmla="*/ 9 h 39"/>
                <a:gd name="T26" fmla="*/ 13 w 19"/>
                <a:gd name="T27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39">
                  <a:moveTo>
                    <a:pt x="9" y="0"/>
                  </a:moveTo>
                  <a:cubicBezTo>
                    <a:pt x="5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5" y="39"/>
                    <a:pt x="9" y="39"/>
                  </a:cubicBezTo>
                  <a:cubicBezTo>
                    <a:pt x="14" y="39"/>
                    <a:pt x="19" y="36"/>
                    <a:pt x="19" y="3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3"/>
                    <a:pt x="14" y="0"/>
                    <a:pt x="9" y="0"/>
                  </a:cubicBezTo>
                  <a:close/>
                  <a:moveTo>
                    <a:pt x="13" y="30"/>
                  </a:move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6" y="32"/>
                    <a:pt x="6" y="3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lnTo>
                    <a:pt x="1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3" name="Freeform 20">
              <a:extLst>
                <a:ext uri="{FF2B5EF4-FFF2-40B4-BE49-F238E27FC236}">
                  <a16:creationId xmlns:a16="http://schemas.microsoft.com/office/drawing/2014/main" id="{6F5AEEE6-EEBA-49CF-B5A3-681F6B7D091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028102" y="1076781"/>
              <a:ext cx="32069" cy="56272"/>
            </a:xfrm>
            <a:custGeom>
              <a:avLst/>
              <a:gdLst>
                <a:gd name="T0" fmla="*/ 19 w 53"/>
                <a:gd name="T1" fmla="*/ 0 h 93"/>
                <a:gd name="T2" fmla="*/ 0 w 53"/>
                <a:gd name="T3" fmla="*/ 93 h 93"/>
                <a:gd name="T4" fmla="*/ 12 w 53"/>
                <a:gd name="T5" fmla="*/ 93 h 93"/>
                <a:gd name="T6" fmla="*/ 17 w 53"/>
                <a:gd name="T7" fmla="*/ 72 h 93"/>
                <a:gd name="T8" fmla="*/ 34 w 53"/>
                <a:gd name="T9" fmla="*/ 72 h 93"/>
                <a:gd name="T10" fmla="*/ 38 w 53"/>
                <a:gd name="T11" fmla="*/ 93 h 93"/>
                <a:gd name="T12" fmla="*/ 53 w 53"/>
                <a:gd name="T13" fmla="*/ 93 h 93"/>
                <a:gd name="T14" fmla="*/ 31 w 53"/>
                <a:gd name="T15" fmla="*/ 0 h 93"/>
                <a:gd name="T16" fmla="*/ 19 w 53"/>
                <a:gd name="T17" fmla="*/ 0 h 93"/>
                <a:gd name="T18" fmla="*/ 19 w 53"/>
                <a:gd name="T19" fmla="*/ 60 h 93"/>
                <a:gd name="T20" fmla="*/ 26 w 53"/>
                <a:gd name="T21" fmla="*/ 27 h 93"/>
                <a:gd name="T22" fmla="*/ 31 w 53"/>
                <a:gd name="T23" fmla="*/ 60 h 93"/>
                <a:gd name="T24" fmla="*/ 19 w 53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" h="93">
                  <a:moveTo>
                    <a:pt x="19" y="0"/>
                  </a:moveTo>
                  <a:lnTo>
                    <a:pt x="0" y="93"/>
                  </a:lnTo>
                  <a:lnTo>
                    <a:pt x="12" y="93"/>
                  </a:lnTo>
                  <a:lnTo>
                    <a:pt x="17" y="72"/>
                  </a:lnTo>
                  <a:lnTo>
                    <a:pt x="34" y="72"/>
                  </a:lnTo>
                  <a:lnTo>
                    <a:pt x="38" y="93"/>
                  </a:lnTo>
                  <a:lnTo>
                    <a:pt x="53" y="93"/>
                  </a:lnTo>
                  <a:lnTo>
                    <a:pt x="31" y="0"/>
                  </a:lnTo>
                  <a:lnTo>
                    <a:pt x="19" y="0"/>
                  </a:lnTo>
                  <a:close/>
                  <a:moveTo>
                    <a:pt x="19" y="60"/>
                  </a:moveTo>
                  <a:lnTo>
                    <a:pt x="26" y="27"/>
                  </a:lnTo>
                  <a:lnTo>
                    <a:pt x="31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9D2AD66F-752E-4F3E-908F-29C084B277F7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992402" y="1076781"/>
              <a:ext cx="27229" cy="56272"/>
            </a:xfrm>
            <a:custGeom>
              <a:avLst/>
              <a:gdLst>
                <a:gd name="T0" fmla="*/ 18 w 19"/>
                <a:gd name="T1" fmla="*/ 12 h 39"/>
                <a:gd name="T2" fmla="*/ 8 w 19"/>
                <a:gd name="T3" fmla="*/ 0 h 39"/>
                <a:gd name="T4" fmla="*/ 0 w 19"/>
                <a:gd name="T5" fmla="*/ 0 h 39"/>
                <a:gd name="T6" fmla="*/ 0 w 19"/>
                <a:gd name="T7" fmla="*/ 39 h 39"/>
                <a:gd name="T8" fmla="*/ 5 w 19"/>
                <a:gd name="T9" fmla="*/ 39 h 39"/>
                <a:gd name="T10" fmla="*/ 5 w 19"/>
                <a:gd name="T11" fmla="*/ 22 h 39"/>
                <a:gd name="T12" fmla="*/ 8 w 19"/>
                <a:gd name="T13" fmla="*/ 22 h 39"/>
                <a:gd name="T14" fmla="*/ 14 w 19"/>
                <a:gd name="T15" fmla="*/ 39 h 39"/>
                <a:gd name="T16" fmla="*/ 19 w 19"/>
                <a:gd name="T17" fmla="*/ 39 h 39"/>
                <a:gd name="T18" fmla="*/ 13 w 19"/>
                <a:gd name="T19" fmla="*/ 21 h 39"/>
                <a:gd name="T20" fmla="*/ 18 w 19"/>
                <a:gd name="T21" fmla="*/ 12 h 39"/>
                <a:gd name="T22" fmla="*/ 8 w 19"/>
                <a:gd name="T23" fmla="*/ 17 h 39"/>
                <a:gd name="T24" fmla="*/ 5 w 19"/>
                <a:gd name="T25" fmla="*/ 17 h 39"/>
                <a:gd name="T26" fmla="*/ 5 w 19"/>
                <a:gd name="T27" fmla="*/ 6 h 39"/>
                <a:gd name="T28" fmla="*/ 8 w 19"/>
                <a:gd name="T29" fmla="*/ 6 h 39"/>
                <a:gd name="T30" fmla="*/ 13 w 19"/>
                <a:gd name="T31" fmla="*/ 12 h 39"/>
                <a:gd name="T32" fmla="*/ 8 w 19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39">
                  <a:moveTo>
                    <a:pt x="18" y="12"/>
                  </a:moveTo>
                  <a:cubicBezTo>
                    <a:pt x="18" y="4"/>
                    <a:pt x="15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7" y="19"/>
                    <a:pt x="18" y="16"/>
                    <a:pt x="18" y="12"/>
                  </a:cubicBezTo>
                  <a:close/>
                  <a:moveTo>
                    <a:pt x="8" y="17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6"/>
                    <a:pt x="13" y="8"/>
                    <a:pt x="13" y="12"/>
                  </a:cubicBezTo>
                  <a:cubicBezTo>
                    <a:pt x="13" y="15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B3BFA192-33F7-4E1A-AEA7-4DA244DE995F}"/>
                </a:ext>
              </a:extLst>
            </p:cNvPr>
            <p:cNvSpPr>
              <a:spLocks/>
            </p:cNvSpPr>
            <p:nvPr/>
          </p:nvSpPr>
          <p:spPr bwMode="gray">
            <a:xfrm>
              <a:off x="9125519" y="1076781"/>
              <a:ext cx="24808" cy="56272"/>
            </a:xfrm>
            <a:custGeom>
              <a:avLst/>
              <a:gdLst>
                <a:gd name="T0" fmla="*/ 0 w 41"/>
                <a:gd name="T1" fmla="*/ 93 h 93"/>
                <a:gd name="T2" fmla="*/ 15 w 41"/>
                <a:gd name="T3" fmla="*/ 93 h 93"/>
                <a:gd name="T4" fmla="*/ 15 w 41"/>
                <a:gd name="T5" fmla="*/ 53 h 93"/>
                <a:gd name="T6" fmla="*/ 36 w 41"/>
                <a:gd name="T7" fmla="*/ 53 h 93"/>
                <a:gd name="T8" fmla="*/ 36 w 41"/>
                <a:gd name="T9" fmla="*/ 41 h 93"/>
                <a:gd name="T10" fmla="*/ 15 w 41"/>
                <a:gd name="T11" fmla="*/ 41 h 93"/>
                <a:gd name="T12" fmla="*/ 15 w 41"/>
                <a:gd name="T13" fmla="*/ 15 h 93"/>
                <a:gd name="T14" fmla="*/ 41 w 41"/>
                <a:gd name="T15" fmla="*/ 15 h 93"/>
                <a:gd name="T16" fmla="*/ 41 w 41"/>
                <a:gd name="T17" fmla="*/ 0 h 93"/>
                <a:gd name="T18" fmla="*/ 0 w 41"/>
                <a:gd name="T19" fmla="*/ 0 h 93"/>
                <a:gd name="T20" fmla="*/ 0 w 41"/>
                <a:gd name="T21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" h="93">
                  <a:moveTo>
                    <a:pt x="0" y="93"/>
                  </a:moveTo>
                  <a:lnTo>
                    <a:pt x="15" y="93"/>
                  </a:lnTo>
                  <a:lnTo>
                    <a:pt x="15" y="53"/>
                  </a:lnTo>
                  <a:lnTo>
                    <a:pt x="36" y="53"/>
                  </a:lnTo>
                  <a:lnTo>
                    <a:pt x="36" y="41"/>
                  </a:lnTo>
                  <a:lnTo>
                    <a:pt x="15" y="41"/>
                  </a:lnTo>
                  <a:lnTo>
                    <a:pt x="15" y="15"/>
                  </a:lnTo>
                  <a:lnTo>
                    <a:pt x="41" y="15"/>
                  </a:lnTo>
                  <a:lnTo>
                    <a:pt x="41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690330E0-8010-4438-ABBA-0336672BD822}"/>
                </a:ext>
              </a:extLst>
            </p:cNvPr>
            <p:cNvSpPr>
              <a:spLocks/>
            </p:cNvSpPr>
            <p:nvPr/>
          </p:nvSpPr>
          <p:spPr bwMode="gray">
            <a:xfrm>
              <a:off x="8916767" y="1076781"/>
              <a:ext cx="25413" cy="56272"/>
            </a:xfrm>
            <a:custGeom>
              <a:avLst/>
              <a:gdLst>
                <a:gd name="T0" fmla="*/ 0 w 42"/>
                <a:gd name="T1" fmla="*/ 15 h 93"/>
                <a:gd name="T2" fmla="*/ 14 w 42"/>
                <a:gd name="T3" fmla="*/ 15 h 93"/>
                <a:gd name="T4" fmla="*/ 14 w 42"/>
                <a:gd name="T5" fmla="*/ 93 h 93"/>
                <a:gd name="T6" fmla="*/ 28 w 42"/>
                <a:gd name="T7" fmla="*/ 93 h 93"/>
                <a:gd name="T8" fmla="*/ 28 w 42"/>
                <a:gd name="T9" fmla="*/ 15 h 93"/>
                <a:gd name="T10" fmla="*/ 42 w 42"/>
                <a:gd name="T11" fmla="*/ 15 h 93"/>
                <a:gd name="T12" fmla="*/ 42 w 42"/>
                <a:gd name="T13" fmla="*/ 0 h 93"/>
                <a:gd name="T14" fmla="*/ 0 w 42"/>
                <a:gd name="T15" fmla="*/ 0 h 93"/>
                <a:gd name="T16" fmla="*/ 0 w 42"/>
                <a:gd name="T17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93">
                  <a:moveTo>
                    <a:pt x="0" y="15"/>
                  </a:moveTo>
                  <a:lnTo>
                    <a:pt x="14" y="15"/>
                  </a:lnTo>
                  <a:lnTo>
                    <a:pt x="14" y="93"/>
                  </a:lnTo>
                  <a:lnTo>
                    <a:pt x="28" y="93"/>
                  </a:lnTo>
                  <a:lnTo>
                    <a:pt x="28" y="15"/>
                  </a:lnTo>
                  <a:lnTo>
                    <a:pt x="42" y="1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F8CF404D-6923-44DD-B279-45C2123C3B7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161824" y="1076781"/>
              <a:ext cx="25413" cy="56272"/>
            </a:xfrm>
            <a:custGeom>
              <a:avLst/>
              <a:gdLst>
                <a:gd name="T0" fmla="*/ 9 w 18"/>
                <a:gd name="T1" fmla="*/ 0 h 39"/>
                <a:gd name="T2" fmla="*/ 0 w 18"/>
                <a:gd name="T3" fmla="*/ 9 h 39"/>
                <a:gd name="T4" fmla="*/ 0 w 18"/>
                <a:gd name="T5" fmla="*/ 30 h 39"/>
                <a:gd name="T6" fmla="*/ 9 w 18"/>
                <a:gd name="T7" fmla="*/ 39 h 39"/>
                <a:gd name="T8" fmla="*/ 18 w 18"/>
                <a:gd name="T9" fmla="*/ 30 h 39"/>
                <a:gd name="T10" fmla="*/ 18 w 18"/>
                <a:gd name="T11" fmla="*/ 9 h 39"/>
                <a:gd name="T12" fmla="*/ 9 w 18"/>
                <a:gd name="T13" fmla="*/ 0 h 39"/>
                <a:gd name="T14" fmla="*/ 13 w 18"/>
                <a:gd name="T15" fmla="*/ 30 h 39"/>
                <a:gd name="T16" fmla="*/ 9 w 18"/>
                <a:gd name="T17" fmla="*/ 34 h 39"/>
                <a:gd name="T18" fmla="*/ 5 w 18"/>
                <a:gd name="T19" fmla="*/ 30 h 39"/>
                <a:gd name="T20" fmla="*/ 5 w 18"/>
                <a:gd name="T21" fmla="*/ 9 h 39"/>
                <a:gd name="T22" fmla="*/ 9 w 18"/>
                <a:gd name="T23" fmla="*/ 6 h 39"/>
                <a:gd name="T24" fmla="*/ 13 w 18"/>
                <a:gd name="T25" fmla="*/ 9 h 39"/>
                <a:gd name="T26" fmla="*/ 13 w 18"/>
                <a:gd name="T27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9" y="0"/>
                  </a:moveTo>
                  <a:cubicBezTo>
                    <a:pt x="4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4" y="39"/>
                    <a:pt x="9" y="39"/>
                  </a:cubicBezTo>
                  <a:cubicBezTo>
                    <a:pt x="13" y="39"/>
                    <a:pt x="18" y="36"/>
                    <a:pt x="18" y="3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3"/>
                    <a:pt x="13" y="0"/>
                    <a:pt x="9" y="0"/>
                  </a:cubicBezTo>
                  <a:close/>
                  <a:moveTo>
                    <a:pt x="13" y="30"/>
                  </a:move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lnTo>
                    <a:pt x="1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9" name="Freeform 25">
              <a:extLst>
                <a:ext uri="{FF2B5EF4-FFF2-40B4-BE49-F238E27FC236}">
                  <a16:creationId xmlns:a16="http://schemas.microsoft.com/office/drawing/2014/main" id="{50566281-D547-42D7-AB89-3026A749F66F}"/>
                </a:ext>
              </a:extLst>
            </p:cNvPr>
            <p:cNvSpPr>
              <a:spLocks/>
            </p:cNvSpPr>
            <p:nvPr/>
          </p:nvSpPr>
          <p:spPr bwMode="gray">
            <a:xfrm>
              <a:off x="8952467" y="1076781"/>
              <a:ext cx="26018" cy="56272"/>
            </a:xfrm>
            <a:custGeom>
              <a:avLst/>
              <a:gdLst>
                <a:gd name="T0" fmla="*/ 12 w 18"/>
                <a:gd name="T1" fmla="*/ 30 h 39"/>
                <a:gd name="T2" fmla="*/ 9 w 18"/>
                <a:gd name="T3" fmla="*/ 34 h 39"/>
                <a:gd name="T4" fmla="*/ 5 w 18"/>
                <a:gd name="T5" fmla="*/ 30 h 39"/>
                <a:gd name="T6" fmla="*/ 5 w 18"/>
                <a:gd name="T7" fmla="*/ 0 h 39"/>
                <a:gd name="T8" fmla="*/ 0 w 18"/>
                <a:gd name="T9" fmla="*/ 0 h 39"/>
                <a:gd name="T10" fmla="*/ 0 w 18"/>
                <a:gd name="T11" fmla="*/ 30 h 39"/>
                <a:gd name="T12" fmla="*/ 9 w 18"/>
                <a:gd name="T13" fmla="*/ 39 h 39"/>
                <a:gd name="T14" fmla="*/ 18 w 18"/>
                <a:gd name="T15" fmla="*/ 30 h 39"/>
                <a:gd name="T16" fmla="*/ 18 w 18"/>
                <a:gd name="T17" fmla="*/ 0 h 39"/>
                <a:gd name="T18" fmla="*/ 12 w 18"/>
                <a:gd name="T19" fmla="*/ 0 h 39"/>
                <a:gd name="T20" fmla="*/ 12 w 18"/>
                <a:gd name="T21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39">
                  <a:moveTo>
                    <a:pt x="12" y="30"/>
                  </a:moveTo>
                  <a:cubicBezTo>
                    <a:pt x="12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4" y="39"/>
                    <a:pt x="18" y="35"/>
                    <a:pt x="18" y="3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1" name="Freeform 26">
              <a:extLst>
                <a:ext uri="{FF2B5EF4-FFF2-40B4-BE49-F238E27FC236}">
                  <a16:creationId xmlns:a16="http://schemas.microsoft.com/office/drawing/2014/main" id="{10EFA3E4-6E10-4845-99AB-30AA21CC935C}"/>
                </a:ext>
              </a:extLst>
            </p:cNvPr>
            <p:cNvSpPr>
              <a:spLocks/>
            </p:cNvSpPr>
            <p:nvPr/>
          </p:nvSpPr>
          <p:spPr bwMode="gray">
            <a:xfrm>
              <a:off x="9406881" y="1076781"/>
              <a:ext cx="22993" cy="56272"/>
            </a:xfrm>
            <a:custGeom>
              <a:avLst/>
              <a:gdLst>
                <a:gd name="T0" fmla="*/ 0 w 38"/>
                <a:gd name="T1" fmla="*/ 93 h 93"/>
                <a:gd name="T2" fmla="*/ 38 w 38"/>
                <a:gd name="T3" fmla="*/ 93 h 93"/>
                <a:gd name="T4" fmla="*/ 38 w 38"/>
                <a:gd name="T5" fmla="*/ 79 h 93"/>
                <a:gd name="T6" fmla="*/ 12 w 38"/>
                <a:gd name="T7" fmla="*/ 79 h 93"/>
                <a:gd name="T8" fmla="*/ 12 w 38"/>
                <a:gd name="T9" fmla="*/ 53 h 93"/>
                <a:gd name="T10" fmla="*/ 35 w 38"/>
                <a:gd name="T11" fmla="*/ 53 h 93"/>
                <a:gd name="T12" fmla="*/ 35 w 38"/>
                <a:gd name="T13" fmla="*/ 41 h 93"/>
                <a:gd name="T14" fmla="*/ 12 w 38"/>
                <a:gd name="T15" fmla="*/ 41 h 93"/>
                <a:gd name="T16" fmla="*/ 12 w 38"/>
                <a:gd name="T17" fmla="*/ 15 h 93"/>
                <a:gd name="T18" fmla="*/ 38 w 38"/>
                <a:gd name="T19" fmla="*/ 15 h 93"/>
                <a:gd name="T20" fmla="*/ 38 w 38"/>
                <a:gd name="T21" fmla="*/ 0 h 93"/>
                <a:gd name="T22" fmla="*/ 0 w 38"/>
                <a:gd name="T23" fmla="*/ 0 h 93"/>
                <a:gd name="T24" fmla="*/ 0 w 38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93">
                  <a:moveTo>
                    <a:pt x="0" y="93"/>
                  </a:move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2" y="41"/>
                  </a:lnTo>
                  <a:lnTo>
                    <a:pt x="12" y="15"/>
                  </a:lnTo>
                  <a:lnTo>
                    <a:pt x="38" y="15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4322FDF4-E7FC-449A-95B5-DDB51C69436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866742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8 w 18"/>
                <a:gd name="T7" fmla="*/ 39 h 39"/>
                <a:gd name="T8" fmla="*/ 18 w 18"/>
                <a:gd name="T9" fmla="*/ 28 h 39"/>
                <a:gd name="T10" fmla="*/ 18 w 18"/>
                <a:gd name="T11" fmla="*/ 10 h 39"/>
                <a:gd name="T12" fmla="*/ 8 w 18"/>
                <a:gd name="T13" fmla="*/ 0 h 39"/>
                <a:gd name="T14" fmla="*/ 12 w 18"/>
                <a:gd name="T15" fmla="*/ 29 h 39"/>
                <a:gd name="T16" fmla="*/ 8 w 18"/>
                <a:gd name="T17" fmla="*/ 34 h 39"/>
                <a:gd name="T18" fmla="*/ 5 w 18"/>
                <a:gd name="T19" fmla="*/ 34 h 39"/>
                <a:gd name="T20" fmla="*/ 5 w 18"/>
                <a:gd name="T21" fmla="*/ 6 h 39"/>
                <a:gd name="T22" fmla="*/ 8 w 18"/>
                <a:gd name="T23" fmla="*/ 6 h 39"/>
                <a:gd name="T24" fmla="*/ 12 w 18"/>
                <a:gd name="T25" fmla="*/ 10 h 39"/>
                <a:gd name="T26" fmla="*/ 12 w 18"/>
                <a:gd name="T27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4"/>
                    <a:pt x="14" y="0"/>
                    <a:pt x="8" y="0"/>
                  </a:cubicBezTo>
                  <a:close/>
                  <a:moveTo>
                    <a:pt x="12" y="29"/>
                  </a:moveTo>
                  <a:cubicBezTo>
                    <a:pt x="12" y="32"/>
                    <a:pt x="11" y="34"/>
                    <a:pt x="8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2" y="7"/>
                    <a:pt x="12" y="10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31787FD0-F88C-4F42-91CF-1CA5C9D07A1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240484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8 w 18"/>
                <a:gd name="T7" fmla="*/ 39 h 39"/>
                <a:gd name="T8" fmla="*/ 18 w 18"/>
                <a:gd name="T9" fmla="*/ 28 h 39"/>
                <a:gd name="T10" fmla="*/ 18 w 18"/>
                <a:gd name="T11" fmla="*/ 10 h 39"/>
                <a:gd name="T12" fmla="*/ 8 w 18"/>
                <a:gd name="T13" fmla="*/ 0 h 39"/>
                <a:gd name="T14" fmla="*/ 12 w 18"/>
                <a:gd name="T15" fmla="*/ 29 h 39"/>
                <a:gd name="T16" fmla="*/ 8 w 18"/>
                <a:gd name="T17" fmla="*/ 34 h 39"/>
                <a:gd name="T18" fmla="*/ 6 w 18"/>
                <a:gd name="T19" fmla="*/ 34 h 39"/>
                <a:gd name="T20" fmla="*/ 6 w 18"/>
                <a:gd name="T21" fmla="*/ 6 h 39"/>
                <a:gd name="T22" fmla="*/ 8 w 18"/>
                <a:gd name="T23" fmla="*/ 6 h 39"/>
                <a:gd name="T24" fmla="*/ 12 w 18"/>
                <a:gd name="T25" fmla="*/ 10 h 39"/>
                <a:gd name="T26" fmla="*/ 12 w 18"/>
                <a:gd name="T27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4"/>
                    <a:pt x="15" y="0"/>
                    <a:pt x="8" y="0"/>
                  </a:cubicBezTo>
                  <a:close/>
                  <a:moveTo>
                    <a:pt x="12" y="29"/>
                  </a:moveTo>
                  <a:cubicBezTo>
                    <a:pt x="12" y="32"/>
                    <a:pt x="11" y="34"/>
                    <a:pt x="8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2" y="7"/>
                    <a:pt x="12" y="10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FD0EDB01-3AFA-47F9-B6AA-D716F38FA3C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792317" y="1076781"/>
              <a:ext cx="27229" cy="56272"/>
            </a:xfrm>
            <a:custGeom>
              <a:avLst/>
              <a:gdLst>
                <a:gd name="T0" fmla="*/ 18 w 19"/>
                <a:gd name="T1" fmla="*/ 12 h 39"/>
                <a:gd name="T2" fmla="*/ 9 w 19"/>
                <a:gd name="T3" fmla="*/ 0 h 39"/>
                <a:gd name="T4" fmla="*/ 0 w 19"/>
                <a:gd name="T5" fmla="*/ 0 h 39"/>
                <a:gd name="T6" fmla="*/ 0 w 19"/>
                <a:gd name="T7" fmla="*/ 39 h 39"/>
                <a:gd name="T8" fmla="*/ 5 w 19"/>
                <a:gd name="T9" fmla="*/ 39 h 39"/>
                <a:gd name="T10" fmla="*/ 5 w 19"/>
                <a:gd name="T11" fmla="*/ 22 h 39"/>
                <a:gd name="T12" fmla="*/ 8 w 19"/>
                <a:gd name="T13" fmla="*/ 22 h 39"/>
                <a:gd name="T14" fmla="*/ 14 w 19"/>
                <a:gd name="T15" fmla="*/ 39 h 39"/>
                <a:gd name="T16" fmla="*/ 19 w 19"/>
                <a:gd name="T17" fmla="*/ 39 h 39"/>
                <a:gd name="T18" fmla="*/ 13 w 19"/>
                <a:gd name="T19" fmla="*/ 21 h 39"/>
                <a:gd name="T20" fmla="*/ 18 w 19"/>
                <a:gd name="T21" fmla="*/ 12 h 39"/>
                <a:gd name="T22" fmla="*/ 8 w 19"/>
                <a:gd name="T23" fmla="*/ 17 h 39"/>
                <a:gd name="T24" fmla="*/ 5 w 19"/>
                <a:gd name="T25" fmla="*/ 17 h 39"/>
                <a:gd name="T26" fmla="*/ 5 w 19"/>
                <a:gd name="T27" fmla="*/ 6 h 39"/>
                <a:gd name="T28" fmla="*/ 8 w 19"/>
                <a:gd name="T29" fmla="*/ 6 h 39"/>
                <a:gd name="T30" fmla="*/ 13 w 19"/>
                <a:gd name="T31" fmla="*/ 12 h 39"/>
                <a:gd name="T32" fmla="*/ 8 w 19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39">
                  <a:moveTo>
                    <a:pt x="18" y="12"/>
                  </a:moveTo>
                  <a:cubicBezTo>
                    <a:pt x="18" y="4"/>
                    <a:pt x="15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7" y="19"/>
                    <a:pt x="18" y="16"/>
                    <a:pt x="18" y="12"/>
                  </a:cubicBezTo>
                  <a:close/>
                  <a:moveTo>
                    <a:pt x="8" y="17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6"/>
                    <a:pt x="13" y="8"/>
                    <a:pt x="13" y="12"/>
                  </a:cubicBezTo>
                  <a:cubicBezTo>
                    <a:pt x="13" y="15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DE0B7853-0288-403F-B41A-0FF3D6E9A9E5}"/>
                </a:ext>
              </a:extLst>
            </p:cNvPr>
            <p:cNvSpPr>
              <a:spLocks/>
            </p:cNvSpPr>
            <p:nvPr/>
          </p:nvSpPr>
          <p:spPr bwMode="gray">
            <a:xfrm>
              <a:off x="9752382" y="1076781"/>
              <a:ext cx="25413" cy="56272"/>
            </a:xfrm>
            <a:custGeom>
              <a:avLst/>
              <a:gdLst>
                <a:gd name="T0" fmla="*/ 9 w 18"/>
                <a:gd name="T1" fmla="*/ 0 h 39"/>
                <a:gd name="T2" fmla="*/ 0 w 18"/>
                <a:gd name="T3" fmla="*/ 9 h 39"/>
                <a:gd name="T4" fmla="*/ 0 w 18"/>
                <a:gd name="T5" fmla="*/ 30 h 39"/>
                <a:gd name="T6" fmla="*/ 9 w 18"/>
                <a:gd name="T7" fmla="*/ 39 h 39"/>
                <a:gd name="T8" fmla="*/ 18 w 18"/>
                <a:gd name="T9" fmla="*/ 30 h 39"/>
                <a:gd name="T10" fmla="*/ 18 w 18"/>
                <a:gd name="T11" fmla="*/ 18 h 39"/>
                <a:gd name="T12" fmla="*/ 8 w 18"/>
                <a:gd name="T13" fmla="*/ 18 h 39"/>
                <a:gd name="T14" fmla="*/ 8 w 18"/>
                <a:gd name="T15" fmla="*/ 22 h 39"/>
                <a:gd name="T16" fmla="*/ 13 w 18"/>
                <a:gd name="T17" fmla="*/ 22 h 39"/>
                <a:gd name="T18" fmla="*/ 13 w 18"/>
                <a:gd name="T19" fmla="*/ 30 h 39"/>
                <a:gd name="T20" fmla="*/ 9 w 18"/>
                <a:gd name="T21" fmla="*/ 34 h 39"/>
                <a:gd name="T22" fmla="*/ 5 w 18"/>
                <a:gd name="T23" fmla="*/ 30 h 39"/>
                <a:gd name="T24" fmla="*/ 5 w 18"/>
                <a:gd name="T25" fmla="*/ 9 h 39"/>
                <a:gd name="T26" fmla="*/ 9 w 18"/>
                <a:gd name="T27" fmla="*/ 6 h 39"/>
                <a:gd name="T28" fmla="*/ 13 w 18"/>
                <a:gd name="T29" fmla="*/ 9 h 39"/>
                <a:gd name="T30" fmla="*/ 13 w 18"/>
                <a:gd name="T31" fmla="*/ 11 h 39"/>
                <a:gd name="T32" fmla="*/ 18 w 18"/>
                <a:gd name="T33" fmla="*/ 11 h 39"/>
                <a:gd name="T34" fmla="*/ 18 w 18"/>
                <a:gd name="T35" fmla="*/ 9 h 39"/>
                <a:gd name="T36" fmla="*/ 9 w 18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" h="39">
                  <a:moveTo>
                    <a:pt x="9" y="0"/>
                  </a:moveTo>
                  <a:cubicBezTo>
                    <a:pt x="4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4" y="39"/>
                    <a:pt x="9" y="39"/>
                  </a:cubicBezTo>
                  <a:cubicBezTo>
                    <a:pt x="13" y="39"/>
                    <a:pt x="18" y="36"/>
                    <a:pt x="18" y="30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3"/>
                    <a:pt x="13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54C1358-E124-4F02-BC23-E5B781AC06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677" y="1076781"/>
              <a:ext cx="7261" cy="5627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08FD56F6-391B-447A-A737-8AAB216D79B5}"/>
                </a:ext>
              </a:extLst>
            </p:cNvPr>
            <p:cNvSpPr>
              <a:spLocks/>
            </p:cNvSpPr>
            <p:nvPr/>
          </p:nvSpPr>
          <p:spPr bwMode="gray">
            <a:xfrm>
              <a:off x="9831042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15FCDBC1-3795-477B-ACE1-DE02EA88DA42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01674" y="1076781"/>
              <a:ext cx="25413" cy="56272"/>
            </a:xfrm>
            <a:custGeom>
              <a:avLst/>
              <a:gdLst>
                <a:gd name="T0" fmla="*/ 0 w 42"/>
                <a:gd name="T1" fmla="*/ 15 h 93"/>
                <a:gd name="T2" fmla="*/ 14 w 42"/>
                <a:gd name="T3" fmla="*/ 15 h 93"/>
                <a:gd name="T4" fmla="*/ 14 w 42"/>
                <a:gd name="T5" fmla="*/ 93 h 93"/>
                <a:gd name="T6" fmla="*/ 28 w 42"/>
                <a:gd name="T7" fmla="*/ 93 h 93"/>
                <a:gd name="T8" fmla="*/ 28 w 42"/>
                <a:gd name="T9" fmla="*/ 15 h 93"/>
                <a:gd name="T10" fmla="*/ 42 w 42"/>
                <a:gd name="T11" fmla="*/ 15 h 93"/>
                <a:gd name="T12" fmla="*/ 42 w 42"/>
                <a:gd name="T13" fmla="*/ 0 h 93"/>
                <a:gd name="T14" fmla="*/ 0 w 42"/>
                <a:gd name="T15" fmla="*/ 0 h 93"/>
                <a:gd name="T16" fmla="*/ 0 w 42"/>
                <a:gd name="T17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93">
                  <a:moveTo>
                    <a:pt x="0" y="15"/>
                  </a:moveTo>
                  <a:lnTo>
                    <a:pt x="14" y="15"/>
                  </a:lnTo>
                  <a:lnTo>
                    <a:pt x="14" y="93"/>
                  </a:lnTo>
                  <a:lnTo>
                    <a:pt x="28" y="93"/>
                  </a:lnTo>
                  <a:lnTo>
                    <a:pt x="28" y="15"/>
                  </a:lnTo>
                  <a:lnTo>
                    <a:pt x="42" y="1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7A531E48-433C-4F05-BA41-C25CDBF43A29}"/>
                </a:ext>
              </a:extLst>
            </p:cNvPr>
            <p:cNvSpPr>
              <a:spLocks/>
            </p:cNvSpPr>
            <p:nvPr/>
          </p:nvSpPr>
          <p:spPr bwMode="gray">
            <a:xfrm>
              <a:off x="9928460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6D97BB57-75CF-4916-8A83-6D19EAD8937C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35559" y="1076781"/>
              <a:ext cx="27229" cy="56272"/>
            </a:xfrm>
            <a:custGeom>
              <a:avLst/>
              <a:gdLst>
                <a:gd name="T0" fmla="*/ 10 w 19"/>
                <a:gd name="T1" fmla="*/ 0 h 39"/>
                <a:gd name="T2" fmla="*/ 0 w 19"/>
                <a:gd name="T3" fmla="*/ 11 h 39"/>
                <a:gd name="T4" fmla="*/ 6 w 19"/>
                <a:gd name="T5" fmla="*/ 20 h 39"/>
                <a:gd name="T6" fmla="*/ 10 w 19"/>
                <a:gd name="T7" fmla="*/ 22 h 39"/>
                <a:gd name="T8" fmla="*/ 13 w 19"/>
                <a:gd name="T9" fmla="*/ 28 h 39"/>
                <a:gd name="T10" fmla="*/ 9 w 19"/>
                <a:gd name="T11" fmla="*/ 34 h 39"/>
                <a:gd name="T12" fmla="*/ 6 w 19"/>
                <a:gd name="T13" fmla="*/ 30 h 39"/>
                <a:gd name="T14" fmla="*/ 6 w 19"/>
                <a:gd name="T15" fmla="*/ 28 h 39"/>
                <a:gd name="T16" fmla="*/ 0 w 19"/>
                <a:gd name="T17" fmla="*/ 28 h 39"/>
                <a:gd name="T18" fmla="*/ 0 w 19"/>
                <a:gd name="T19" fmla="*/ 30 h 39"/>
                <a:gd name="T20" fmla="*/ 9 w 19"/>
                <a:gd name="T21" fmla="*/ 39 h 39"/>
                <a:gd name="T22" fmla="*/ 19 w 19"/>
                <a:gd name="T23" fmla="*/ 28 h 39"/>
                <a:gd name="T24" fmla="*/ 13 w 19"/>
                <a:gd name="T25" fmla="*/ 17 h 39"/>
                <a:gd name="T26" fmla="*/ 9 w 19"/>
                <a:gd name="T27" fmla="*/ 16 h 39"/>
                <a:gd name="T28" fmla="*/ 6 w 19"/>
                <a:gd name="T29" fmla="*/ 11 h 39"/>
                <a:gd name="T30" fmla="*/ 10 w 19"/>
                <a:gd name="T31" fmla="*/ 6 h 39"/>
                <a:gd name="T32" fmla="*/ 13 w 19"/>
                <a:gd name="T33" fmla="*/ 10 h 39"/>
                <a:gd name="T34" fmla="*/ 13 w 19"/>
                <a:gd name="T35" fmla="*/ 11 h 39"/>
                <a:gd name="T36" fmla="*/ 19 w 19"/>
                <a:gd name="T37" fmla="*/ 11 h 39"/>
                <a:gd name="T38" fmla="*/ 19 w 19"/>
                <a:gd name="T39" fmla="*/ 9 h 39"/>
                <a:gd name="T40" fmla="*/ 10 w 19"/>
                <a:gd name="T4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39">
                  <a:moveTo>
                    <a:pt x="10" y="0"/>
                  </a:moveTo>
                  <a:cubicBezTo>
                    <a:pt x="3" y="0"/>
                    <a:pt x="0" y="5"/>
                    <a:pt x="0" y="11"/>
                  </a:cubicBezTo>
                  <a:cubicBezTo>
                    <a:pt x="0" y="15"/>
                    <a:pt x="2" y="18"/>
                    <a:pt x="6" y="20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3" y="23"/>
                    <a:pt x="13" y="24"/>
                    <a:pt x="13" y="28"/>
                  </a:cubicBezTo>
                  <a:cubicBezTo>
                    <a:pt x="13" y="31"/>
                    <a:pt x="13" y="34"/>
                    <a:pt x="9" y="34"/>
                  </a:cubicBezTo>
                  <a:cubicBezTo>
                    <a:pt x="7" y="34"/>
                    <a:pt x="6" y="32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7" y="39"/>
                    <a:pt x="19" y="34"/>
                    <a:pt x="19" y="28"/>
                  </a:cubicBezTo>
                  <a:cubicBezTo>
                    <a:pt x="19" y="22"/>
                    <a:pt x="18" y="19"/>
                    <a:pt x="13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6" y="14"/>
                    <a:pt x="6" y="13"/>
                    <a:pt x="6" y="11"/>
                  </a:cubicBezTo>
                  <a:cubicBezTo>
                    <a:pt x="6" y="8"/>
                    <a:pt x="7" y="6"/>
                    <a:pt x="10" y="6"/>
                  </a:cubicBezTo>
                  <a:cubicBezTo>
                    <a:pt x="12" y="6"/>
                    <a:pt x="13" y="8"/>
                    <a:pt x="13" y="1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4"/>
                    <a:pt x="15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D47A5C04-1536-4C7C-8F35-A65E588B7661}"/>
                </a:ext>
              </a:extLst>
            </p:cNvPr>
            <p:cNvSpPr>
              <a:spLocks/>
            </p:cNvSpPr>
            <p:nvPr/>
          </p:nvSpPr>
          <p:spPr bwMode="gray">
            <a:xfrm>
              <a:off x="9964159" y="1076781"/>
              <a:ext cx="27229" cy="56272"/>
            </a:xfrm>
            <a:custGeom>
              <a:avLst/>
              <a:gdLst>
                <a:gd name="T0" fmla="*/ 31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2 w 45"/>
                <a:gd name="T9" fmla="*/ 93 h 93"/>
                <a:gd name="T10" fmla="*/ 12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1 w 45"/>
                <a:gd name="T19" fmla="*/ 0 h 93"/>
                <a:gd name="T20" fmla="*/ 31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1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2" y="93"/>
                  </a:lnTo>
                  <a:lnTo>
                    <a:pt x="12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1" y="0"/>
                  </a:lnTo>
                  <a:lnTo>
                    <a:pt x="31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EB202313-A68D-40E7-85FC-831D6C2FE64E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0631" y="1076781"/>
              <a:ext cx="27229" cy="56272"/>
            </a:xfrm>
            <a:custGeom>
              <a:avLst/>
              <a:gdLst>
                <a:gd name="T0" fmla="*/ 33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4 w 45"/>
                <a:gd name="T9" fmla="*/ 93 h 93"/>
                <a:gd name="T10" fmla="*/ 14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3 w 45"/>
                <a:gd name="T19" fmla="*/ 0 h 93"/>
                <a:gd name="T20" fmla="*/ 33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3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4" y="93"/>
                  </a:lnTo>
                  <a:lnTo>
                    <a:pt x="14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3" y="0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14298194-9135-486E-86D1-E9DCBEEF891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366341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7 w 18"/>
                <a:gd name="T7" fmla="*/ 39 h 39"/>
                <a:gd name="T8" fmla="*/ 18 w 18"/>
                <a:gd name="T9" fmla="*/ 28 h 39"/>
                <a:gd name="T10" fmla="*/ 18 w 18"/>
                <a:gd name="T11" fmla="*/ 26 h 39"/>
                <a:gd name="T12" fmla="*/ 14 w 18"/>
                <a:gd name="T13" fmla="*/ 19 h 39"/>
                <a:gd name="T14" fmla="*/ 18 w 18"/>
                <a:gd name="T15" fmla="*/ 11 h 39"/>
                <a:gd name="T16" fmla="*/ 18 w 18"/>
                <a:gd name="T17" fmla="*/ 10 h 39"/>
                <a:gd name="T18" fmla="*/ 8 w 18"/>
                <a:gd name="T19" fmla="*/ 0 h 39"/>
                <a:gd name="T20" fmla="*/ 8 w 18"/>
                <a:gd name="T21" fmla="*/ 33 h 39"/>
                <a:gd name="T22" fmla="*/ 5 w 18"/>
                <a:gd name="T23" fmla="*/ 33 h 39"/>
                <a:gd name="T24" fmla="*/ 5 w 18"/>
                <a:gd name="T25" fmla="*/ 21 h 39"/>
                <a:gd name="T26" fmla="*/ 8 w 18"/>
                <a:gd name="T27" fmla="*/ 21 h 39"/>
                <a:gd name="T28" fmla="*/ 13 w 18"/>
                <a:gd name="T29" fmla="*/ 27 h 39"/>
                <a:gd name="T30" fmla="*/ 8 w 18"/>
                <a:gd name="T31" fmla="*/ 33 h 39"/>
                <a:gd name="T32" fmla="*/ 8 w 18"/>
                <a:gd name="T33" fmla="*/ 16 h 39"/>
                <a:gd name="T34" fmla="*/ 5 w 18"/>
                <a:gd name="T35" fmla="*/ 16 h 39"/>
                <a:gd name="T36" fmla="*/ 5 w 18"/>
                <a:gd name="T37" fmla="*/ 6 h 39"/>
                <a:gd name="T38" fmla="*/ 8 w 18"/>
                <a:gd name="T39" fmla="*/ 6 h 39"/>
                <a:gd name="T40" fmla="*/ 13 w 18"/>
                <a:gd name="T41" fmla="*/ 11 h 39"/>
                <a:gd name="T42" fmla="*/ 8 w 18"/>
                <a:gd name="T43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2"/>
                    <a:pt x="16" y="20"/>
                    <a:pt x="14" y="19"/>
                  </a:cubicBezTo>
                  <a:cubicBezTo>
                    <a:pt x="16" y="17"/>
                    <a:pt x="18" y="16"/>
                    <a:pt x="18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5"/>
                    <a:pt x="15" y="0"/>
                    <a:pt x="8" y="0"/>
                  </a:cubicBezTo>
                  <a:close/>
                  <a:moveTo>
                    <a:pt x="8" y="33"/>
                  </a:moveTo>
                  <a:cubicBezTo>
                    <a:pt x="5" y="33"/>
                    <a:pt x="5" y="33"/>
                    <a:pt x="5" y="33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12" y="21"/>
                    <a:pt x="13" y="23"/>
                    <a:pt x="13" y="27"/>
                  </a:cubicBezTo>
                  <a:cubicBezTo>
                    <a:pt x="13" y="31"/>
                    <a:pt x="12" y="33"/>
                    <a:pt x="8" y="33"/>
                  </a:cubicBezTo>
                  <a:close/>
                  <a:moveTo>
                    <a:pt x="8" y="16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3" y="7"/>
                    <a:pt x="13" y="11"/>
                  </a:cubicBezTo>
                  <a:cubicBezTo>
                    <a:pt x="13" y="14"/>
                    <a:pt x="12" y="16"/>
                    <a:pt x="8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67A9CD8B-FC81-46C2-A0A1-D5DA27516FCE}"/>
                </a:ext>
              </a:extLst>
            </p:cNvPr>
            <p:cNvSpPr>
              <a:spLocks/>
            </p:cNvSpPr>
            <p:nvPr/>
          </p:nvSpPr>
          <p:spPr bwMode="gray">
            <a:xfrm>
              <a:off x="9479491" y="1076781"/>
              <a:ext cx="22993" cy="56272"/>
            </a:xfrm>
            <a:custGeom>
              <a:avLst/>
              <a:gdLst>
                <a:gd name="T0" fmla="*/ 0 w 38"/>
                <a:gd name="T1" fmla="*/ 93 h 93"/>
                <a:gd name="T2" fmla="*/ 38 w 38"/>
                <a:gd name="T3" fmla="*/ 93 h 93"/>
                <a:gd name="T4" fmla="*/ 38 w 38"/>
                <a:gd name="T5" fmla="*/ 79 h 93"/>
                <a:gd name="T6" fmla="*/ 12 w 38"/>
                <a:gd name="T7" fmla="*/ 79 h 93"/>
                <a:gd name="T8" fmla="*/ 12 w 38"/>
                <a:gd name="T9" fmla="*/ 53 h 93"/>
                <a:gd name="T10" fmla="*/ 36 w 38"/>
                <a:gd name="T11" fmla="*/ 53 h 93"/>
                <a:gd name="T12" fmla="*/ 36 w 38"/>
                <a:gd name="T13" fmla="*/ 41 h 93"/>
                <a:gd name="T14" fmla="*/ 12 w 38"/>
                <a:gd name="T15" fmla="*/ 41 h 93"/>
                <a:gd name="T16" fmla="*/ 12 w 38"/>
                <a:gd name="T17" fmla="*/ 15 h 93"/>
                <a:gd name="T18" fmla="*/ 38 w 38"/>
                <a:gd name="T19" fmla="*/ 15 h 93"/>
                <a:gd name="T20" fmla="*/ 38 w 38"/>
                <a:gd name="T21" fmla="*/ 0 h 93"/>
                <a:gd name="T22" fmla="*/ 0 w 38"/>
                <a:gd name="T23" fmla="*/ 0 h 93"/>
                <a:gd name="T24" fmla="*/ 0 w 38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93">
                  <a:moveTo>
                    <a:pt x="0" y="93"/>
                  </a:move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53"/>
                  </a:lnTo>
                  <a:lnTo>
                    <a:pt x="36" y="53"/>
                  </a:lnTo>
                  <a:lnTo>
                    <a:pt x="36" y="41"/>
                  </a:lnTo>
                  <a:lnTo>
                    <a:pt x="12" y="41"/>
                  </a:lnTo>
                  <a:lnTo>
                    <a:pt x="12" y="15"/>
                  </a:lnTo>
                  <a:lnTo>
                    <a:pt x="38" y="15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6" name="Freeform 40">
              <a:extLst>
                <a:ext uri="{FF2B5EF4-FFF2-40B4-BE49-F238E27FC236}">
                  <a16:creationId xmlns:a16="http://schemas.microsoft.com/office/drawing/2014/main" id="{18AC4361-5B40-4A2C-9E21-1EF0C521E863}"/>
                </a:ext>
              </a:extLst>
            </p:cNvPr>
            <p:cNvSpPr>
              <a:spLocks/>
            </p:cNvSpPr>
            <p:nvPr/>
          </p:nvSpPr>
          <p:spPr bwMode="gray">
            <a:xfrm>
              <a:off x="9438345" y="1076781"/>
              <a:ext cx="30254" cy="56272"/>
            </a:xfrm>
            <a:custGeom>
              <a:avLst/>
              <a:gdLst>
                <a:gd name="T0" fmla="*/ 26 w 50"/>
                <a:gd name="T1" fmla="*/ 64 h 93"/>
                <a:gd name="T2" fmla="*/ 14 w 50"/>
                <a:gd name="T3" fmla="*/ 0 h 93"/>
                <a:gd name="T4" fmla="*/ 0 w 50"/>
                <a:gd name="T5" fmla="*/ 0 h 93"/>
                <a:gd name="T6" fmla="*/ 19 w 50"/>
                <a:gd name="T7" fmla="*/ 93 h 93"/>
                <a:gd name="T8" fmla="*/ 31 w 50"/>
                <a:gd name="T9" fmla="*/ 93 h 93"/>
                <a:gd name="T10" fmla="*/ 50 w 50"/>
                <a:gd name="T11" fmla="*/ 0 h 93"/>
                <a:gd name="T12" fmla="*/ 35 w 50"/>
                <a:gd name="T13" fmla="*/ 0 h 93"/>
                <a:gd name="T14" fmla="*/ 26 w 50"/>
                <a:gd name="T15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93">
                  <a:moveTo>
                    <a:pt x="26" y="64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19" y="93"/>
                  </a:lnTo>
                  <a:lnTo>
                    <a:pt x="31" y="93"/>
                  </a:lnTo>
                  <a:lnTo>
                    <a:pt x="50" y="0"/>
                  </a:lnTo>
                  <a:lnTo>
                    <a:pt x="35" y="0"/>
                  </a:lnTo>
                  <a:lnTo>
                    <a:pt x="26" y="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7" name="Freeform 41">
              <a:extLst>
                <a:ext uri="{FF2B5EF4-FFF2-40B4-BE49-F238E27FC236}">
                  <a16:creationId xmlns:a16="http://schemas.microsoft.com/office/drawing/2014/main" id="{BA81B609-F59E-4AEE-83C6-E0CE30A6BE8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300387" y="1082832"/>
              <a:ext cx="32069" cy="50222"/>
            </a:xfrm>
            <a:custGeom>
              <a:avLst/>
              <a:gdLst>
                <a:gd name="T0" fmla="*/ 22 w 22"/>
                <a:gd name="T1" fmla="*/ 23 h 35"/>
                <a:gd name="T2" fmla="*/ 19 w 22"/>
                <a:gd name="T3" fmla="*/ 20 h 35"/>
                <a:gd name="T4" fmla="*/ 16 w 22"/>
                <a:gd name="T5" fmla="*/ 25 h 35"/>
                <a:gd name="T6" fmla="*/ 11 w 22"/>
                <a:gd name="T7" fmla="*/ 17 h 35"/>
                <a:gd name="T8" fmla="*/ 17 w 22"/>
                <a:gd name="T9" fmla="*/ 7 h 35"/>
                <a:gd name="T10" fmla="*/ 9 w 22"/>
                <a:gd name="T11" fmla="*/ 0 h 35"/>
                <a:gd name="T12" fmla="*/ 2 w 22"/>
                <a:gd name="T13" fmla="*/ 7 h 35"/>
                <a:gd name="T14" fmla="*/ 5 w 22"/>
                <a:gd name="T15" fmla="*/ 16 h 35"/>
                <a:gd name="T16" fmla="*/ 0 w 22"/>
                <a:gd name="T17" fmla="*/ 26 h 35"/>
                <a:gd name="T18" fmla="*/ 8 w 22"/>
                <a:gd name="T19" fmla="*/ 35 h 35"/>
                <a:gd name="T20" fmla="*/ 15 w 22"/>
                <a:gd name="T21" fmla="*/ 32 h 35"/>
                <a:gd name="T22" fmla="*/ 17 w 22"/>
                <a:gd name="T23" fmla="*/ 35 h 35"/>
                <a:gd name="T24" fmla="*/ 22 w 22"/>
                <a:gd name="T25" fmla="*/ 35 h 35"/>
                <a:gd name="T26" fmla="*/ 18 w 22"/>
                <a:gd name="T27" fmla="*/ 28 h 35"/>
                <a:gd name="T28" fmla="*/ 22 w 22"/>
                <a:gd name="T29" fmla="*/ 23 h 35"/>
                <a:gd name="T30" fmla="*/ 9 w 22"/>
                <a:gd name="T31" fmla="*/ 4 h 35"/>
                <a:gd name="T32" fmla="*/ 12 w 22"/>
                <a:gd name="T33" fmla="*/ 7 h 35"/>
                <a:gd name="T34" fmla="*/ 9 w 22"/>
                <a:gd name="T35" fmla="*/ 13 h 35"/>
                <a:gd name="T36" fmla="*/ 7 w 22"/>
                <a:gd name="T37" fmla="*/ 7 h 35"/>
                <a:gd name="T38" fmla="*/ 9 w 22"/>
                <a:gd name="T39" fmla="*/ 4 h 35"/>
                <a:gd name="T40" fmla="*/ 9 w 22"/>
                <a:gd name="T41" fmla="*/ 31 h 35"/>
                <a:gd name="T42" fmla="*/ 5 w 22"/>
                <a:gd name="T43" fmla="*/ 26 h 35"/>
                <a:gd name="T44" fmla="*/ 8 w 22"/>
                <a:gd name="T45" fmla="*/ 20 h 35"/>
                <a:gd name="T46" fmla="*/ 13 w 22"/>
                <a:gd name="T47" fmla="*/ 28 h 35"/>
                <a:gd name="T48" fmla="*/ 9 w 22"/>
                <a:gd name="T49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35">
                  <a:moveTo>
                    <a:pt x="22" y="23"/>
                  </a:moveTo>
                  <a:cubicBezTo>
                    <a:pt x="19" y="20"/>
                    <a:pt x="19" y="20"/>
                    <a:pt x="19" y="20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4" y="22"/>
                    <a:pt x="12" y="19"/>
                    <a:pt x="11" y="17"/>
                  </a:cubicBezTo>
                  <a:cubicBezTo>
                    <a:pt x="14" y="14"/>
                    <a:pt x="17" y="10"/>
                    <a:pt x="17" y="7"/>
                  </a:cubicBezTo>
                  <a:cubicBezTo>
                    <a:pt x="17" y="3"/>
                    <a:pt x="14" y="0"/>
                    <a:pt x="9" y="0"/>
                  </a:cubicBezTo>
                  <a:cubicBezTo>
                    <a:pt x="4" y="0"/>
                    <a:pt x="2" y="3"/>
                    <a:pt x="2" y="7"/>
                  </a:cubicBezTo>
                  <a:cubicBezTo>
                    <a:pt x="2" y="11"/>
                    <a:pt x="3" y="13"/>
                    <a:pt x="5" y="16"/>
                  </a:cubicBezTo>
                  <a:cubicBezTo>
                    <a:pt x="2" y="19"/>
                    <a:pt x="0" y="22"/>
                    <a:pt x="0" y="26"/>
                  </a:cubicBezTo>
                  <a:cubicBezTo>
                    <a:pt x="0" y="31"/>
                    <a:pt x="3" y="35"/>
                    <a:pt x="8" y="35"/>
                  </a:cubicBezTo>
                  <a:cubicBezTo>
                    <a:pt x="11" y="35"/>
                    <a:pt x="13" y="34"/>
                    <a:pt x="15" y="32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8" y="28"/>
                    <a:pt x="18" y="28"/>
                    <a:pt x="18" y="28"/>
                  </a:cubicBezTo>
                  <a:lnTo>
                    <a:pt x="22" y="23"/>
                  </a:lnTo>
                  <a:close/>
                  <a:moveTo>
                    <a:pt x="9" y="4"/>
                  </a:moveTo>
                  <a:cubicBezTo>
                    <a:pt x="11" y="4"/>
                    <a:pt x="12" y="6"/>
                    <a:pt x="12" y="7"/>
                  </a:cubicBezTo>
                  <a:cubicBezTo>
                    <a:pt x="12" y="10"/>
                    <a:pt x="10" y="12"/>
                    <a:pt x="9" y="13"/>
                  </a:cubicBezTo>
                  <a:cubicBezTo>
                    <a:pt x="8" y="11"/>
                    <a:pt x="7" y="9"/>
                    <a:pt x="7" y="7"/>
                  </a:cubicBezTo>
                  <a:cubicBezTo>
                    <a:pt x="7" y="6"/>
                    <a:pt x="8" y="4"/>
                    <a:pt x="9" y="4"/>
                  </a:cubicBezTo>
                  <a:close/>
                  <a:moveTo>
                    <a:pt x="9" y="31"/>
                  </a:moveTo>
                  <a:cubicBezTo>
                    <a:pt x="6" y="31"/>
                    <a:pt x="5" y="29"/>
                    <a:pt x="5" y="26"/>
                  </a:cubicBezTo>
                  <a:cubicBezTo>
                    <a:pt x="5" y="24"/>
                    <a:pt x="6" y="22"/>
                    <a:pt x="8" y="20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9"/>
                    <a:pt x="11" y="31"/>
                    <a:pt x="9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8" name="Freeform 42">
              <a:extLst>
                <a:ext uri="{FF2B5EF4-FFF2-40B4-BE49-F238E27FC236}">
                  <a16:creationId xmlns:a16="http://schemas.microsoft.com/office/drawing/2014/main" id="{BD416A4A-05E8-4E99-A753-977D0E04552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551495" y="1076781"/>
              <a:ext cx="30254" cy="56272"/>
            </a:xfrm>
            <a:custGeom>
              <a:avLst/>
              <a:gdLst>
                <a:gd name="T0" fmla="*/ 19 w 50"/>
                <a:gd name="T1" fmla="*/ 0 h 93"/>
                <a:gd name="T2" fmla="*/ 0 w 50"/>
                <a:gd name="T3" fmla="*/ 93 h 93"/>
                <a:gd name="T4" fmla="*/ 12 w 50"/>
                <a:gd name="T5" fmla="*/ 93 h 93"/>
                <a:gd name="T6" fmla="*/ 17 w 50"/>
                <a:gd name="T7" fmla="*/ 72 h 93"/>
                <a:gd name="T8" fmla="*/ 33 w 50"/>
                <a:gd name="T9" fmla="*/ 72 h 93"/>
                <a:gd name="T10" fmla="*/ 38 w 50"/>
                <a:gd name="T11" fmla="*/ 93 h 93"/>
                <a:gd name="T12" fmla="*/ 50 w 50"/>
                <a:gd name="T13" fmla="*/ 93 h 93"/>
                <a:gd name="T14" fmla="*/ 31 w 50"/>
                <a:gd name="T15" fmla="*/ 0 h 93"/>
                <a:gd name="T16" fmla="*/ 19 w 50"/>
                <a:gd name="T17" fmla="*/ 0 h 93"/>
                <a:gd name="T18" fmla="*/ 19 w 50"/>
                <a:gd name="T19" fmla="*/ 60 h 93"/>
                <a:gd name="T20" fmla="*/ 24 w 50"/>
                <a:gd name="T21" fmla="*/ 27 h 93"/>
                <a:gd name="T22" fmla="*/ 31 w 50"/>
                <a:gd name="T23" fmla="*/ 60 h 93"/>
                <a:gd name="T24" fmla="*/ 19 w 50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93">
                  <a:moveTo>
                    <a:pt x="19" y="0"/>
                  </a:moveTo>
                  <a:lnTo>
                    <a:pt x="0" y="93"/>
                  </a:lnTo>
                  <a:lnTo>
                    <a:pt x="12" y="93"/>
                  </a:lnTo>
                  <a:lnTo>
                    <a:pt x="17" y="72"/>
                  </a:lnTo>
                  <a:lnTo>
                    <a:pt x="33" y="72"/>
                  </a:lnTo>
                  <a:lnTo>
                    <a:pt x="38" y="93"/>
                  </a:lnTo>
                  <a:lnTo>
                    <a:pt x="50" y="93"/>
                  </a:lnTo>
                  <a:lnTo>
                    <a:pt x="31" y="0"/>
                  </a:lnTo>
                  <a:lnTo>
                    <a:pt x="19" y="0"/>
                  </a:lnTo>
                  <a:close/>
                  <a:moveTo>
                    <a:pt x="19" y="60"/>
                  </a:moveTo>
                  <a:lnTo>
                    <a:pt x="24" y="27"/>
                  </a:lnTo>
                  <a:lnTo>
                    <a:pt x="31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9" name="Freeform 43">
              <a:extLst>
                <a:ext uri="{FF2B5EF4-FFF2-40B4-BE49-F238E27FC236}">
                  <a16:creationId xmlns:a16="http://schemas.microsoft.com/office/drawing/2014/main" id="{1B1E40BB-365D-4F79-B5A0-8340521431FC}"/>
                </a:ext>
              </a:extLst>
            </p:cNvPr>
            <p:cNvSpPr>
              <a:spLocks/>
            </p:cNvSpPr>
            <p:nvPr/>
          </p:nvSpPr>
          <p:spPr bwMode="gray">
            <a:xfrm>
              <a:off x="9591430" y="1076781"/>
              <a:ext cx="27229" cy="56272"/>
            </a:xfrm>
            <a:custGeom>
              <a:avLst/>
              <a:gdLst>
                <a:gd name="T0" fmla="*/ 10 w 19"/>
                <a:gd name="T1" fmla="*/ 0 h 39"/>
                <a:gd name="T2" fmla="*/ 0 w 19"/>
                <a:gd name="T3" fmla="*/ 9 h 39"/>
                <a:gd name="T4" fmla="*/ 0 w 19"/>
                <a:gd name="T5" fmla="*/ 30 h 39"/>
                <a:gd name="T6" fmla="*/ 10 w 19"/>
                <a:gd name="T7" fmla="*/ 39 h 39"/>
                <a:gd name="T8" fmla="*/ 19 w 19"/>
                <a:gd name="T9" fmla="*/ 30 h 39"/>
                <a:gd name="T10" fmla="*/ 19 w 19"/>
                <a:gd name="T11" fmla="*/ 18 h 39"/>
                <a:gd name="T12" fmla="*/ 9 w 19"/>
                <a:gd name="T13" fmla="*/ 18 h 39"/>
                <a:gd name="T14" fmla="*/ 9 w 19"/>
                <a:gd name="T15" fmla="*/ 22 h 39"/>
                <a:gd name="T16" fmla="*/ 13 w 19"/>
                <a:gd name="T17" fmla="*/ 22 h 39"/>
                <a:gd name="T18" fmla="*/ 13 w 19"/>
                <a:gd name="T19" fmla="*/ 30 h 39"/>
                <a:gd name="T20" fmla="*/ 10 w 19"/>
                <a:gd name="T21" fmla="*/ 34 h 39"/>
                <a:gd name="T22" fmla="*/ 6 w 19"/>
                <a:gd name="T23" fmla="*/ 30 h 39"/>
                <a:gd name="T24" fmla="*/ 6 w 19"/>
                <a:gd name="T25" fmla="*/ 9 h 39"/>
                <a:gd name="T26" fmla="*/ 10 w 19"/>
                <a:gd name="T27" fmla="*/ 6 h 39"/>
                <a:gd name="T28" fmla="*/ 13 w 19"/>
                <a:gd name="T29" fmla="*/ 9 h 39"/>
                <a:gd name="T30" fmla="*/ 13 w 19"/>
                <a:gd name="T31" fmla="*/ 11 h 39"/>
                <a:gd name="T32" fmla="*/ 19 w 19"/>
                <a:gd name="T33" fmla="*/ 11 h 39"/>
                <a:gd name="T34" fmla="*/ 19 w 19"/>
                <a:gd name="T35" fmla="*/ 9 h 39"/>
                <a:gd name="T36" fmla="*/ 10 w 19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39">
                  <a:moveTo>
                    <a:pt x="10" y="0"/>
                  </a:moveTo>
                  <a:cubicBezTo>
                    <a:pt x="5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5" y="39"/>
                    <a:pt x="10" y="39"/>
                  </a:cubicBezTo>
                  <a:cubicBezTo>
                    <a:pt x="14" y="39"/>
                    <a:pt x="19" y="36"/>
                    <a:pt x="19" y="3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2"/>
                    <a:pt x="12" y="34"/>
                    <a:pt x="10" y="34"/>
                  </a:cubicBezTo>
                  <a:cubicBezTo>
                    <a:pt x="8" y="34"/>
                    <a:pt x="6" y="32"/>
                    <a:pt x="6" y="3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7"/>
                    <a:pt x="8" y="6"/>
                    <a:pt x="10" y="6"/>
                  </a:cubicBezTo>
                  <a:cubicBezTo>
                    <a:pt x="12" y="6"/>
                    <a:pt x="13" y="7"/>
                    <a:pt x="13" y="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3"/>
                    <a:pt x="14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0" name="Freeform 44">
              <a:extLst>
                <a:ext uri="{FF2B5EF4-FFF2-40B4-BE49-F238E27FC236}">
                  <a16:creationId xmlns:a16="http://schemas.microsoft.com/office/drawing/2014/main" id="{747BFFDC-2087-4F5E-8345-70D70D0EFE39}"/>
                </a:ext>
              </a:extLst>
            </p:cNvPr>
            <p:cNvSpPr>
              <a:spLocks/>
            </p:cNvSpPr>
            <p:nvPr/>
          </p:nvSpPr>
          <p:spPr bwMode="gray">
            <a:xfrm>
              <a:off x="9631971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E5FECB4-14BD-4CBE-846C-5B7E8B3BF56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688848" y="1076781"/>
              <a:ext cx="7261" cy="5627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2" name="Freeform 46">
              <a:extLst>
                <a:ext uri="{FF2B5EF4-FFF2-40B4-BE49-F238E27FC236}">
                  <a16:creationId xmlns:a16="http://schemas.microsoft.com/office/drawing/2014/main" id="{D6495F3D-E2B6-47D5-83BE-7F525B6B7C0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513980" y="1076781"/>
              <a:ext cx="29044" cy="56272"/>
            </a:xfrm>
            <a:custGeom>
              <a:avLst/>
              <a:gdLst>
                <a:gd name="T0" fmla="*/ 19 w 20"/>
                <a:gd name="T1" fmla="*/ 12 h 39"/>
                <a:gd name="T2" fmla="*/ 9 w 20"/>
                <a:gd name="T3" fmla="*/ 0 h 39"/>
                <a:gd name="T4" fmla="*/ 0 w 20"/>
                <a:gd name="T5" fmla="*/ 0 h 39"/>
                <a:gd name="T6" fmla="*/ 0 w 20"/>
                <a:gd name="T7" fmla="*/ 39 h 39"/>
                <a:gd name="T8" fmla="*/ 6 w 20"/>
                <a:gd name="T9" fmla="*/ 39 h 39"/>
                <a:gd name="T10" fmla="*/ 6 w 20"/>
                <a:gd name="T11" fmla="*/ 22 h 39"/>
                <a:gd name="T12" fmla="*/ 9 w 20"/>
                <a:gd name="T13" fmla="*/ 22 h 39"/>
                <a:gd name="T14" fmla="*/ 14 w 20"/>
                <a:gd name="T15" fmla="*/ 39 h 39"/>
                <a:gd name="T16" fmla="*/ 20 w 20"/>
                <a:gd name="T17" fmla="*/ 39 h 39"/>
                <a:gd name="T18" fmla="*/ 14 w 20"/>
                <a:gd name="T19" fmla="*/ 21 h 39"/>
                <a:gd name="T20" fmla="*/ 19 w 20"/>
                <a:gd name="T21" fmla="*/ 12 h 39"/>
                <a:gd name="T22" fmla="*/ 9 w 20"/>
                <a:gd name="T23" fmla="*/ 17 h 39"/>
                <a:gd name="T24" fmla="*/ 6 w 20"/>
                <a:gd name="T25" fmla="*/ 17 h 39"/>
                <a:gd name="T26" fmla="*/ 6 w 20"/>
                <a:gd name="T27" fmla="*/ 6 h 39"/>
                <a:gd name="T28" fmla="*/ 9 w 20"/>
                <a:gd name="T29" fmla="*/ 6 h 39"/>
                <a:gd name="T30" fmla="*/ 13 w 20"/>
                <a:gd name="T31" fmla="*/ 12 h 39"/>
                <a:gd name="T32" fmla="*/ 9 w 20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39">
                  <a:moveTo>
                    <a:pt x="19" y="12"/>
                  </a:moveTo>
                  <a:cubicBezTo>
                    <a:pt x="19" y="4"/>
                    <a:pt x="16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8" y="19"/>
                    <a:pt x="19" y="16"/>
                    <a:pt x="19" y="12"/>
                  </a:cubicBezTo>
                  <a:close/>
                  <a:moveTo>
                    <a:pt x="9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3" y="6"/>
                    <a:pt x="13" y="8"/>
                    <a:pt x="13" y="12"/>
                  </a:cubicBezTo>
                  <a:cubicBezTo>
                    <a:pt x="13" y="15"/>
                    <a:pt x="13" y="17"/>
                    <a:pt x="9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93" name="Group 50">
            <a:extLst>
              <a:ext uri="{FF2B5EF4-FFF2-40B4-BE49-F238E27FC236}">
                <a16:creationId xmlns:a16="http://schemas.microsoft.com/office/drawing/2014/main" id="{02D7E0EF-B0D3-4620-A982-1CE888F2DD8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2816954" y="1126132"/>
            <a:ext cx="2465304" cy="464579"/>
            <a:chOff x="545" y="1181"/>
            <a:chExt cx="4670" cy="880"/>
          </a:xfrm>
          <a:solidFill>
            <a:schemeClr val="tx1"/>
          </a:solidFill>
          <a:effectLst/>
        </p:grpSpPr>
        <p:sp>
          <p:nvSpPr>
            <p:cNvPr id="94" name="Freeform 51">
              <a:extLst>
                <a:ext uri="{FF2B5EF4-FFF2-40B4-BE49-F238E27FC236}">
                  <a16:creationId xmlns:a16="http://schemas.microsoft.com/office/drawing/2014/main" id="{ADFF85AE-31FF-4038-9B15-3962C2B655E5}"/>
                </a:ext>
              </a:extLst>
            </p:cNvPr>
            <p:cNvSpPr>
              <a:spLocks/>
            </p:cNvSpPr>
            <p:nvPr/>
          </p:nvSpPr>
          <p:spPr bwMode="gray">
            <a:xfrm>
              <a:off x="3048" y="1329"/>
              <a:ext cx="99" cy="121"/>
            </a:xfrm>
            <a:custGeom>
              <a:avLst/>
              <a:gdLst>
                <a:gd name="T0" fmla="*/ 32 w 42"/>
                <a:gd name="T1" fmla="*/ 51 h 51"/>
                <a:gd name="T2" fmla="*/ 12 w 42"/>
                <a:gd name="T3" fmla="*/ 20 h 51"/>
                <a:gd name="T4" fmla="*/ 6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9 w 42"/>
                <a:gd name="T15" fmla="*/ 0 h 51"/>
                <a:gd name="T16" fmla="*/ 29 w 42"/>
                <a:gd name="T17" fmla="*/ 31 h 51"/>
                <a:gd name="T18" fmla="*/ 35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2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6" y="9"/>
                  </a:cubicBezTo>
                  <a:cubicBezTo>
                    <a:pt x="6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8"/>
                    <a:pt x="35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5" name="Freeform 52">
              <a:extLst>
                <a:ext uri="{FF2B5EF4-FFF2-40B4-BE49-F238E27FC236}">
                  <a16:creationId xmlns:a16="http://schemas.microsoft.com/office/drawing/2014/main" id="{EFA2236A-3E47-4017-91DA-B3F919B6AB3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180" y="1329"/>
              <a:ext cx="109" cy="121"/>
            </a:xfrm>
            <a:custGeom>
              <a:avLst/>
              <a:gdLst>
                <a:gd name="T0" fmla="*/ 38 w 46"/>
                <a:gd name="T1" fmla="*/ 51 h 51"/>
                <a:gd name="T2" fmla="*/ 34 w 46"/>
                <a:gd name="T3" fmla="*/ 39 h 51"/>
                <a:gd name="T4" fmla="*/ 12 w 46"/>
                <a:gd name="T5" fmla="*/ 39 h 51"/>
                <a:gd name="T6" fmla="*/ 7 w 46"/>
                <a:gd name="T7" fmla="*/ 51 h 51"/>
                <a:gd name="T8" fmla="*/ 0 w 46"/>
                <a:gd name="T9" fmla="*/ 51 h 51"/>
                <a:gd name="T10" fmla="*/ 19 w 46"/>
                <a:gd name="T11" fmla="*/ 0 h 51"/>
                <a:gd name="T12" fmla="*/ 27 w 46"/>
                <a:gd name="T13" fmla="*/ 0 h 51"/>
                <a:gd name="T14" fmla="*/ 46 w 46"/>
                <a:gd name="T15" fmla="*/ 51 h 51"/>
                <a:gd name="T16" fmla="*/ 38 w 46"/>
                <a:gd name="T17" fmla="*/ 51 h 51"/>
                <a:gd name="T18" fmla="*/ 25 w 46"/>
                <a:gd name="T19" fmla="*/ 15 h 51"/>
                <a:gd name="T20" fmla="*/ 23 w 46"/>
                <a:gd name="T21" fmla="*/ 8 h 51"/>
                <a:gd name="T22" fmla="*/ 23 w 46"/>
                <a:gd name="T23" fmla="*/ 8 h 51"/>
                <a:gd name="T24" fmla="*/ 20 w 46"/>
                <a:gd name="T25" fmla="*/ 15 h 51"/>
                <a:gd name="T26" fmla="*/ 13 w 46"/>
                <a:gd name="T27" fmla="*/ 34 h 51"/>
                <a:gd name="T28" fmla="*/ 32 w 46"/>
                <a:gd name="T29" fmla="*/ 34 h 51"/>
                <a:gd name="T30" fmla="*/ 25 w 46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" h="51">
                  <a:moveTo>
                    <a:pt x="38" y="5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46" y="51"/>
                    <a:pt x="46" y="51"/>
                    <a:pt x="46" y="51"/>
                  </a:cubicBezTo>
                  <a:lnTo>
                    <a:pt x="38" y="51"/>
                  </a:lnTo>
                  <a:close/>
                  <a:moveTo>
                    <a:pt x="25" y="15"/>
                  </a:moveTo>
                  <a:cubicBezTo>
                    <a:pt x="24" y="12"/>
                    <a:pt x="23" y="10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10"/>
                    <a:pt x="21" y="12"/>
                    <a:pt x="20" y="15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32" y="34"/>
                    <a:pt x="32" y="34"/>
                    <a:pt x="32" y="34"/>
                  </a:cubicBezTo>
                  <a:lnTo>
                    <a:pt x="25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6" name="Freeform 53">
              <a:extLst>
                <a:ext uri="{FF2B5EF4-FFF2-40B4-BE49-F238E27FC236}">
                  <a16:creationId xmlns:a16="http://schemas.microsoft.com/office/drawing/2014/main" id="{F4CE0D23-7CF7-43C7-BBE5-CC94A6D7E94E}"/>
                </a:ext>
              </a:extLst>
            </p:cNvPr>
            <p:cNvSpPr>
              <a:spLocks/>
            </p:cNvSpPr>
            <p:nvPr/>
          </p:nvSpPr>
          <p:spPr bwMode="gray">
            <a:xfrm>
              <a:off x="3296" y="1329"/>
              <a:ext cx="90" cy="121"/>
            </a:xfrm>
            <a:custGeom>
              <a:avLst/>
              <a:gdLst>
                <a:gd name="T0" fmla="*/ 52 w 90"/>
                <a:gd name="T1" fmla="*/ 14 h 121"/>
                <a:gd name="T2" fmla="*/ 52 w 90"/>
                <a:gd name="T3" fmla="*/ 121 h 121"/>
                <a:gd name="T4" fmla="*/ 36 w 90"/>
                <a:gd name="T5" fmla="*/ 121 h 121"/>
                <a:gd name="T6" fmla="*/ 36 w 90"/>
                <a:gd name="T7" fmla="*/ 14 h 121"/>
                <a:gd name="T8" fmla="*/ 0 w 90"/>
                <a:gd name="T9" fmla="*/ 14 h 121"/>
                <a:gd name="T10" fmla="*/ 0 w 90"/>
                <a:gd name="T11" fmla="*/ 0 h 121"/>
                <a:gd name="T12" fmla="*/ 90 w 90"/>
                <a:gd name="T13" fmla="*/ 0 h 121"/>
                <a:gd name="T14" fmla="*/ 90 w 90"/>
                <a:gd name="T15" fmla="*/ 14 h 121"/>
                <a:gd name="T16" fmla="*/ 52 w 90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90" y="0"/>
                  </a:lnTo>
                  <a:lnTo>
                    <a:pt x="90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7" name="Freeform 54">
              <a:extLst>
                <a:ext uri="{FF2B5EF4-FFF2-40B4-BE49-F238E27FC236}">
                  <a16:creationId xmlns:a16="http://schemas.microsoft.com/office/drawing/2014/main" id="{7967B0A4-ADD8-4E7B-92E9-53C1412B7CC6}"/>
                </a:ext>
              </a:extLst>
            </p:cNvPr>
            <p:cNvSpPr>
              <a:spLocks/>
            </p:cNvSpPr>
            <p:nvPr/>
          </p:nvSpPr>
          <p:spPr bwMode="gray">
            <a:xfrm>
              <a:off x="3415" y="1329"/>
              <a:ext cx="97" cy="123"/>
            </a:xfrm>
            <a:custGeom>
              <a:avLst/>
              <a:gdLst>
                <a:gd name="T0" fmla="*/ 19 w 41"/>
                <a:gd name="T1" fmla="*/ 52 h 52"/>
                <a:gd name="T2" fmla="*/ 0 w 41"/>
                <a:gd name="T3" fmla="*/ 34 h 52"/>
                <a:gd name="T4" fmla="*/ 0 w 41"/>
                <a:gd name="T5" fmla="*/ 0 h 52"/>
                <a:gd name="T6" fmla="*/ 7 w 41"/>
                <a:gd name="T7" fmla="*/ 0 h 52"/>
                <a:gd name="T8" fmla="*/ 7 w 41"/>
                <a:gd name="T9" fmla="*/ 34 h 52"/>
                <a:gd name="T10" fmla="*/ 20 w 41"/>
                <a:gd name="T11" fmla="*/ 46 h 52"/>
                <a:gd name="T12" fmla="*/ 33 w 41"/>
                <a:gd name="T13" fmla="*/ 32 h 52"/>
                <a:gd name="T14" fmla="*/ 33 w 41"/>
                <a:gd name="T15" fmla="*/ 0 h 52"/>
                <a:gd name="T16" fmla="*/ 41 w 41"/>
                <a:gd name="T17" fmla="*/ 0 h 52"/>
                <a:gd name="T18" fmla="*/ 41 w 41"/>
                <a:gd name="T19" fmla="*/ 32 h 52"/>
                <a:gd name="T20" fmla="*/ 19 w 41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" h="52">
                  <a:moveTo>
                    <a:pt x="19" y="52"/>
                  </a:moveTo>
                  <a:cubicBezTo>
                    <a:pt x="3" y="52"/>
                    <a:pt x="0" y="43"/>
                    <a:pt x="0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41"/>
                    <a:pt x="9" y="46"/>
                    <a:pt x="20" y="46"/>
                  </a:cubicBezTo>
                  <a:cubicBezTo>
                    <a:pt x="29" y="46"/>
                    <a:pt x="33" y="43"/>
                    <a:pt x="33" y="3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45"/>
                    <a:pt x="33" y="52"/>
                    <a:pt x="19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8" name="Freeform 55">
              <a:extLst>
                <a:ext uri="{FF2B5EF4-FFF2-40B4-BE49-F238E27FC236}">
                  <a16:creationId xmlns:a16="http://schemas.microsoft.com/office/drawing/2014/main" id="{DC56CF80-3E58-4B90-A70F-FEB4F9218AE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559" y="1329"/>
              <a:ext cx="83" cy="121"/>
            </a:xfrm>
            <a:custGeom>
              <a:avLst/>
              <a:gdLst>
                <a:gd name="T0" fmla="*/ 26 w 35"/>
                <a:gd name="T1" fmla="*/ 51 h 51"/>
                <a:gd name="T2" fmla="*/ 8 w 35"/>
                <a:gd name="T3" fmla="*/ 28 h 51"/>
                <a:gd name="T4" fmla="*/ 7 w 35"/>
                <a:gd name="T5" fmla="*/ 28 h 51"/>
                <a:gd name="T6" fmla="*/ 7 w 35"/>
                <a:gd name="T7" fmla="*/ 51 h 51"/>
                <a:gd name="T8" fmla="*/ 0 w 35"/>
                <a:gd name="T9" fmla="*/ 51 h 51"/>
                <a:gd name="T10" fmla="*/ 0 w 35"/>
                <a:gd name="T11" fmla="*/ 0 h 51"/>
                <a:gd name="T12" fmla="*/ 13 w 35"/>
                <a:gd name="T13" fmla="*/ 0 h 51"/>
                <a:gd name="T14" fmla="*/ 31 w 35"/>
                <a:gd name="T15" fmla="*/ 13 h 51"/>
                <a:gd name="T16" fmla="*/ 16 w 35"/>
                <a:gd name="T17" fmla="*/ 28 h 51"/>
                <a:gd name="T18" fmla="*/ 20 w 35"/>
                <a:gd name="T19" fmla="*/ 33 h 51"/>
                <a:gd name="T20" fmla="*/ 35 w 35"/>
                <a:gd name="T21" fmla="*/ 51 h 51"/>
                <a:gd name="T22" fmla="*/ 26 w 35"/>
                <a:gd name="T23" fmla="*/ 51 h 51"/>
                <a:gd name="T24" fmla="*/ 12 w 35"/>
                <a:gd name="T25" fmla="*/ 5 h 51"/>
                <a:gd name="T26" fmla="*/ 7 w 35"/>
                <a:gd name="T27" fmla="*/ 6 h 51"/>
                <a:gd name="T28" fmla="*/ 7 w 35"/>
                <a:gd name="T29" fmla="*/ 23 h 51"/>
                <a:gd name="T30" fmla="*/ 12 w 35"/>
                <a:gd name="T31" fmla="*/ 23 h 51"/>
                <a:gd name="T32" fmla="*/ 24 w 35"/>
                <a:gd name="T33" fmla="*/ 14 h 51"/>
                <a:gd name="T34" fmla="*/ 12 w 35"/>
                <a:gd name="T35" fmla="*/ 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51">
                  <a:moveTo>
                    <a:pt x="26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3" y="0"/>
                  </a:cubicBezTo>
                  <a:cubicBezTo>
                    <a:pt x="24" y="0"/>
                    <a:pt x="31" y="3"/>
                    <a:pt x="31" y="13"/>
                  </a:cubicBezTo>
                  <a:cubicBezTo>
                    <a:pt x="31" y="22"/>
                    <a:pt x="24" y="27"/>
                    <a:pt x="16" y="28"/>
                  </a:cubicBezTo>
                  <a:cubicBezTo>
                    <a:pt x="17" y="29"/>
                    <a:pt x="19" y="31"/>
                    <a:pt x="20" y="33"/>
                  </a:cubicBezTo>
                  <a:cubicBezTo>
                    <a:pt x="35" y="51"/>
                    <a:pt x="35" y="51"/>
                    <a:pt x="35" y="51"/>
                  </a:cubicBezTo>
                  <a:lnTo>
                    <a:pt x="26" y="51"/>
                  </a:lnTo>
                  <a:close/>
                  <a:moveTo>
                    <a:pt x="12" y="5"/>
                  </a:moveTo>
                  <a:cubicBezTo>
                    <a:pt x="10" y="5"/>
                    <a:pt x="9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3"/>
                    <a:pt x="10" y="23"/>
                    <a:pt x="12" y="23"/>
                  </a:cubicBezTo>
                  <a:cubicBezTo>
                    <a:pt x="19" y="23"/>
                    <a:pt x="24" y="20"/>
                    <a:pt x="24" y="14"/>
                  </a:cubicBezTo>
                  <a:cubicBezTo>
                    <a:pt x="24" y="8"/>
                    <a:pt x="20" y="5"/>
                    <a:pt x="12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9" name="Freeform 56">
              <a:extLst>
                <a:ext uri="{FF2B5EF4-FFF2-40B4-BE49-F238E27FC236}">
                  <a16:creationId xmlns:a16="http://schemas.microsoft.com/office/drawing/2014/main" id="{DE419544-7954-4BF4-B186-FEA37DC57F1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63" y="1329"/>
              <a:ext cx="111" cy="121"/>
            </a:xfrm>
            <a:custGeom>
              <a:avLst/>
              <a:gdLst>
                <a:gd name="T0" fmla="*/ 39 w 47"/>
                <a:gd name="T1" fmla="*/ 51 h 51"/>
                <a:gd name="T2" fmla="*/ 35 w 47"/>
                <a:gd name="T3" fmla="*/ 39 h 51"/>
                <a:gd name="T4" fmla="*/ 12 w 47"/>
                <a:gd name="T5" fmla="*/ 39 h 51"/>
                <a:gd name="T6" fmla="*/ 8 w 47"/>
                <a:gd name="T7" fmla="*/ 51 h 51"/>
                <a:gd name="T8" fmla="*/ 0 w 47"/>
                <a:gd name="T9" fmla="*/ 51 h 51"/>
                <a:gd name="T10" fmla="*/ 20 w 47"/>
                <a:gd name="T11" fmla="*/ 0 h 51"/>
                <a:gd name="T12" fmla="*/ 28 w 47"/>
                <a:gd name="T13" fmla="*/ 0 h 51"/>
                <a:gd name="T14" fmla="*/ 47 w 47"/>
                <a:gd name="T15" fmla="*/ 51 h 51"/>
                <a:gd name="T16" fmla="*/ 39 w 47"/>
                <a:gd name="T17" fmla="*/ 51 h 51"/>
                <a:gd name="T18" fmla="*/ 26 w 47"/>
                <a:gd name="T19" fmla="*/ 15 h 51"/>
                <a:gd name="T20" fmla="*/ 24 w 47"/>
                <a:gd name="T21" fmla="*/ 8 h 51"/>
                <a:gd name="T22" fmla="*/ 23 w 47"/>
                <a:gd name="T23" fmla="*/ 8 h 51"/>
                <a:gd name="T24" fmla="*/ 21 w 47"/>
                <a:gd name="T25" fmla="*/ 15 h 51"/>
                <a:gd name="T26" fmla="*/ 14 w 47"/>
                <a:gd name="T27" fmla="*/ 34 h 51"/>
                <a:gd name="T28" fmla="*/ 33 w 47"/>
                <a:gd name="T29" fmla="*/ 34 h 51"/>
                <a:gd name="T30" fmla="*/ 26 w 47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51">
                  <a:moveTo>
                    <a:pt x="39" y="51"/>
                  </a:moveTo>
                  <a:cubicBezTo>
                    <a:pt x="35" y="39"/>
                    <a:pt x="35" y="39"/>
                    <a:pt x="35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7" y="51"/>
                    <a:pt x="47" y="51"/>
                    <a:pt x="47" y="51"/>
                  </a:cubicBezTo>
                  <a:lnTo>
                    <a:pt x="39" y="51"/>
                  </a:lnTo>
                  <a:close/>
                  <a:moveTo>
                    <a:pt x="26" y="15"/>
                  </a:moveTo>
                  <a:cubicBezTo>
                    <a:pt x="25" y="12"/>
                    <a:pt x="24" y="10"/>
                    <a:pt x="24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10"/>
                    <a:pt x="22" y="12"/>
                    <a:pt x="21" y="15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4"/>
                    <a:pt x="33" y="34"/>
                    <a:pt x="33" y="34"/>
                  </a:cubicBezTo>
                  <a:lnTo>
                    <a:pt x="26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0" name="Freeform 57">
              <a:extLst>
                <a:ext uri="{FF2B5EF4-FFF2-40B4-BE49-F238E27FC236}">
                  <a16:creationId xmlns:a16="http://schemas.microsoft.com/office/drawing/2014/main" id="{88422FB1-B44E-4F3B-A9C1-F79C1A031A33}"/>
                </a:ext>
              </a:extLst>
            </p:cNvPr>
            <p:cNvSpPr>
              <a:spLocks/>
            </p:cNvSpPr>
            <p:nvPr/>
          </p:nvSpPr>
          <p:spPr bwMode="gray">
            <a:xfrm>
              <a:off x="3807" y="1329"/>
              <a:ext cx="62" cy="121"/>
            </a:xfrm>
            <a:custGeom>
              <a:avLst/>
              <a:gdLst>
                <a:gd name="T0" fmla="*/ 0 w 62"/>
                <a:gd name="T1" fmla="*/ 121 h 121"/>
                <a:gd name="T2" fmla="*/ 0 w 62"/>
                <a:gd name="T3" fmla="*/ 0 h 121"/>
                <a:gd name="T4" fmla="*/ 17 w 62"/>
                <a:gd name="T5" fmla="*/ 0 h 121"/>
                <a:gd name="T6" fmla="*/ 17 w 62"/>
                <a:gd name="T7" fmla="*/ 107 h 121"/>
                <a:gd name="T8" fmla="*/ 62 w 62"/>
                <a:gd name="T9" fmla="*/ 107 h 121"/>
                <a:gd name="T10" fmla="*/ 62 w 62"/>
                <a:gd name="T11" fmla="*/ 121 h 121"/>
                <a:gd name="T12" fmla="*/ 0 w 62"/>
                <a:gd name="T13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121">
                  <a:moveTo>
                    <a:pt x="0" y="121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107"/>
                  </a:lnTo>
                  <a:lnTo>
                    <a:pt x="62" y="107"/>
                  </a:lnTo>
                  <a:lnTo>
                    <a:pt x="62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1" name="Rectangle 58">
              <a:extLst>
                <a:ext uri="{FF2B5EF4-FFF2-40B4-BE49-F238E27FC236}">
                  <a16:creationId xmlns:a16="http://schemas.microsoft.com/office/drawing/2014/main" id="{FB539FC4-8A7E-42AA-9BDC-8DA9ECA8A0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78" y="1329"/>
              <a:ext cx="16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2" name="Freeform 59">
              <a:extLst>
                <a:ext uri="{FF2B5EF4-FFF2-40B4-BE49-F238E27FC236}">
                  <a16:creationId xmlns:a16="http://schemas.microsoft.com/office/drawing/2014/main" id="{C0E5B1DD-5385-4CE2-8A9E-4311B16B30E6}"/>
                </a:ext>
              </a:extLst>
            </p:cNvPr>
            <p:cNvSpPr>
              <a:spLocks/>
            </p:cNvSpPr>
            <p:nvPr/>
          </p:nvSpPr>
          <p:spPr bwMode="gray">
            <a:xfrm>
              <a:off x="4053" y="1329"/>
              <a:ext cx="100" cy="121"/>
            </a:xfrm>
            <a:custGeom>
              <a:avLst/>
              <a:gdLst>
                <a:gd name="T0" fmla="*/ 32 w 42"/>
                <a:gd name="T1" fmla="*/ 51 h 51"/>
                <a:gd name="T2" fmla="*/ 12 w 42"/>
                <a:gd name="T3" fmla="*/ 20 h 51"/>
                <a:gd name="T4" fmla="*/ 6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9 w 42"/>
                <a:gd name="T15" fmla="*/ 0 h 51"/>
                <a:gd name="T16" fmla="*/ 29 w 42"/>
                <a:gd name="T17" fmla="*/ 31 h 51"/>
                <a:gd name="T18" fmla="*/ 35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2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6" y="9"/>
                  </a:cubicBezTo>
                  <a:cubicBezTo>
                    <a:pt x="6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8"/>
                    <a:pt x="35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3" name="Freeform 60">
              <a:extLst>
                <a:ext uri="{FF2B5EF4-FFF2-40B4-BE49-F238E27FC236}">
                  <a16:creationId xmlns:a16="http://schemas.microsoft.com/office/drawing/2014/main" id="{5B8DCB9F-2A20-40F0-82CA-4CEF3A01948A}"/>
                </a:ext>
              </a:extLst>
            </p:cNvPr>
            <p:cNvSpPr>
              <a:spLocks/>
            </p:cNvSpPr>
            <p:nvPr/>
          </p:nvSpPr>
          <p:spPr bwMode="gray">
            <a:xfrm>
              <a:off x="4195" y="1326"/>
              <a:ext cx="105" cy="126"/>
            </a:xfrm>
            <a:custGeom>
              <a:avLst/>
              <a:gdLst>
                <a:gd name="T0" fmla="*/ 26 w 44"/>
                <a:gd name="T1" fmla="*/ 53 h 53"/>
                <a:gd name="T2" fmla="*/ 0 w 44"/>
                <a:gd name="T3" fmla="*/ 28 h 53"/>
                <a:gd name="T4" fmla="*/ 29 w 44"/>
                <a:gd name="T5" fmla="*/ 0 h 53"/>
                <a:gd name="T6" fmla="*/ 43 w 44"/>
                <a:gd name="T7" fmla="*/ 3 h 53"/>
                <a:gd name="T8" fmla="*/ 42 w 44"/>
                <a:gd name="T9" fmla="*/ 9 h 53"/>
                <a:gd name="T10" fmla="*/ 28 w 44"/>
                <a:gd name="T11" fmla="*/ 6 h 53"/>
                <a:gd name="T12" fmla="*/ 8 w 44"/>
                <a:gd name="T13" fmla="*/ 27 h 53"/>
                <a:gd name="T14" fmla="*/ 27 w 44"/>
                <a:gd name="T15" fmla="*/ 47 h 53"/>
                <a:gd name="T16" fmla="*/ 37 w 44"/>
                <a:gd name="T17" fmla="*/ 46 h 53"/>
                <a:gd name="T18" fmla="*/ 37 w 44"/>
                <a:gd name="T19" fmla="*/ 26 h 53"/>
                <a:gd name="T20" fmla="*/ 44 w 44"/>
                <a:gd name="T21" fmla="*/ 26 h 53"/>
                <a:gd name="T22" fmla="*/ 44 w 44"/>
                <a:gd name="T23" fmla="*/ 50 h 53"/>
                <a:gd name="T24" fmla="*/ 26 w 44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53">
                  <a:moveTo>
                    <a:pt x="26" y="53"/>
                  </a:moveTo>
                  <a:cubicBezTo>
                    <a:pt x="10" y="53"/>
                    <a:pt x="0" y="44"/>
                    <a:pt x="0" y="28"/>
                  </a:cubicBezTo>
                  <a:cubicBezTo>
                    <a:pt x="0" y="12"/>
                    <a:pt x="11" y="0"/>
                    <a:pt x="29" y="0"/>
                  </a:cubicBezTo>
                  <a:cubicBezTo>
                    <a:pt x="34" y="0"/>
                    <a:pt x="39" y="1"/>
                    <a:pt x="43" y="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7" y="7"/>
                    <a:pt x="33" y="6"/>
                    <a:pt x="28" y="6"/>
                  </a:cubicBezTo>
                  <a:cubicBezTo>
                    <a:pt x="17" y="6"/>
                    <a:pt x="8" y="13"/>
                    <a:pt x="8" y="27"/>
                  </a:cubicBezTo>
                  <a:cubicBezTo>
                    <a:pt x="8" y="40"/>
                    <a:pt x="16" y="47"/>
                    <a:pt x="27" y="47"/>
                  </a:cubicBezTo>
                  <a:cubicBezTo>
                    <a:pt x="31" y="47"/>
                    <a:pt x="34" y="46"/>
                    <a:pt x="37" y="4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39" y="52"/>
                    <a:pt x="32" y="53"/>
                    <a:pt x="26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4" name="Freeform 61">
              <a:extLst>
                <a:ext uri="{FF2B5EF4-FFF2-40B4-BE49-F238E27FC236}">
                  <a16:creationId xmlns:a16="http://schemas.microsoft.com/office/drawing/2014/main" id="{ECDCF566-7B41-4DFF-88DE-E6C74491899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349" y="1329"/>
              <a:ext cx="81" cy="121"/>
            </a:xfrm>
            <a:custGeom>
              <a:avLst/>
              <a:gdLst>
                <a:gd name="T0" fmla="*/ 25 w 34"/>
                <a:gd name="T1" fmla="*/ 51 h 51"/>
                <a:gd name="T2" fmla="*/ 8 w 34"/>
                <a:gd name="T3" fmla="*/ 28 h 51"/>
                <a:gd name="T4" fmla="*/ 7 w 34"/>
                <a:gd name="T5" fmla="*/ 28 h 51"/>
                <a:gd name="T6" fmla="*/ 7 w 34"/>
                <a:gd name="T7" fmla="*/ 51 h 51"/>
                <a:gd name="T8" fmla="*/ 0 w 34"/>
                <a:gd name="T9" fmla="*/ 51 h 51"/>
                <a:gd name="T10" fmla="*/ 0 w 34"/>
                <a:gd name="T11" fmla="*/ 0 h 51"/>
                <a:gd name="T12" fmla="*/ 13 w 34"/>
                <a:gd name="T13" fmla="*/ 0 h 51"/>
                <a:gd name="T14" fmla="*/ 31 w 34"/>
                <a:gd name="T15" fmla="*/ 13 h 51"/>
                <a:gd name="T16" fmla="*/ 15 w 34"/>
                <a:gd name="T17" fmla="*/ 28 h 51"/>
                <a:gd name="T18" fmla="*/ 20 w 34"/>
                <a:gd name="T19" fmla="*/ 33 h 51"/>
                <a:gd name="T20" fmla="*/ 34 w 34"/>
                <a:gd name="T21" fmla="*/ 51 h 51"/>
                <a:gd name="T22" fmla="*/ 25 w 34"/>
                <a:gd name="T23" fmla="*/ 51 h 51"/>
                <a:gd name="T24" fmla="*/ 11 w 34"/>
                <a:gd name="T25" fmla="*/ 5 h 51"/>
                <a:gd name="T26" fmla="*/ 7 w 34"/>
                <a:gd name="T27" fmla="*/ 6 h 51"/>
                <a:gd name="T28" fmla="*/ 7 w 34"/>
                <a:gd name="T29" fmla="*/ 23 h 51"/>
                <a:gd name="T30" fmla="*/ 11 w 34"/>
                <a:gd name="T31" fmla="*/ 23 h 51"/>
                <a:gd name="T32" fmla="*/ 23 w 34"/>
                <a:gd name="T33" fmla="*/ 14 h 51"/>
                <a:gd name="T34" fmla="*/ 11 w 34"/>
                <a:gd name="T35" fmla="*/ 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1">
                  <a:moveTo>
                    <a:pt x="25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7" y="0"/>
                    <a:pt x="13" y="0"/>
                  </a:cubicBezTo>
                  <a:cubicBezTo>
                    <a:pt x="23" y="0"/>
                    <a:pt x="31" y="3"/>
                    <a:pt x="31" y="13"/>
                  </a:cubicBezTo>
                  <a:cubicBezTo>
                    <a:pt x="31" y="22"/>
                    <a:pt x="24" y="27"/>
                    <a:pt x="15" y="28"/>
                  </a:cubicBezTo>
                  <a:cubicBezTo>
                    <a:pt x="17" y="29"/>
                    <a:pt x="18" y="31"/>
                    <a:pt x="20" y="33"/>
                  </a:cubicBezTo>
                  <a:cubicBezTo>
                    <a:pt x="34" y="51"/>
                    <a:pt x="34" y="51"/>
                    <a:pt x="34" y="51"/>
                  </a:cubicBezTo>
                  <a:lnTo>
                    <a:pt x="25" y="51"/>
                  </a:lnTo>
                  <a:close/>
                  <a:moveTo>
                    <a:pt x="11" y="5"/>
                  </a:moveTo>
                  <a:cubicBezTo>
                    <a:pt x="10" y="5"/>
                    <a:pt x="8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9" y="23"/>
                    <a:pt x="11" y="23"/>
                  </a:cubicBezTo>
                  <a:cubicBezTo>
                    <a:pt x="19" y="23"/>
                    <a:pt x="23" y="20"/>
                    <a:pt x="23" y="14"/>
                  </a:cubicBezTo>
                  <a:cubicBezTo>
                    <a:pt x="23" y="8"/>
                    <a:pt x="19" y="5"/>
                    <a:pt x="11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5" name="Freeform 62">
              <a:extLst>
                <a:ext uri="{FF2B5EF4-FFF2-40B4-BE49-F238E27FC236}">
                  <a16:creationId xmlns:a16="http://schemas.microsoft.com/office/drawing/2014/main" id="{4F029FC5-A4EF-495E-8EDE-46A3303B3050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" y="1329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6" name="Freeform 63">
              <a:extLst>
                <a:ext uri="{FF2B5EF4-FFF2-40B4-BE49-F238E27FC236}">
                  <a16:creationId xmlns:a16="http://schemas.microsoft.com/office/drawing/2014/main" id="{84AC118C-EC32-4EA8-A621-821491C30A0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576" y="1329"/>
              <a:ext cx="100" cy="123"/>
            </a:xfrm>
            <a:custGeom>
              <a:avLst/>
              <a:gdLst>
                <a:gd name="T0" fmla="*/ 13 w 42"/>
                <a:gd name="T1" fmla="*/ 52 h 52"/>
                <a:gd name="T2" fmla="*/ 0 w 42"/>
                <a:gd name="T3" fmla="*/ 51 h 52"/>
                <a:gd name="T4" fmla="*/ 0 w 42"/>
                <a:gd name="T5" fmla="*/ 0 h 52"/>
                <a:gd name="T6" fmla="*/ 15 w 42"/>
                <a:gd name="T7" fmla="*/ 0 h 52"/>
                <a:gd name="T8" fmla="*/ 42 w 42"/>
                <a:gd name="T9" fmla="*/ 25 h 52"/>
                <a:gd name="T10" fmla="*/ 13 w 42"/>
                <a:gd name="T11" fmla="*/ 52 h 52"/>
                <a:gd name="T12" fmla="*/ 15 w 42"/>
                <a:gd name="T13" fmla="*/ 6 h 52"/>
                <a:gd name="T14" fmla="*/ 7 w 42"/>
                <a:gd name="T15" fmla="*/ 6 h 52"/>
                <a:gd name="T16" fmla="*/ 7 w 42"/>
                <a:gd name="T17" fmla="*/ 45 h 52"/>
                <a:gd name="T18" fmla="*/ 14 w 42"/>
                <a:gd name="T19" fmla="*/ 46 h 52"/>
                <a:gd name="T20" fmla="*/ 35 w 42"/>
                <a:gd name="T21" fmla="*/ 26 h 52"/>
                <a:gd name="T22" fmla="*/ 15 w 42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52">
                  <a:moveTo>
                    <a:pt x="13" y="52"/>
                  </a:moveTo>
                  <a:cubicBezTo>
                    <a:pt x="8" y="52"/>
                    <a:pt x="3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10" y="0"/>
                    <a:pt x="15" y="0"/>
                  </a:cubicBezTo>
                  <a:cubicBezTo>
                    <a:pt x="32" y="0"/>
                    <a:pt x="42" y="8"/>
                    <a:pt x="42" y="25"/>
                  </a:cubicBezTo>
                  <a:cubicBezTo>
                    <a:pt x="42" y="43"/>
                    <a:pt x="30" y="52"/>
                    <a:pt x="13" y="52"/>
                  </a:cubicBezTo>
                  <a:close/>
                  <a:moveTo>
                    <a:pt x="15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9" y="46"/>
                    <a:pt x="12" y="46"/>
                    <a:pt x="14" y="46"/>
                  </a:cubicBezTo>
                  <a:cubicBezTo>
                    <a:pt x="26" y="46"/>
                    <a:pt x="35" y="40"/>
                    <a:pt x="35" y="26"/>
                  </a:cubicBezTo>
                  <a:cubicBezTo>
                    <a:pt x="35" y="13"/>
                    <a:pt x="28" y="6"/>
                    <a:pt x="15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7" name="Rectangle 64">
              <a:extLst>
                <a:ext uri="{FF2B5EF4-FFF2-40B4-BE49-F238E27FC236}">
                  <a16:creationId xmlns:a16="http://schemas.microsoft.com/office/drawing/2014/main" id="{F5EC05AE-B9AB-466C-9C84-B3EA2232E5C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718" y="1329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3DD47D0E-165C-46D7-9188-E1138A49E262}"/>
                </a:ext>
              </a:extLst>
            </p:cNvPr>
            <p:cNvSpPr>
              <a:spLocks/>
            </p:cNvSpPr>
            <p:nvPr/>
          </p:nvSpPr>
          <p:spPr bwMode="gray">
            <a:xfrm>
              <a:off x="4789" y="1329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9" name="Freeform 66">
              <a:extLst>
                <a:ext uri="{FF2B5EF4-FFF2-40B4-BE49-F238E27FC236}">
                  <a16:creationId xmlns:a16="http://schemas.microsoft.com/office/drawing/2014/main" id="{E59DF623-F25C-476C-B483-EF34D315FA42}"/>
                </a:ext>
              </a:extLst>
            </p:cNvPr>
            <p:cNvSpPr>
              <a:spLocks/>
            </p:cNvSpPr>
            <p:nvPr/>
          </p:nvSpPr>
          <p:spPr bwMode="gray">
            <a:xfrm>
              <a:off x="4898" y="1329"/>
              <a:ext cx="99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20 h 51"/>
                <a:gd name="T4" fmla="*/ 7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29 w 42"/>
                <a:gd name="T17" fmla="*/ 31 h 51"/>
                <a:gd name="T18" fmla="*/ 36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2" y="35"/>
                    <a:pt x="34" y="38"/>
                    <a:pt x="36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0" name="Freeform 67">
              <a:extLst>
                <a:ext uri="{FF2B5EF4-FFF2-40B4-BE49-F238E27FC236}">
                  <a16:creationId xmlns:a16="http://schemas.microsoft.com/office/drawing/2014/main" id="{E5C6A0D7-539F-434E-BCCD-C127A0392603}"/>
                </a:ext>
              </a:extLst>
            </p:cNvPr>
            <p:cNvSpPr>
              <a:spLocks/>
            </p:cNvSpPr>
            <p:nvPr/>
          </p:nvSpPr>
          <p:spPr bwMode="gray">
            <a:xfrm>
              <a:off x="5031" y="1329"/>
              <a:ext cx="89" cy="121"/>
            </a:xfrm>
            <a:custGeom>
              <a:avLst/>
              <a:gdLst>
                <a:gd name="T0" fmla="*/ 54 w 89"/>
                <a:gd name="T1" fmla="*/ 14 h 121"/>
                <a:gd name="T2" fmla="*/ 54 w 89"/>
                <a:gd name="T3" fmla="*/ 121 h 121"/>
                <a:gd name="T4" fmla="*/ 35 w 89"/>
                <a:gd name="T5" fmla="*/ 121 h 121"/>
                <a:gd name="T6" fmla="*/ 35 w 89"/>
                <a:gd name="T7" fmla="*/ 14 h 121"/>
                <a:gd name="T8" fmla="*/ 0 w 89"/>
                <a:gd name="T9" fmla="*/ 14 h 121"/>
                <a:gd name="T10" fmla="*/ 0 w 89"/>
                <a:gd name="T11" fmla="*/ 0 h 121"/>
                <a:gd name="T12" fmla="*/ 89 w 89"/>
                <a:gd name="T13" fmla="*/ 0 h 121"/>
                <a:gd name="T14" fmla="*/ 89 w 89"/>
                <a:gd name="T15" fmla="*/ 14 h 121"/>
                <a:gd name="T16" fmla="*/ 54 w 89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121">
                  <a:moveTo>
                    <a:pt x="54" y="14"/>
                  </a:moveTo>
                  <a:lnTo>
                    <a:pt x="54" y="121"/>
                  </a:lnTo>
                  <a:lnTo>
                    <a:pt x="35" y="121"/>
                  </a:lnTo>
                  <a:lnTo>
                    <a:pt x="35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9" y="0"/>
                  </a:lnTo>
                  <a:lnTo>
                    <a:pt x="89" y="14"/>
                  </a:lnTo>
                  <a:lnTo>
                    <a:pt x="54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1" name="Freeform 68">
              <a:extLst>
                <a:ext uri="{FF2B5EF4-FFF2-40B4-BE49-F238E27FC236}">
                  <a16:creationId xmlns:a16="http://schemas.microsoft.com/office/drawing/2014/main" id="{AB7BC67D-F9F8-4D1A-9C5B-C1D3045D2B5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39" y="1326"/>
              <a:ext cx="76" cy="126"/>
            </a:xfrm>
            <a:custGeom>
              <a:avLst/>
              <a:gdLst>
                <a:gd name="T0" fmla="*/ 12 w 32"/>
                <a:gd name="T1" fmla="*/ 53 h 53"/>
                <a:gd name="T2" fmla="*/ 0 w 32"/>
                <a:gd name="T3" fmla="*/ 52 h 53"/>
                <a:gd name="T4" fmla="*/ 1 w 32"/>
                <a:gd name="T5" fmla="*/ 45 h 53"/>
                <a:gd name="T6" fmla="*/ 12 w 32"/>
                <a:gd name="T7" fmla="*/ 47 h 53"/>
                <a:gd name="T8" fmla="*/ 24 w 32"/>
                <a:gd name="T9" fmla="*/ 38 h 53"/>
                <a:gd name="T10" fmla="*/ 0 w 32"/>
                <a:gd name="T11" fmla="*/ 15 h 53"/>
                <a:gd name="T12" fmla="*/ 18 w 32"/>
                <a:gd name="T13" fmla="*/ 0 h 53"/>
                <a:gd name="T14" fmla="*/ 28 w 32"/>
                <a:gd name="T15" fmla="*/ 1 h 53"/>
                <a:gd name="T16" fmla="*/ 27 w 32"/>
                <a:gd name="T17" fmla="*/ 8 h 53"/>
                <a:gd name="T18" fmla="*/ 18 w 32"/>
                <a:gd name="T19" fmla="*/ 6 h 53"/>
                <a:gd name="T20" fmla="*/ 7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3"/>
                    <a:pt x="0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9" y="47"/>
                    <a:pt x="12" y="47"/>
                  </a:cubicBezTo>
                  <a:cubicBezTo>
                    <a:pt x="19" y="47"/>
                    <a:pt x="24" y="45"/>
                    <a:pt x="24" y="38"/>
                  </a:cubicBezTo>
                  <a:cubicBezTo>
                    <a:pt x="24" y="27"/>
                    <a:pt x="0" y="31"/>
                    <a:pt x="0" y="15"/>
                  </a:cubicBezTo>
                  <a:cubicBezTo>
                    <a:pt x="0" y="6"/>
                    <a:pt x="7" y="0"/>
                    <a:pt x="18" y="0"/>
                  </a:cubicBezTo>
                  <a:cubicBezTo>
                    <a:pt x="22" y="0"/>
                    <a:pt x="25" y="1"/>
                    <a:pt x="28" y="1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4" y="7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2" y="21"/>
                    <a:pt x="32" y="37"/>
                  </a:cubicBezTo>
                  <a:cubicBezTo>
                    <a:pt x="32" y="47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2" name="Rectangle 69">
              <a:extLst>
                <a:ext uri="{FF2B5EF4-FFF2-40B4-BE49-F238E27FC236}">
                  <a16:creationId xmlns:a16="http://schemas.microsoft.com/office/drawing/2014/main" id="{15AD0158-68EA-40B6-8BDD-92867738960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48" y="1562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3" name="Freeform 70">
              <a:extLst>
                <a:ext uri="{FF2B5EF4-FFF2-40B4-BE49-F238E27FC236}">
                  <a16:creationId xmlns:a16="http://schemas.microsoft.com/office/drawing/2014/main" id="{E54FE512-F321-4F6E-85B4-9D8DD26B9BFE}"/>
                </a:ext>
              </a:extLst>
            </p:cNvPr>
            <p:cNvSpPr>
              <a:spLocks/>
            </p:cNvSpPr>
            <p:nvPr/>
          </p:nvSpPr>
          <p:spPr bwMode="gray">
            <a:xfrm>
              <a:off x="3121" y="1562"/>
              <a:ext cx="100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19 h 51"/>
                <a:gd name="T4" fmla="*/ 7 w 42"/>
                <a:gd name="T5" fmla="*/ 8 h 51"/>
                <a:gd name="T6" fmla="*/ 7 w 42"/>
                <a:gd name="T7" fmla="*/ 34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29 w 42"/>
                <a:gd name="T17" fmla="*/ 30 h 51"/>
                <a:gd name="T18" fmla="*/ 36 w 42"/>
                <a:gd name="T19" fmla="*/ 42 h 51"/>
                <a:gd name="T20" fmla="*/ 35 w 42"/>
                <a:gd name="T21" fmla="*/ 14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19"/>
                    <a:pt x="13" y="19"/>
                    <a:pt x="13" y="19"/>
                  </a:cubicBezTo>
                  <a:cubicBezTo>
                    <a:pt x="10" y="15"/>
                    <a:pt x="8" y="12"/>
                    <a:pt x="7" y="8"/>
                  </a:cubicBezTo>
                  <a:cubicBezTo>
                    <a:pt x="7" y="14"/>
                    <a:pt x="7" y="26"/>
                    <a:pt x="7" y="34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32" y="34"/>
                    <a:pt x="34" y="38"/>
                    <a:pt x="36" y="42"/>
                  </a:cubicBezTo>
                  <a:cubicBezTo>
                    <a:pt x="36" y="35"/>
                    <a:pt x="35" y="23"/>
                    <a:pt x="35" y="14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4" name="Freeform 71">
              <a:extLst>
                <a:ext uri="{FF2B5EF4-FFF2-40B4-BE49-F238E27FC236}">
                  <a16:creationId xmlns:a16="http://schemas.microsoft.com/office/drawing/2014/main" id="{AE5D0EFF-19A9-4CFC-95A1-4900D34D11E1}"/>
                </a:ext>
              </a:extLst>
            </p:cNvPr>
            <p:cNvSpPr>
              <a:spLocks/>
            </p:cNvSpPr>
            <p:nvPr/>
          </p:nvSpPr>
          <p:spPr bwMode="gray">
            <a:xfrm>
              <a:off x="3270" y="1559"/>
              <a:ext cx="102" cy="127"/>
            </a:xfrm>
            <a:custGeom>
              <a:avLst/>
              <a:gdLst>
                <a:gd name="T0" fmla="*/ 26 w 43"/>
                <a:gd name="T1" fmla="*/ 53 h 53"/>
                <a:gd name="T2" fmla="*/ 0 w 43"/>
                <a:gd name="T3" fmla="*/ 27 h 53"/>
                <a:gd name="T4" fmla="*/ 28 w 43"/>
                <a:gd name="T5" fmla="*/ 0 h 53"/>
                <a:gd name="T6" fmla="*/ 43 w 43"/>
                <a:gd name="T7" fmla="*/ 2 h 53"/>
                <a:gd name="T8" fmla="*/ 41 w 43"/>
                <a:gd name="T9" fmla="*/ 8 h 53"/>
                <a:gd name="T10" fmla="*/ 27 w 43"/>
                <a:gd name="T11" fmla="*/ 6 h 53"/>
                <a:gd name="T12" fmla="*/ 7 w 43"/>
                <a:gd name="T13" fmla="*/ 26 h 53"/>
                <a:gd name="T14" fmla="*/ 27 w 43"/>
                <a:gd name="T15" fmla="*/ 47 h 53"/>
                <a:gd name="T16" fmla="*/ 36 w 43"/>
                <a:gd name="T17" fmla="*/ 45 h 53"/>
                <a:gd name="T18" fmla="*/ 36 w 43"/>
                <a:gd name="T19" fmla="*/ 26 h 53"/>
                <a:gd name="T20" fmla="*/ 43 w 43"/>
                <a:gd name="T21" fmla="*/ 26 h 53"/>
                <a:gd name="T22" fmla="*/ 43 w 43"/>
                <a:gd name="T23" fmla="*/ 50 h 53"/>
                <a:gd name="T24" fmla="*/ 26 w 43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53">
                  <a:moveTo>
                    <a:pt x="26" y="53"/>
                  </a:moveTo>
                  <a:cubicBezTo>
                    <a:pt x="10" y="53"/>
                    <a:pt x="0" y="43"/>
                    <a:pt x="0" y="27"/>
                  </a:cubicBezTo>
                  <a:cubicBezTo>
                    <a:pt x="0" y="12"/>
                    <a:pt x="10" y="0"/>
                    <a:pt x="28" y="0"/>
                  </a:cubicBezTo>
                  <a:cubicBezTo>
                    <a:pt x="33" y="0"/>
                    <a:pt x="38" y="1"/>
                    <a:pt x="43" y="2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37" y="7"/>
                    <a:pt x="32" y="6"/>
                    <a:pt x="27" y="6"/>
                  </a:cubicBezTo>
                  <a:cubicBezTo>
                    <a:pt x="16" y="6"/>
                    <a:pt x="7" y="13"/>
                    <a:pt x="7" y="26"/>
                  </a:cubicBezTo>
                  <a:cubicBezTo>
                    <a:pt x="7" y="39"/>
                    <a:pt x="15" y="47"/>
                    <a:pt x="27" y="47"/>
                  </a:cubicBezTo>
                  <a:cubicBezTo>
                    <a:pt x="30" y="47"/>
                    <a:pt x="33" y="46"/>
                    <a:pt x="36" y="4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38" y="52"/>
                    <a:pt x="32" y="53"/>
                    <a:pt x="26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5" name="Freeform 72">
              <a:extLst>
                <a:ext uri="{FF2B5EF4-FFF2-40B4-BE49-F238E27FC236}">
                  <a16:creationId xmlns:a16="http://schemas.microsoft.com/office/drawing/2014/main" id="{D7C3BDB7-AB8C-4C21-A6F0-1107939BE3E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431" y="1559"/>
              <a:ext cx="81" cy="124"/>
            </a:xfrm>
            <a:custGeom>
              <a:avLst/>
              <a:gdLst>
                <a:gd name="T0" fmla="*/ 25 w 34"/>
                <a:gd name="T1" fmla="*/ 52 h 52"/>
                <a:gd name="T2" fmla="*/ 8 w 34"/>
                <a:gd name="T3" fmla="*/ 29 h 52"/>
                <a:gd name="T4" fmla="*/ 7 w 34"/>
                <a:gd name="T5" fmla="*/ 29 h 52"/>
                <a:gd name="T6" fmla="*/ 7 w 34"/>
                <a:gd name="T7" fmla="*/ 52 h 52"/>
                <a:gd name="T8" fmla="*/ 0 w 34"/>
                <a:gd name="T9" fmla="*/ 52 h 52"/>
                <a:gd name="T10" fmla="*/ 0 w 34"/>
                <a:gd name="T11" fmla="*/ 1 h 52"/>
                <a:gd name="T12" fmla="*/ 13 w 34"/>
                <a:gd name="T13" fmla="*/ 0 h 52"/>
                <a:gd name="T14" fmla="*/ 31 w 34"/>
                <a:gd name="T15" fmla="*/ 14 h 52"/>
                <a:gd name="T16" fmla="*/ 16 w 34"/>
                <a:gd name="T17" fmla="*/ 28 h 52"/>
                <a:gd name="T18" fmla="*/ 20 w 34"/>
                <a:gd name="T19" fmla="*/ 34 h 52"/>
                <a:gd name="T20" fmla="*/ 34 w 34"/>
                <a:gd name="T21" fmla="*/ 52 h 52"/>
                <a:gd name="T22" fmla="*/ 25 w 34"/>
                <a:gd name="T23" fmla="*/ 52 h 52"/>
                <a:gd name="T24" fmla="*/ 12 w 34"/>
                <a:gd name="T25" fmla="*/ 6 h 52"/>
                <a:gd name="T26" fmla="*/ 7 w 34"/>
                <a:gd name="T27" fmla="*/ 6 h 52"/>
                <a:gd name="T28" fmla="*/ 7 w 34"/>
                <a:gd name="T29" fmla="*/ 24 h 52"/>
                <a:gd name="T30" fmla="*/ 12 w 34"/>
                <a:gd name="T31" fmla="*/ 24 h 52"/>
                <a:gd name="T32" fmla="*/ 24 w 34"/>
                <a:gd name="T33" fmla="*/ 15 h 52"/>
                <a:gd name="T34" fmla="*/ 12 w 34"/>
                <a:gd name="T35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2">
                  <a:moveTo>
                    <a:pt x="25" y="52"/>
                  </a:moveTo>
                  <a:cubicBezTo>
                    <a:pt x="8" y="29"/>
                    <a:pt x="8" y="29"/>
                    <a:pt x="8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0"/>
                    <a:pt x="7" y="0"/>
                    <a:pt x="13" y="0"/>
                  </a:cubicBezTo>
                  <a:cubicBezTo>
                    <a:pt x="24" y="0"/>
                    <a:pt x="31" y="4"/>
                    <a:pt x="31" y="14"/>
                  </a:cubicBezTo>
                  <a:cubicBezTo>
                    <a:pt x="31" y="22"/>
                    <a:pt x="24" y="28"/>
                    <a:pt x="16" y="28"/>
                  </a:cubicBezTo>
                  <a:cubicBezTo>
                    <a:pt x="17" y="30"/>
                    <a:pt x="19" y="32"/>
                    <a:pt x="20" y="34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25" y="52"/>
                  </a:lnTo>
                  <a:close/>
                  <a:moveTo>
                    <a:pt x="12" y="6"/>
                  </a:moveTo>
                  <a:cubicBezTo>
                    <a:pt x="10" y="6"/>
                    <a:pt x="8" y="6"/>
                    <a:pt x="7" y="6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8" y="24"/>
                    <a:pt x="9" y="24"/>
                    <a:pt x="12" y="24"/>
                  </a:cubicBezTo>
                  <a:cubicBezTo>
                    <a:pt x="19" y="24"/>
                    <a:pt x="24" y="20"/>
                    <a:pt x="24" y="15"/>
                  </a:cubicBezTo>
                  <a:cubicBezTo>
                    <a:pt x="24" y="8"/>
                    <a:pt x="20" y="6"/>
                    <a:pt x="12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6" name="Freeform 73">
              <a:extLst>
                <a:ext uri="{FF2B5EF4-FFF2-40B4-BE49-F238E27FC236}">
                  <a16:creationId xmlns:a16="http://schemas.microsoft.com/office/drawing/2014/main" id="{99E4770C-A68E-4D50-85BD-0C48F739D4CA}"/>
                </a:ext>
              </a:extLst>
            </p:cNvPr>
            <p:cNvSpPr>
              <a:spLocks/>
            </p:cNvSpPr>
            <p:nvPr/>
          </p:nvSpPr>
          <p:spPr bwMode="gray">
            <a:xfrm>
              <a:off x="3557" y="1562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2 h 121"/>
                <a:gd name="T8" fmla="*/ 16 w 64"/>
                <a:gd name="T9" fmla="*/ 12 h 121"/>
                <a:gd name="T10" fmla="*/ 16 w 64"/>
                <a:gd name="T11" fmla="*/ 52 h 121"/>
                <a:gd name="T12" fmla="*/ 61 w 64"/>
                <a:gd name="T13" fmla="*/ 52 h 121"/>
                <a:gd name="T14" fmla="*/ 61 w 64"/>
                <a:gd name="T15" fmla="*/ 64 h 121"/>
                <a:gd name="T16" fmla="*/ 16 w 64"/>
                <a:gd name="T17" fmla="*/ 64 h 121"/>
                <a:gd name="T18" fmla="*/ 16 w 64"/>
                <a:gd name="T19" fmla="*/ 107 h 121"/>
                <a:gd name="T20" fmla="*/ 64 w 64"/>
                <a:gd name="T21" fmla="*/ 107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2"/>
                  </a:lnTo>
                  <a:lnTo>
                    <a:pt x="16" y="12"/>
                  </a:lnTo>
                  <a:lnTo>
                    <a:pt x="16" y="52"/>
                  </a:lnTo>
                  <a:lnTo>
                    <a:pt x="61" y="52"/>
                  </a:lnTo>
                  <a:lnTo>
                    <a:pt x="61" y="64"/>
                  </a:lnTo>
                  <a:lnTo>
                    <a:pt x="16" y="64"/>
                  </a:lnTo>
                  <a:lnTo>
                    <a:pt x="16" y="107"/>
                  </a:lnTo>
                  <a:lnTo>
                    <a:pt x="64" y="107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7" name="Freeform 74">
              <a:extLst>
                <a:ext uri="{FF2B5EF4-FFF2-40B4-BE49-F238E27FC236}">
                  <a16:creationId xmlns:a16="http://schemas.microsoft.com/office/drawing/2014/main" id="{A8C24177-FA2C-40D1-B46E-3EE292084D7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75" y="1559"/>
              <a:ext cx="102" cy="124"/>
            </a:xfrm>
            <a:custGeom>
              <a:avLst/>
              <a:gdLst>
                <a:gd name="T0" fmla="*/ 13 w 43"/>
                <a:gd name="T1" fmla="*/ 52 h 52"/>
                <a:gd name="T2" fmla="*/ 0 w 43"/>
                <a:gd name="T3" fmla="*/ 52 h 52"/>
                <a:gd name="T4" fmla="*/ 0 w 43"/>
                <a:gd name="T5" fmla="*/ 1 h 52"/>
                <a:gd name="T6" fmla="*/ 16 w 43"/>
                <a:gd name="T7" fmla="*/ 0 h 52"/>
                <a:gd name="T8" fmla="*/ 43 w 43"/>
                <a:gd name="T9" fmla="*/ 26 h 52"/>
                <a:gd name="T10" fmla="*/ 13 w 43"/>
                <a:gd name="T11" fmla="*/ 52 h 52"/>
                <a:gd name="T12" fmla="*/ 15 w 43"/>
                <a:gd name="T13" fmla="*/ 6 h 52"/>
                <a:gd name="T14" fmla="*/ 7 w 43"/>
                <a:gd name="T15" fmla="*/ 6 h 52"/>
                <a:gd name="T16" fmla="*/ 7 w 43"/>
                <a:gd name="T17" fmla="*/ 46 h 52"/>
                <a:gd name="T18" fmla="*/ 14 w 43"/>
                <a:gd name="T19" fmla="*/ 46 h 52"/>
                <a:gd name="T20" fmla="*/ 35 w 43"/>
                <a:gd name="T21" fmla="*/ 26 h 52"/>
                <a:gd name="T22" fmla="*/ 15 w 43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52">
                  <a:moveTo>
                    <a:pt x="13" y="52"/>
                  </a:moveTo>
                  <a:cubicBezTo>
                    <a:pt x="8" y="52"/>
                    <a:pt x="4" y="52"/>
                    <a:pt x="0" y="5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10" y="0"/>
                    <a:pt x="16" y="0"/>
                  </a:cubicBezTo>
                  <a:cubicBezTo>
                    <a:pt x="33" y="0"/>
                    <a:pt x="43" y="8"/>
                    <a:pt x="43" y="26"/>
                  </a:cubicBezTo>
                  <a:cubicBezTo>
                    <a:pt x="43" y="43"/>
                    <a:pt x="31" y="52"/>
                    <a:pt x="13" y="52"/>
                  </a:cubicBezTo>
                  <a:close/>
                  <a:moveTo>
                    <a:pt x="15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9" y="46"/>
                    <a:pt x="12" y="46"/>
                    <a:pt x="14" y="46"/>
                  </a:cubicBezTo>
                  <a:cubicBezTo>
                    <a:pt x="26" y="46"/>
                    <a:pt x="35" y="40"/>
                    <a:pt x="35" y="26"/>
                  </a:cubicBezTo>
                  <a:cubicBezTo>
                    <a:pt x="35" y="13"/>
                    <a:pt x="29" y="6"/>
                    <a:pt x="15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D49FB96C-0634-4EC3-8812-4D1C84AC0F5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24" y="1562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9" name="Freeform 76">
              <a:extLst>
                <a:ext uri="{FF2B5EF4-FFF2-40B4-BE49-F238E27FC236}">
                  <a16:creationId xmlns:a16="http://schemas.microsoft.com/office/drawing/2014/main" id="{9C6C0740-8272-4B74-AE46-F12536EB10A9}"/>
                </a:ext>
              </a:extLst>
            </p:cNvPr>
            <p:cNvSpPr>
              <a:spLocks/>
            </p:cNvSpPr>
            <p:nvPr/>
          </p:nvSpPr>
          <p:spPr bwMode="gray">
            <a:xfrm>
              <a:off x="3907" y="1562"/>
              <a:ext cx="66" cy="121"/>
            </a:xfrm>
            <a:custGeom>
              <a:avLst/>
              <a:gdLst>
                <a:gd name="T0" fmla="*/ 0 w 66"/>
                <a:gd name="T1" fmla="*/ 121 h 121"/>
                <a:gd name="T2" fmla="*/ 0 w 66"/>
                <a:gd name="T3" fmla="*/ 0 h 121"/>
                <a:gd name="T4" fmla="*/ 66 w 66"/>
                <a:gd name="T5" fmla="*/ 0 h 121"/>
                <a:gd name="T6" fmla="*/ 66 w 66"/>
                <a:gd name="T7" fmla="*/ 12 h 121"/>
                <a:gd name="T8" fmla="*/ 19 w 66"/>
                <a:gd name="T9" fmla="*/ 12 h 121"/>
                <a:gd name="T10" fmla="*/ 19 w 66"/>
                <a:gd name="T11" fmla="*/ 52 h 121"/>
                <a:gd name="T12" fmla="*/ 64 w 66"/>
                <a:gd name="T13" fmla="*/ 52 h 121"/>
                <a:gd name="T14" fmla="*/ 64 w 66"/>
                <a:gd name="T15" fmla="*/ 64 h 121"/>
                <a:gd name="T16" fmla="*/ 19 w 66"/>
                <a:gd name="T17" fmla="*/ 64 h 121"/>
                <a:gd name="T18" fmla="*/ 19 w 66"/>
                <a:gd name="T19" fmla="*/ 107 h 121"/>
                <a:gd name="T20" fmla="*/ 66 w 66"/>
                <a:gd name="T21" fmla="*/ 107 h 121"/>
                <a:gd name="T22" fmla="*/ 66 w 66"/>
                <a:gd name="T23" fmla="*/ 121 h 121"/>
                <a:gd name="T24" fmla="*/ 0 w 66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121">
                  <a:moveTo>
                    <a:pt x="0" y="121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2"/>
                  </a:lnTo>
                  <a:lnTo>
                    <a:pt x="19" y="12"/>
                  </a:lnTo>
                  <a:lnTo>
                    <a:pt x="19" y="52"/>
                  </a:lnTo>
                  <a:lnTo>
                    <a:pt x="64" y="52"/>
                  </a:lnTo>
                  <a:lnTo>
                    <a:pt x="64" y="64"/>
                  </a:lnTo>
                  <a:lnTo>
                    <a:pt x="19" y="64"/>
                  </a:lnTo>
                  <a:lnTo>
                    <a:pt x="19" y="107"/>
                  </a:lnTo>
                  <a:lnTo>
                    <a:pt x="66" y="107"/>
                  </a:lnTo>
                  <a:lnTo>
                    <a:pt x="66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0" name="Freeform 77">
              <a:extLst>
                <a:ext uri="{FF2B5EF4-FFF2-40B4-BE49-F238E27FC236}">
                  <a16:creationId xmlns:a16="http://schemas.microsoft.com/office/drawing/2014/main" id="{2798EF98-23C5-4B52-8B1F-D753EA5D3EC8}"/>
                </a:ext>
              </a:extLst>
            </p:cNvPr>
            <p:cNvSpPr>
              <a:spLocks/>
            </p:cNvSpPr>
            <p:nvPr/>
          </p:nvSpPr>
          <p:spPr bwMode="gray">
            <a:xfrm>
              <a:off x="4025" y="1562"/>
              <a:ext cx="99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19 h 51"/>
                <a:gd name="T4" fmla="*/ 7 w 42"/>
                <a:gd name="T5" fmla="*/ 8 h 51"/>
                <a:gd name="T6" fmla="*/ 7 w 42"/>
                <a:gd name="T7" fmla="*/ 34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30 w 42"/>
                <a:gd name="T17" fmla="*/ 30 h 51"/>
                <a:gd name="T18" fmla="*/ 36 w 42"/>
                <a:gd name="T19" fmla="*/ 42 h 51"/>
                <a:gd name="T20" fmla="*/ 35 w 42"/>
                <a:gd name="T21" fmla="*/ 14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19"/>
                    <a:pt x="13" y="19"/>
                    <a:pt x="13" y="19"/>
                  </a:cubicBezTo>
                  <a:cubicBezTo>
                    <a:pt x="10" y="15"/>
                    <a:pt x="9" y="12"/>
                    <a:pt x="7" y="8"/>
                  </a:cubicBezTo>
                  <a:cubicBezTo>
                    <a:pt x="7" y="14"/>
                    <a:pt x="7" y="26"/>
                    <a:pt x="7" y="34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2" y="34"/>
                    <a:pt x="34" y="38"/>
                    <a:pt x="36" y="42"/>
                  </a:cubicBezTo>
                  <a:cubicBezTo>
                    <a:pt x="36" y="35"/>
                    <a:pt x="35" y="23"/>
                    <a:pt x="35" y="14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1" name="Freeform 78">
              <a:extLst>
                <a:ext uri="{FF2B5EF4-FFF2-40B4-BE49-F238E27FC236}">
                  <a16:creationId xmlns:a16="http://schemas.microsoft.com/office/drawing/2014/main" id="{29522D5F-FFFB-4111-B744-F3129A52D462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2" y="1562"/>
              <a:ext cx="88" cy="121"/>
            </a:xfrm>
            <a:custGeom>
              <a:avLst/>
              <a:gdLst>
                <a:gd name="T0" fmla="*/ 52 w 88"/>
                <a:gd name="T1" fmla="*/ 12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2 h 121"/>
                <a:gd name="T8" fmla="*/ 0 w 88"/>
                <a:gd name="T9" fmla="*/ 12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2 h 121"/>
                <a:gd name="T16" fmla="*/ 52 w 88"/>
                <a:gd name="T17" fmla="*/ 1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2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2"/>
                  </a:lnTo>
                  <a:lnTo>
                    <a:pt x="52" y="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2" name="Freeform 79">
              <a:extLst>
                <a:ext uri="{FF2B5EF4-FFF2-40B4-BE49-F238E27FC236}">
                  <a16:creationId xmlns:a16="http://schemas.microsoft.com/office/drawing/2014/main" id="{A3B04DDE-0A1B-4BA2-AD33-3C408EF9226D}"/>
                </a:ext>
              </a:extLst>
            </p:cNvPr>
            <p:cNvSpPr>
              <a:spLocks/>
            </p:cNvSpPr>
            <p:nvPr/>
          </p:nvSpPr>
          <p:spPr bwMode="gray">
            <a:xfrm>
              <a:off x="4361" y="1559"/>
              <a:ext cx="73" cy="127"/>
            </a:xfrm>
            <a:custGeom>
              <a:avLst/>
              <a:gdLst>
                <a:gd name="T0" fmla="*/ 12 w 31"/>
                <a:gd name="T1" fmla="*/ 53 h 53"/>
                <a:gd name="T2" fmla="*/ 0 w 31"/>
                <a:gd name="T3" fmla="*/ 51 h 53"/>
                <a:gd name="T4" fmla="*/ 1 w 31"/>
                <a:gd name="T5" fmla="*/ 44 h 53"/>
                <a:gd name="T6" fmla="*/ 12 w 31"/>
                <a:gd name="T7" fmla="*/ 47 h 53"/>
                <a:gd name="T8" fmla="*/ 24 w 31"/>
                <a:gd name="T9" fmla="*/ 38 h 53"/>
                <a:gd name="T10" fmla="*/ 0 w 31"/>
                <a:gd name="T11" fmla="*/ 14 h 53"/>
                <a:gd name="T12" fmla="*/ 18 w 31"/>
                <a:gd name="T13" fmla="*/ 0 h 53"/>
                <a:gd name="T14" fmla="*/ 28 w 31"/>
                <a:gd name="T15" fmla="*/ 1 h 53"/>
                <a:gd name="T16" fmla="*/ 27 w 31"/>
                <a:gd name="T17" fmla="*/ 7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7" y="53"/>
                    <a:pt x="3" y="52"/>
                    <a:pt x="0" y="51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4" y="46"/>
                    <a:pt x="8" y="47"/>
                    <a:pt x="12" y="47"/>
                  </a:cubicBezTo>
                  <a:cubicBezTo>
                    <a:pt x="18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6" y="0"/>
                    <a:pt x="18" y="0"/>
                  </a:cubicBezTo>
                  <a:cubicBezTo>
                    <a:pt x="21" y="0"/>
                    <a:pt x="25" y="0"/>
                    <a:pt x="28" y="1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4" y="6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3" name="Freeform 80">
              <a:extLst>
                <a:ext uri="{FF2B5EF4-FFF2-40B4-BE49-F238E27FC236}">
                  <a16:creationId xmlns:a16="http://schemas.microsoft.com/office/drawing/2014/main" id="{894EC198-A007-4FC5-8A22-DBF4DFBA4B8B}"/>
                </a:ext>
              </a:extLst>
            </p:cNvPr>
            <p:cNvSpPr>
              <a:spLocks/>
            </p:cNvSpPr>
            <p:nvPr/>
          </p:nvSpPr>
          <p:spPr bwMode="gray">
            <a:xfrm>
              <a:off x="4470" y="1562"/>
              <a:ext cx="94" cy="121"/>
            </a:xfrm>
            <a:custGeom>
              <a:avLst/>
              <a:gdLst>
                <a:gd name="T0" fmla="*/ 23 w 40"/>
                <a:gd name="T1" fmla="*/ 32 h 51"/>
                <a:gd name="T2" fmla="*/ 23 w 40"/>
                <a:gd name="T3" fmla="*/ 51 h 51"/>
                <a:gd name="T4" fmla="*/ 16 w 40"/>
                <a:gd name="T5" fmla="*/ 51 h 51"/>
                <a:gd name="T6" fmla="*/ 16 w 40"/>
                <a:gd name="T7" fmla="*/ 32 h 51"/>
                <a:gd name="T8" fmla="*/ 0 w 40"/>
                <a:gd name="T9" fmla="*/ 0 h 51"/>
                <a:gd name="T10" fmla="*/ 8 w 40"/>
                <a:gd name="T11" fmla="*/ 0 h 51"/>
                <a:gd name="T12" fmla="*/ 16 w 40"/>
                <a:gd name="T13" fmla="*/ 17 h 51"/>
                <a:gd name="T14" fmla="*/ 20 w 40"/>
                <a:gd name="T15" fmla="*/ 26 h 51"/>
                <a:gd name="T16" fmla="*/ 20 w 40"/>
                <a:gd name="T17" fmla="*/ 26 h 51"/>
                <a:gd name="T18" fmla="*/ 25 w 40"/>
                <a:gd name="T19" fmla="*/ 16 h 51"/>
                <a:gd name="T20" fmla="*/ 33 w 40"/>
                <a:gd name="T21" fmla="*/ 0 h 51"/>
                <a:gd name="T22" fmla="*/ 40 w 40"/>
                <a:gd name="T23" fmla="*/ 0 h 51"/>
                <a:gd name="T24" fmla="*/ 23 w 40"/>
                <a:gd name="T25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51">
                  <a:moveTo>
                    <a:pt x="23" y="32"/>
                  </a:moveTo>
                  <a:cubicBezTo>
                    <a:pt x="23" y="51"/>
                    <a:pt x="23" y="51"/>
                    <a:pt x="23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20"/>
                    <a:pt x="19" y="23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1" y="23"/>
                    <a:pt x="23" y="19"/>
                    <a:pt x="25" y="16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23" y="3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4" name="Freeform 81">
              <a:extLst>
                <a:ext uri="{FF2B5EF4-FFF2-40B4-BE49-F238E27FC236}">
                  <a16:creationId xmlns:a16="http://schemas.microsoft.com/office/drawing/2014/main" id="{B5D33CDE-7E95-45AB-8DC9-416140B57FA2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8" y="1559"/>
              <a:ext cx="75" cy="127"/>
            </a:xfrm>
            <a:custGeom>
              <a:avLst/>
              <a:gdLst>
                <a:gd name="T0" fmla="*/ 12 w 32"/>
                <a:gd name="T1" fmla="*/ 53 h 53"/>
                <a:gd name="T2" fmla="*/ 1 w 32"/>
                <a:gd name="T3" fmla="*/ 51 h 53"/>
                <a:gd name="T4" fmla="*/ 2 w 32"/>
                <a:gd name="T5" fmla="*/ 44 h 53"/>
                <a:gd name="T6" fmla="*/ 13 w 32"/>
                <a:gd name="T7" fmla="*/ 47 h 53"/>
                <a:gd name="T8" fmla="*/ 24 w 32"/>
                <a:gd name="T9" fmla="*/ 38 h 53"/>
                <a:gd name="T10" fmla="*/ 0 w 32"/>
                <a:gd name="T11" fmla="*/ 14 h 53"/>
                <a:gd name="T12" fmla="*/ 19 w 32"/>
                <a:gd name="T13" fmla="*/ 0 h 53"/>
                <a:gd name="T14" fmla="*/ 28 w 32"/>
                <a:gd name="T15" fmla="*/ 1 h 53"/>
                <a:gd name="T16" fmla="*/ 28 w 32"/>
                <a:gd name="T17" fmla="*/ 7 h 53"/>
                <a:gd name="T18" fmla="*/ 19 w 32"/>
                <a:gd name="T19" fmla="*/ 6 h 53"/>
                <a:gd name="T20" fmla="*/ 8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2"/>
                    <a:pt x="1" y="51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6"/>
                    <a:pt x="9" y="47"/>
                    <a:pt x="13" y="47"/>
                  </a:cubicBezTo>
                  <a:cubicBezTo>
                    <a:pt x="19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7" y="0"/>
                    <a:pt x="19" y="0"/>
                  </a:cubicBezTo>
                  <a:cubicBezTo>
                    <a:pt x="22" y="0"/>
                    <a:pt x="25" y="0"/>
                    <a:pt x="28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5" y="6"/>
                    <a:pt x="22" y="6"/>
                    <a:pt x="19" y="6"/>
                  </a:cubicBezTo>
                  <a:cubicBezTo>
                    <a:pt x="11" y="6"/>
                    <a:pt x="8" y="9"/>
                    <a:pt x="8" y="14"/>
                  </a:cubicBezTo>
                  <a:cubicBezTo>
                    <a:pt x="8" y="25"/>
                    <a:pt x="32" y="21"/>
                    <a:pt x="32" y="37"/>
                  </a:cubicBezTo>
                  <a:cubicBezTo>
                    <a:pt x="32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5" name="Freeform 82">
              <a:extLst>
                <a:ext uri="{FF2B5EF4-FFF2-40B4-BE49-F238E27FC236}">
                  <a16:creationId xmlns:a16="http://schemas.microsoft.com/office/drawing/2014/main" id="{8E2A3350-30E8-407D-80B2-5C1C83C4A32B}"/>
                </a:ext>
              </a:extLst>
            </p:cNvPr>
            <p:cNvSpPr>
              <a:spLocks/>
            </p:cNvSpPr>
            <p:nvPr/>
          </p:nvSpPr>
          <p:spPr bwMode="gray">
            <a:xfrm>
              <a:off x="4704" y="1562"/>
              <a:ext cx="88" cy="121"/>
            </a:xfrm>
            <a:custGeom>
              <a:avLst/>
              <a:gdLst>
                <a:gd name="T0" fmla="*/ 52 w 88"/>
                <a:gd name="T1" fmla="*/ 12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2 h 121"/>
                <a:gd name="T8" fmla="*/ 0 w 88"/>
                <a:gd name="T9" fmla="*/ 12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2 h 121"/>
                <a:gd name="T16" fmla="*/ 52 w 88"/>
                <a:gd name="T17" fmla="*/ 1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2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2"/>
                  </a:lnTo>
                  <a:lnTo>
                    <a:pt x="52" y="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6" name="Freeform 83">
              <a:extLst>
                <a:ext uri="{FF2B5EF4-FFF2-40B4-BE49-F238E27FC236}">
                  <a16:creationId xmlns:a16="http://schemas.microsoft.com/office/drawing/2014/main" id="{FB792152-B4B2-4579-A3B2-15B1D1AE97B4}"/>
                </a:ext>
              </a:extLst>
            </p:cNvPr>
            <p:cNvSpPr>
              <a:spLocks/>
            </p:cNvSpPr>
            <p:nvPr/>
          </p:nvSpPr>
          <p:spPr bwMode="gray">
            <a:xfrm>
              <a:off x="4834" y="1562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2 h 121"/>
                <a:gd name="T8" fmla="*/ 17 w 64"/>
                <a:gd name="T9" fmla="*/ 12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4 h 121"/>
                <a:gd name="T16" fmla="*/ 17 w 64"/>
                <a:gd name="T17" fmla="*/ 64 h 121"/>
                <a:gd name="T18" fmla="*/ 17 w 64"/>
                <a:gd name="T19" fmla="*/ 107 h 121"/>
                <a:gd name="T20" fmla="*/ 64 w 64"/>
                <a:gd name="T21" fmla="*/ 107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2"/>
                  </a:lnTo>
                  <a:lnTo>
                    <a:pt x="17" y="12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4"/>
                  </a:lnTo>
                  <a:lnTo>
                    <a:pt x="17" y="64"/>
                  </a:lnTo>
                  <a:lnTo>
                    <a:pt x="17" y="107"/>
                  </a:lnTo>
                  <a:lnTo>
                    <a:pt x="64" y="107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7" name="Freeform 84">
              <a:extLst>
                <a:ext uri="{FF2B5EF4-FFF2-40B4-BE49-F238E27FC236}">
                  <a16:creationId xmlns:a16="http://schemas.microsoft.com/office/drawing/2014/main" id="{00AF0DA2-731B-405C-9BAB-4574D960875A}"/>
                </a:ext>
              </a:extLst>
            </p:cNvPr>
            <p:cNvSpPr>
              <a:spLocks/>
            </p:cNvSpPr>
            <p:nvPr/>
          </p:nvSpPr>
          <p:spPr bwMode="gray">
            <a:xfrm>
              <a:off x="4945" y="1562"/>
              <a:ext cx="149" cy="121"/>
            </a:xfrm>
            <a:custGeom>
              <a:avLst/>
              <a:gdLst>
                <a:gd name="T0" fmla="*/ 55 w 63"/>
                <a:gd name="T1" fmla="*/ 51 h 51"/>
                <a:gd name="T2" fmla="*/ 50 w 63"/>
                <a:gd name="T3" fmla="*/ 21 h 51"/>
                <a:gd name="T4" fmla="*/ 49 w 63"/>
                <a:gd name="T5" fmla="*/ 9 h 51"/>
                <a:gd name="T6" fmla="*/ 49 w 63"/>
                <a:gd name="T7" fmla="*/ 9 h 51"/>
                <a:gd name="T8" fmla="*/ 46 w 63"/>
                <a:gd name="T9" fmla="*/ 18 h 51"/>
                <a:gd name="T10" fmla="*/ 35 w 63"/>
                <a:gd name="T11" fmla="*/ 51 h 51"/>
                <a:gd name="T12" fmla="*/ 27 w 63"/>
                <a:gd name="T13" fmla="*/ 51 h 51"/>
                <a:gd name="T14" fmla="*/ 16 w 63"/>
                <a:gd name="T15" fmla="*/ 20 h 51"/>
                <a:gd name="T16" fmla="*/ 13 w 63"/>
                <a:gd name="T17" fmla="*/ 9 h 51"/>
                <a:gd name="T18" fmla="*/ 13 w 63"/>
                <a:gd name="T19" fmla="*/ 9 h 51"/>
                <a:gd name="T20" fmla="*/ 11 w 63"/>
                <a:gd name="T21" fmla="*/ 22 h 51"/>
                <a:gd name="T22" fmla="*/ 8 w 63"/>
                <a:gd name="T23" fmla="*/ 51 h 51"/>
                <a:gd name="T24" fmla="*/ 0 w 63"/>
                <a:gd name="T25" fmla="*/ 51 h 51"/>
                <a:gd name="T26" fmla="*/ 8 w 63"/>
                <a:gd name="T27" fmla="*/ 0 h 51"/>
                <a:gd name="T28" fmla="*/ 17 w 63"/>
                <a:gd name="T29" fmla="*/ 0 h 51"/>
                <a:gd name="T30" fmla="*/ 28 w 63"/>
                <a:gd name="T31" fmla="*/ 32 h 51"/>
                <a:gd name="T32" fmla="*/ 31 w 63"/>
                <a:gd name="T33" fmla="*/ 42 h 51"/>
                <a:gd name="T34" fmla="*/ 31 w 63"/>
                <a:gd name="T35" fmla="*/ 42 h 51"/>
                <a:gd name="T36" fmla="*/ 34 w 63"/>
                <a:gd name="T37" fmla="*/ 32 h 51"/>
                <a:gd name="T38" fmla="*/ 46 w 63"/>
                <a:gd name="T39" fmla="*/ 0 h 51"/>
                <a:gd name="T40" fmla="*/ 55 w 63"/>
                <a:gd name="T41" fmla="*/ 0 h 51"/>
                <a:gd name="T42" fmla="*/ 63 w 63"/>
                <a:gd name="T43" fmla="*/ 51 h 51"/>
                <a:gd name="T44" fmla="*/ 55 w 63"/>
                <a:gd name="T4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" h="51">
                  <a:moveTo>
                    <a:pt x="55" y="51"/>
                  </a:moveTo>
                  <a:cubicBezTo>
                    <a:pt x="50" y="21"/>
                    <a:pt x="50" y="21"/>
                    <a:pt x="50" y="21"/>
                  </a:cubicBezTo>
                  <a:cubicBezTo>
                    <a:pt x="50" y="16"/>
                    <a:pt x="49" y="12"/>
                    <a:pt x="49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8" y="11"/>
                    <a:pt x="47" y="14"/>
                    <a:pt x="46" y="1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16"/>
                    <a:pt x="14" y="12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13"/>
                    <a:pt x="12" y="17"/>
                    <a:pt x="11" y="2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9" y="35"/>
                    <a:pt x="30" y="38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39"/>
                    <a:pt x="33" y="36"/>
                    <a:pt x="34" y="32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3" y="51"/>
                    <a:pt x="63" y="51"/>
                    <a:pt x="63" y="51"/>
                  </a:cubicBezTo>
                  <a:lnTo>
                    <a:pt x="55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8" name="Freeform 85">
              <a:extLst>
                <a:ext uri="{FF2B5EF4-FFF2-40B4-BE49-F238E27FC236}">
                  <a16:creationId xmlns:a16="http://schemas.microsoft.com/office/drawing/2014/main" id="{0264E987-EC5A-4008-8325-817D5B95455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39" y="1559"/>
              <a:ext cx="76" cy="127"/>
            </a:xfrm>
            <a:custGeom>
              <a:avLst/>
              <a:gdLst>
                <a:gd name="T0" fmla="*/ 12 w 32"/>
                <a:gd name="T1" fmla="*/ 53 h 53"/>
                <a:gd name="T2" fmla="*/ 1 w 32"/>
                <a:gd name="T3" fmla="*/ 51 h 53"/>
                <a:gd name="T4" fmla="*/ 1 w 32"/>
                <a:gd name="T5" fmla="*/ 44 h 53"/>
                <a:gd name="T6" fmla="*/ 13 w 32"/>
                <a:gd name="T7" fmla="*/ 47 h 53"/>
                <a:gd name="T8" fmla="*/ 24 w 32"/>
                <a:gd name="T9" fmla="*/ 38 h 53"/>
                <a:gd name="T10" fmla="*/ 0 w 32"/>
                <a:gd name="T11" fmla="*/ 14 h 53"/>
                <a:gd name="T12" fmla="*/ 19 w 32"/>
                <a:gd name="T13" fmla="*/ 0 h 53"/>
                <a:gd name="T14" fmla="*/ 28 w 32"/>
                <a:gd name="T15" fmla="*/ 1 h 53"/>
                <a:gd name="T16" fmla="*/ 27 w 32"/>
                <a:gd name="T17" fmla="*/ 7 h 53"/>
                <a:gd name="T18" fmla="*/ 18 w 32"/>
                <a:gd name="T19" fmla="*/ 6 h 53"/>
                <a:gd name="T20" fmla="*/ 8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2"/>
                    <a:pt x="1" y="51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5" y="46"/>
                    <a:pt x="9" y="47"/>
                    <a:pt x="13" y="47"/>
                  </a:cubicBezTo>
                  <a:cubicBezTo>
                    <a:pt x="19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7" y="0"/>
                    <a:pt x="19" y="0"/>
                  </a:cubicBezTo>
                  <a:cubicBezTo>
                    <a:pt x="22" y="0"/>
                    <a:pt x="25" y="0"/>
                    <a:pt x="28" y="1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4" y="6"/>
                    <a:pt x="21" y="6"/>
                    <a:pt x="18" y="6"/>
                  </a:cubicBezTo>
                  <a:cubicBezTo>
                    <a:pt x="11" y="6"/>
                    <a:pt x="8" y="9"/>
                    <a:pt x="8" y="14"/>
                  </a:cubicBezTo>
                  <a:cubicBezTo>
                    <a:pt x="8" y="25"/>
                    <a:pt x="32" y="21"/>
                    <a:pt x="32" y="37"/>
                  </a:cubicBezTo>
                  <a:cubicBezTo>
                    <a:pt x="32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9" name="Rectangle 86">
              <a:extLst>
                <a:ext uri="{FF2B5EF4-FFF2-40B4-BE49-F238E27FC236}">
                  <a16:creationId xmlns:a16="http://schemas.microsoft.com/office/drawing/2014/main" id="{F514C47A-D5F4-43E3-9E2B-DB3EA500A5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48" y="1793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0" name="Freeform 87">
              <a:extLst>
                <a:ext uri="{FF2B5EF4-FFF2-40B4-BE49-F238E27FC236}">
                  <a16:creationId xmlns:a16="http://schemas.microsoft.com/office/drawing/2014/main" id="{F838FCE5-C4CB-4E8B-90FB-1D0206ABA450}"/>
                </a:ext>
              </a:extLst>
            </p:cNvPr>
            <p:cNvSpPr>
              <a:spLocks/>
            </p:cNvSpPr>
            <p:nvPr/>
          </p:nvSpPr>
          <p:spPr bwMode="gray">
            <a:xfrm>
              <a:off x="3112" y="1793"/>
              <a:ext cx="97" cy="121"/>
            </a:xfrm>
            <a:custGeom>
              <a:avLst/>
              <a:gdLst>
                <a:gd name="T0" fmla="*/ 32 w 41"/>
                <a:gd name="T1" fmla="*/ 51 h 51"/>
                <a:gd name="T2" fmla="*/ 12 w 41"/>
                <a:gd name="T3" fmla="*/ 20 h 51"/>
                <a:gd name="T4" fmla="*/ 7 w 41"/>
                <a:gd name="T5" fmla="*/ 9 h 51"/>
                <a:gd name="T6" fmla="*/ 7 w 41"/>
                <a:gd name="T7" fmla="*/ 35 h 51"/>
                <a:gd name="T8" fmla="*/ 7 w 41"/>
                <a:gd name="T9" fmla="*/ 51 h 51"/>
                <a:gd name="T10" fmla="*/ 0 w 41"/>
                <a:gd name="T11" fmla="*/ 51 h 51"/>
                <a:gd name="T12" fmla="*/ 0 w 41"/>
                <a:gd name="T13" fmla="*/ 0 h 51"/>
                <a:gd name="T14" fmla="*/ 9 w 41"/>
                <a:gd name="T15" fmla="*/ 0 h 51"/>
                <a:gd name="T16" fmla="*/ 29 w 41"/>
                <a:gd name="T17" fmla="*/ 31 h 51"/>
                <a:gd name="T18" fmla="*/ 35 w 41"/>
                <a:gd name="T19" fmla="*/ 42 h 51"/>
                <a:gd name="T20" fmla="*/ 34 w 41"/>
                <a:gd name="T21" fmla="*/ 15 h 51"/>
                <a:gd name="T22" fmla="*/ 34 w 41"/>
                <a:gd name="T23" fmla="*/ 0 h 51"/>
                <a:gd name="T24" fmla="*/ 41 w 41"/>
                <a:gd name="T25" fmla="*/ 0 h 51"/>
                <a:gd name="T26" fmla="*/ 41 w 41"/>
                <a:gd name="T27" fmla="*/ 51 h 51"/>
                <a:gd name="T28" fmla="*/ 32 w 41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9"/>
                    <a:pt x="35" y="42"/>
                  </a:cubicBezTo>
                  <a:cubicBezTo>
                    <a:pt x="35" y="36"/>
                    <a:pt x="34" y="23"/>
                    <a:pt x="34" y="15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1"/>
                    <a:pt x="41" y="51"/>
                    <a:pt x="41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1" name="Freeform 88">
              <a:extLst>
                <a:ext uri="{FF2B5EF4-FFF2-40B4-BE49-F238E27FC236}">
                  <a16:creationId xmlns:a16="http://schemas.microsoft.com/office/drawing/2014/main" id="{53679EB5-8599-4372-9C8D-BC8D7FC423EC}"/>
                </a:ext>
              </a:extLst>
            </p:cNvPr>
            <p:cNvSpPr>
              <a:spLocks/>
            </p:cNvSpPr>
            <p:nvPr/>
          </p:nvSpPr>
          <p:spPr bwMode="gray">
            <a:xfrm>
              <a:off x="3237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2" name="Freeform 89">
              <a:extLst>
                <a:ext uri="{FF2B5EF4-FFF2-40B4-BE49-F238E27FC236}">
                  <a16:creationId xmlns:a16="http://schemas.microsoft.com/office/drawing/2014/main" id="{0D407D28-B5AA-4DEA-ACE7-F8AFC8E79C94}"/>
                </a:ext>
              </a:extLst>
            </p:cNvPr>
            <p:cNvSpPr>
              <a:spLocks/>
            </p:cNvSpPr>
            <p:nvPr/>
          </p:nvSpPr>
          <p:spPr bwMode="gray">
            <a:xfrm>
              <a:off x="3353" y="1793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3" name="Freeform 90">
              <a:extLst>
                <a:ext uri="{FF2B5EF4-FFF2-40B4-BE49-F238E27FC236}">
                  <a16:creationId xmlns:a16="http://schemas.microsoft.com/office/drawing/2014/main" id="{BD9A6BAC-A98B-494F-897F-ABF6F9142792}"/>
                </a:ext>
              </a:extLst>
            </p:cNvPr>
            <p:cNvSpPr>
              <a:spLocks/>
            </p:cNvSpPr>
            <p:nvPr/>
          </p:nvSpPr>
          <p:spPr bwMode="gray">
            <a:xfrm>
              <a:off x="3445" y="1790"/>
              <a:ext cx="100" cy="126"/>
            </a:xfrm>
            <a:custGeom>
              <a:avLst/>
              <a:gdLst>
                <a:gd name="T0" fmla="*/ 25 w 42"/>
                <a:gd name="T1" fmla="*/ 53 h 53"/>
                <a:gd name="T2" fmla="*/ 0 w 42"/>
                <a:gd name="T3" fmla="*/ 28 h 53"/>
                <a:gd name="T4" fmla="*/ 27 w 42"/>
                <a:gd name="T5" fmla="*/ 0 h 53"/>
                <a:gd name="T6" fmla="*/ 42 w 42"/>
                <a:gd name="T7" fmla="*/ 3 h 53"/>
                <a:gd name="T8" fmla="*/ 40 w 42"/>
                <a:gd name="T9" fmla="*/ 9 h 53"/>
                <a:gd name="T10" fmla="*/ 27 w 42"/>
                <a:gd name="T11" fmla="*/ 6 h 53"/>
                <a:gd name="T12" fmla="*/ 7 w 42"/>
                <a:gd name="T13" fmla="*/ 27 h 53"/>
                <a:gd name="T14" fmla="*/ 26 w 42"/>
                <a:gd name="T15" fmla="*/ 47 h 53"/>
                <a:gd name="T16" fmla="*/ 35 w 42"/>
                <a:gd name="T17" fmla="*/ 46 h 53"/>
                <a:gd name="T18" fmla="*/ 35 w 42"/>
                <a:gd name="T19" fmla="*/ 26 h 53"/>
                <a:gd name="T20" fmla="*/ 42 w 42"/>
                <a:gd name="T21" fmla="*/ 26 h 53"/>
                <a:gd name="T22" fmla="*/ 42 w 42"/>
                <a:gd name="T23" fmla="*/ 50 h 53"/>
                <a:gd name="T24" fmla="*/ 25 w 4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53">
                  <a:moveTo>
                    <a:pt x="25" y="53"/>
                  </a:moveTo>
                  <a:cubicBezTo>
                    <a:pt x="10" y="53"/>
                    <a:pt x="0" y="44"/>
                    <a:pt x="0" y="28"/>
                  </a:cubicBezTo>
                  <a:cubicBezTo>
                    <a:pt x="0" y="12"/>
                    <a:pt x="10" y="0"/>
                    <a:pt x="27" y="0"/>
                  </a:cubicBezTo>
                  <a:cubicBezTo>
                    <a:pt x="32" y="0"/>
                    <a:pt x="37" y="1"/>
                    <a:pt x="42" y="3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6" y="7"/>
                    <a:pt x="31" y="6"/>
                    <a:pt x="27" y="6"/>
                  </a:cubicBezTo>
                  <a:cubicBezTo>
                    <a:pt x="16" y="6"/>
                    <a:pt x="7" y="13"/>
                    <a:pt x="7" y="27"/>
                  </a:cubicBezTo>
                  <a:cubicBezTo>
                    <a:pt x="7" y="40"/>
                    <a:pt x="15" y="47"/>
                    <a:pt x="26" y="47"/>
                  </a:cubicBezTo>
                  <a:cubicBezTo>
                    <a:pt x="30" y="47"/>
                    <a:pt x="33" y="46"/>
                    <a:pt x="35" y="4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52"/>
                    <a:pt x="31" y="53"/>
                    <a:pt x="25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4" name="Freeform 91">
              <a:extLst>
                <a:ext uri="{FF2B5EF4-FFF2-40B4-BE49-F238E27FC236}">
                  <a16:creationId xmlns:a16="http://schemas.microsoft.com/office/drawing/2014/main" id="{B08FD74D-337E-4FF8-B70C-114F0AB67CD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590" y="1793"/>
              <a:ext cx="80" cy="121"/>
            </a:xfrm>
            <a:custGeom>
              <a:avLst/>
              <a:gdLst>
                <a:gd name="T0" fmla="*/ 25 w 34"/>
                <a:gd name="T1" fmla="*/ 51 h 51"/>
                <a:gd name="T2" fmla="*/ 8 w 34"/>
                <a:gd name="T3" fmla="*/ 28 h 51"/>
                <a:gd name="T4" fmla="*/ 7 w 34"/>
                <a:gd name="T5" fmla="*/ 28 h 51"/>
                <a:gd name="T6" fmla="*/ 7 w 34"/>
                <a:gd name="T7" fmla="*/ 51 h 51"/>
                <a:gd name="T8" fmla="*/ 0 w 34"/>
                <a:gd name="T9" fmla="*/ 51 h 51"/>
                <a:gd name="T10" fmla="*/ 0 w 34"/>
                <a:gd name="T11" fmla="*/ 0 h 51"/>
                <a:gd name="T12" fmla="*/ 13 w 34"/>
                <a:gd name="T13" fmla="*/ 0 h 51"/>
                <a:gd name="T14" fmla="*/ 31 w 34"/>
                <a:gd name="T15" fmla="*/ 13 h 51"/>
                <a:gd name="T16" fmla="*/ 16 w 34"/>
                <a:gd name="T17" fmla="*/ 28 h 51"/>
                <a:gd name="T18" fmla="*/ 20 w 34"/>
                <a:gd name="T19" fmla="*/ 33 h 51"/>
                <a:gd name="T20" fmla="*/ 34 w 34"/>
                <a:gd name="T21" fmla="*/ 51 h 51"/>
                <a:gd name="T22" fmla="*/ 25 w 34"/>
                <a:gd name="T23" fmla="*/ 51 h 51"/>
                <a:gd name="T24" fmla="*/ 12 w 34"/>
                <a:gd name="T25" fmla="*/ 6 h 51"/>
                <a:gd name="T26" fmla="*/ 7 w 34"/>
                <a:gd name="T27" fmla="*/ 6 h 51"/>
                <a:gd name="T28" fmla="*/ 7 w 34"/>
                <a:gd name="T29" fmla="*/ 23 h 51"/>
                <a:gd name="T30" fmla="*/ 12 w 34"/>
                <a:gd name="T31" fmla="*/ 23 h 51"/>
                <a:gd name="T32" fmla="*/ 23 w 34"/>
                <a:gd name="T33" fmla="*/ 14 h 51"/>
                <a:gd name="T34" fmla="*/ 12 w 34"/>
                <a:gd name="T35" fmla="*/ 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1">
                  <a:moveTo>
                    <a:pt x="25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3" y="0"/>
                  </a:cubicBezTo>
                  <a:cubicBezTo>
                    <a:pt x="23" y="0"/>
                    <a:pt x="31" y="3"/>
                    <a:pt x="31" y="13"/>
                  </a:cubicBezTo>
                  <a:cubicBezTo>
                    <a:pt x="31" y="22"/>
                    <a:pt x="24" y="27"/>
                    <a:pt x="16" y="28"/>
                  </a:cubicBezTo>
                  <a:cubicBezTo>
                    <a:pt x="17" y="29"/>
                    <a:pt x="19" y="31"/>
                    <a:pt x="20" y="33"/>
                  </a:cubicBezTo>
                  <a:cubicBezTo>
                    <a:pt x="34" y="51"/>
                    <a:pt x="34" y="51"/>
                    <a:pt x="34" y="51"/>
                  </a:cubicBezTo>
                  <a:lnTo>
                    <a:pt x="25" y="51"/>
                  </a:lnTo>
                  <a:close/>
                  <a:moveTo>
                    <a:pt x="12" y="6"/>
                  </a:moveTo>
                  <a:cubicBezTo>
                    <a:pt x="10" y="6"/>
                    <a:pt x="9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3"/>
                    <a:pt x="10" y="23"/>
                    <a:pt x="12" y="23"/>
                  </a:cubicBezTo>
                  <a:cubicBezTo>
                    <a:pt x="19" y="23"/>
                    <a:pt x="23" y="20"/>
                    <a:pt x="23" y="14"/>
                  </a:cubicBezTo>
                  <a:cubicBezTo>
                    <a:pt x="23" y="8"/>
                    <a:pt x="19" y="6"/>
                    <a:pt x="12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5" name="Freeform 92">
              <a:extLst>
                <a:ext uri="{FF2B5EF4-FFF2-40B4-BE49-F238E27FC236}">
                  <a16:creationId xmlns:a16="http://schemas.microsoft.com/office/drawing/2014/main" id="{C8878918-47E6-4C9C-88CC-0AF0FC63352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89" y="1793"/>
              <a:ext cx="107" cy="121"/>
            </a:xfrm>
            <a:custGeom>
              <a:avLst/>
              <a:gdLst>
                <a:gd name="T0" fmla="*/ 37 w 45"/>
                <a:gd name="T1" fmla="*/ 51 h 51"/>
                <a:gd name="T2" fmla="*/ 33 w 45"/>
                <a:gd name="T3" fmla="*/ 39 h 51"/>
                <a:gd name="T4" fmla="*/ 11 w 45"/>
                <a:gd name="T5" fmla="*/ 39 h 51"/>
                <a:gd name="T6" fmla="*/ 7 w 45"/>
                <a:gd name="T7" fmla="*/ 51 h 51"/>
                <a:gd name="T8" fmla="*/ 0 w 45"/>
                <a:gd name="T9" fmla="*/ 51 h 51"/>
                <a:gd name="T10" fmla="*/ 19 w 45"/>
                <a:gd name="T11" fmla="*/ 0 h 51"/>
                <a:gd name="T12" fmla="*/ 26 w 45"/>
                <a:gd name="T13" fmla="*/ 0 h 51"/>
                <a:gd name="T14" fmla="*/ 45 w 45"/>
                <a:gd name="T15" fmla="*/ 51 h 51"/>
                <a:gd name="T16" fmla="*/ 37 w 45"/>
                <a:gd name="T17" fmla="*/ 51 h 51"/>
                <a:gd name="T18" fmla="*/ 25 w 45"/>
                <a:gd name="T19" fmla="*/ 15 h 51"/>
                <a:gd name="T20" fmla="*/ 22 w 45"/>
                <a:gd name="T21" fmla="*/ 8 h 51"/>
                <a:gd name="T22" fmla="*/ 22 w 45"/>
                <a:gd name="T23" fmla="*/ 8 h 51"/>
                <a:gd name="T24" fmla="*/ 20 w 45"/>
                <a:gd name="T25" fmla="*/ 15 h 51"/>
                <a:gd name="T26" fmla="*/ 13 w 45"/>
                <a:gd name="T27" fmla="*/ 34 h 51"/>
                <a:gd name="T28" fmla="*/ 31 w 45"/>
                <a:gd name="T29" fmla="*/ 34 h 51"/>
                <a:gd name="T30" fmla="*/ 25 w 45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" h="51">
                  <a:moveTo>
                    <a:pt x="37" y="51"/>
                  </a:moveTo>
                  <a:cubicBezTo>
                    <a:pt x="33" y="39"/>
                    <a:pt x="33" y="39"/>
                    <a:pt x="33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45" y="51"/>
                    <a:pt x="45" y="51"/>
                    <a:pt x="45" y="51"/>
                  </a:cubicBezTo>
                  <a:lnTo>
                    <a:pt x="37" y="51"/>
                  </a:lnTo>
                  <a:close/>
                  <a:moveTo>
                    <a:pt x="25" y="15"/>
                  </a:moveTo>
                  <a:cubicBezTo>
                    <a:pt x="24" y="12"/>
                    <a:pt x="23" y="10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10"/>
                    <a:pt x="21" y="12"/>
                    <a:pt x="20" y="15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31" y="34"/>
                    <a:pt x="31" y="34"/>
                    <a:pt x="31" y="34"/>
                  </a:cubicBezTo>
                  <a:lnTo>
                    <a:pt x="25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6" name="Freeform 93">
              <a:extLst>
                <a:ext uri="{FF2B5EF4-FFF2-40B4-BE49-F238E27FC236}">
                  <a16:creationId xmlns:a16="http://schemas.microsoft.com/office/drawing/2014/main" id="{8C5AE619-7A4F-4287-9B67-0049C989388A}"/>
                </a:ext>
              </a:extLst>
            </p:cNvPr>
            <p:cNvSpPr>
              <a:spLocks/>
            </p:cNvSpPr>
            <p:nvPr/>
          </p:nvSpPr>
          <p:spPr bwMode="gray">
            <a:xfrm>
              <a:off x="3800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7" name="Freeform 94">
              <a:extLst>
                <a:ext uri="{FF2B5EF4-FFF2-40B4-BE49-F238E27FC236}">
                  <a16:creationId xmlns:a16="http://schemas.microsoft.com/office/drawing/2014/main" id="{A95175D4-C73A-4F99-8DB4-95F393E2D12E}"/>
                </a:ext>
              </a:extLst>
            </p:cNvPr>
            <p:cNvSpPr>
              <a:spLocks/>
            </p:cNvSpPr>
            <p:nvPr/>
          </p:nvSpPr>
          <p:spPr bwMode="gray">
            <a:xfrm>
              <a:off x="3919" y="1793"/>
              <a:ext cx="61" cy="121"/>
            </a:xfrm>
            <a:custGeom>
              <a:avLst/>
              <a:gdLst>
                <a:gd name="T0" fmla="*/ 0 w 61"/>
                <a:gd name="T1" fmla="*/ 121 h 121"/>
                <a:gd name="T2" fmla="*/ 0 w 61"/>
                <a:gd name="T3" fmla="*/ 0 h 121"/>
                <a:gd name="T4" fmla="*/ 61 w 61"/>
                <a:gd name="T5" fmla="*/ 0 h 121"/>
                <a:gd name="T6" fmla="*/ 61 w 61"/>
                <a:gd name="T7" fmla="*/ 14 h 121"/>
                <a:gd name="T8" fmla="*/ 16 w 61"/>
                <a:gd name="T9" fmla="*/ 14 h 121"/>
                <a:gd name="T10" fmla="*/ 16 w 61"/>
                <a:gd name="T11" fmla="*/ 52 h 121"/>
                <a:gd name="T12" fmla="*/ 59 w 61"/>
                <a:gd name="T13" fmla="*/ 52 h 121"/>
                <a:gd name="T14" fmla="*/ 59 w 61"/>
                <a:gd name="T15" fmla="*/ 66 h 121"/>
                <a:gd name="T16" fmla="*/ 16 w 61"/>
                <a:gd name="T17" fmla="*/ 66 h 121"/>
                <a:gd name="T18" fmla="*/ 16 w 61"/>
                <a:gd name="T19" fmla="*/ 109 h 121"/>
                <a:gd name="T20" fmla="*/ 61 w 61"/>
                <a:gd name="T21" fmla="*/ 109 h 121"/>
                <a:gd name="T22" fmla="*/ 61 w 61"/>
                <a:gd name="T23" fmla="*/ 121 h 121"/>
                <a:gd name="T24" fmla="*/ 0 w 61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121">
                  <a:moveTo>
                    <a:pt x="0" y="121"/>
                  </a:moveTo>
                  <a:lnTo>
                    <a:pt x="0" y="0"/>
                  </a:lnTo>
                  <a:lnTo>
                    <a:pt x="61" y="0"/>
                  </a:lnTo>
                  <a:lnTo>
                    <a:pt x="61" y="14"/>
                  </a:lnTo>
                  <a:lnTo>
                    <a:pt x="16" y="14"/>
                  </a:lnTo>
                  <a:lnTo>
                    <a:pt x="16" y="52"/>
                  </a:lnTo>
                  <a:lnTo>
                    <a:pt x="59" y="52"/>
                  </a:lnTo>
                  <a:lnTo>
                    <a:pt x="59" y="66"/>
                  </a:lnTo>
                  <a:lnTo>
                    <a:pt x="16" y="66"/>
                  </a:lnTo>
                  <a:lnTo>
                    <a:pt x="16" y="109"/>
                  </a:lnTo>
                  <a:lnTo>
                    <a:pt x="61" y="109"/>
                  </a:lnTo>
                  <a:lnTo>
                    <a:pt x="61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8" name="Freeform 95">
              <a:extLst>
                <a:ext uri="{FF2B5EF4-FFF2-40B4-BE49-F238E27FC236}">
                  <a16:creationId xmlns:a16="http://schemas.microsoft.com/office/drawing/2014/main" id="{FF1CB86F-A378-49D4-9B8D-99C9A6FD5B1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023" y="1793"/>
              <a:ext cx="97" cy="123"/>
            </a:xfrm>
            <a:custGeom>
              <a:avLst/>
              <a:gdLst>
                <a:gd name="T0" fmla="*/ 13 w 41"/>
                <a:gd name="T1" fmla="*/ 52 h 52"/>
                <a:gd name="T2" fmla="*/ 0 w 41"/>
                <a:gd name="T3" fmla="*/ 51 h 52"/>
                <a:gd name="T4" fmla="*/ 0 w 41"/>
                <a:gd name="T5" fmla="*/ 0 h 52"/>
                <a:gd name="T6" fmla="*/ 15 w 41"/>
                <a:gd name="T7" fmla="*/ 0 h 52"/>
                <a:gd name="T8" fmla="*/ 41 w 41"/>
                <a:gd name="T9" fmla="*/ 25 h 52"/>
                <a:gd name="T10" fmla="*/ 13 w 41"/>
                <a:gd name="T11" fmla="*/ 52 h 52"/>
                <a:gd name="T12" fmla="*/ 14 w 41"/>
                <a:gd name="T13" fmla="*/ 6 h 52"/>
                <a:gd name="T14" fmla="*/ 7 w 41"/>
                <a:gd name="T15" fmla="*/ 6 h 52"/>
                <a:gd name="T16" fmla="*/ 7 w 41"/>
                <a:gd name="T17" fmla="*/ 45 h 52"/>
                <a:gd name="T18" fmla="*/ 14 w 41"/>
                <a:gd name="T19" fmla="*/ 46 h 52"/>
                <a:gd name="T20" fmla="*/ 34 w 41"/>
                <a:gd name="T21" fmla="*/ 26 h 52"/>
                <a:gd name="T22" fmla="*/ 14 w 41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" h="52">
                  <a:moveTo>
                    <a:pt x="13" y="52"/>
                  </a:moveTo>
                  <a:cubicBezTo>
                    <a:pt x="8" y="52"/>
                    <a:pt x="4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10" y="0"/>
                    <a:pt x="15" y="0"/>
                  </a:cubicBezTo>
                  <a:cubicBezTo>
                    <a:pt x="32" y="0"/>
                    <a:pt x="41" y="8"/>
                    <a:pt x="41" y="25"/>
                  </a:cubicBezTo>
                  <a:cubicBezTo>
                    <a:pt x="41" y="43"/>
                    <a:pt x="30" y="52"/>
                    <a:pt x="13" y="52"/>
                  </a:cubicBezTo>
                  <a:close/>
                  <a:moveTo>
                    <a:pt x="14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9" y="46"/>
                    <a:pt x="11" y="46"/>
                    <a:pt x="14" y="46"/>
                  </a:cubicBezTo>
                  <a:cubicBezTo>
                    <a:pt x="26" y="46"/>
                    <a:pt x="34" y="40"/>
                    <a:pt x="34" y="26"/>
                  </a:cubicBezTo>
                  <a:cubicBezTo>
                    <a:pt x="34" y="13"/>
                    <a:pt x="28" y="6"/>
                    <a:pt x="14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9" name="Freeform 96">
              <a:extLst>
                <a:ext uri="{FF2B5EF4-FFF2-40B4-BE49-F238E27FC236}">
                  <a16:creationId xmlns:a16="http://schemas.microsoft.com/office/drawing/2014/main" id="{4A46EE2E-FA66-4A63-92BC-4FC7E3D182BF}"/>
                </a:ext>
              </a:extLst>
            </p:cNvPr>
            <p:cNvSpPr>
              <a:spLocks/>
            </p:cNvSpPr>
            <p:nvPr/>
          </p:nvSpPr>
          <p:spPr bwMode="gray">
            <a:xfrm>
              <a:off x="4217" y="1790"/>
              <a:ext cx="73" cy="126"/>
            </a:xfrm>
            <a:custGeom>
              <a:avLst/>
              <a:gdLst>
                <a:gd name="T0" fmla="*/ 12 w 31"/>
                <a:gd name="T1" fmla="*/ 53 h 53"/>
                <a:gd name="T2" fmla="*/ 0 w 31"/>
                <a:gd name="T3" fmla="*/ 52 h 53"/>
                <a:gd name="T4" fmla="*/ 1 w 31"/>
                <a:gd name="T5" fmla="*/ 45 h 53"/>
                <a:gd name="T6" fmla="*/ 12 w 31"/>
                <a:gd name="T7" fmla="*/ 47 h 53"/>
                <a:gd name="T8" fmla="*/ 23 w 31"/>
                <a:gd name="T9" fmla="*/ 38 h 53"/>
                <a:gd name="T10" fmla="*/ 0 w 31"/>
                <a:gd name="T11" fmla="*/ 15 h 53"/>
                <a:gd name="T12" fmla="*/ 18 w 31"/>
                <a:gd name="T13" fmla="*/ 0 h 53"/>
                <a:gd name="T14" fmla="*/ 27 w 31"/>
                <a:gd name="T15" fmla="*/ 1 h 53"/>
                <a:gd name="T16" fmla="*/ 26 w 31"/>
                <a:gd name="T17" fmla="*/ 8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7" y="53"/>
                    <a:pt x="4" y="53"/>
                    <a:pt x="0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8" y="47"/>
                    <a:pt x="12" y="47"/>
                  </a:cubicBezTo>
                  <a:cubicBezTo>
                    <a:pt x="18" y="47"/>
                    <a:pt x="23" y="45"/>
                    <a:pt x="23" y="38"/>
                  </a:cubicBezTo>
                  <a:cubicBezTo>
                    <a:pt x="23" y="27"/>
                    <a:pt x="0" y="31"/>
                    <a:pt x="0" y="15"/>
                  </a:cubicBezTo>
                  <a:cubicBezTo>
                    <a:pt x="0" y="7"/>
                    <a:pt x="6" y="0"/>
                    <a:pt x="18" y="0"/>
                  </a:cubicBezTo>
                  <a:cubicBezTo>
                    <a:pt x="21" y="0"/>
                    <a:pt x="24" y="1"/>
                    <a:pt x="27" y="1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4" y="7"/>
                    <a:pt x="20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7"/>
                    <a:pt x="23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0" name="Freeform 97">
              <a:extLst>
                <a:ext uri="{FF2B5EF4-FFF2-40B4-BE49-F238E27FC236}">
                  <a16:creationId xmlns:a16="http://schemas.microsoft.com/office/drawing/2014/main" id="{2EE84FD0-49BF-433B-A3A0-CD8591316F2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318" y="1790"/>
              <a:ext cx="112" cy="126"/>
            </a:xfrm>
            <a:custGeom>
              <a:avLst/>
              <a:gdLst>
                <a:gd name="T0" fmla="*/ 22 w 47"/>
                <a:gd name="T1" fmla="*/ 53 h 53"/>
                <a:gd name="T2" fmla="*/ 0 w 47"/>
                <a:gd name="T3" fmla="*/ 27 h 53"/>
                <a:gd name="T4" fmla="*/ 24 w 47"/>
                <a:gd name="T5" fmla="*/ 0 h 53"/>
                <a:gd name="T6" fmla="*/ 47 w 47"/>
                <a:gd name="T7" fmla="*/ 26 h 53"/>
                <a:gd name="T8" fmla="*/ 22 w 47"/>
                <a:gd name="T9" fmla="*/ 53 h 53"/>
                <a:gd name="T10" fmla="*/ 23 w 47"/>
                <a:gd name="T11" fmla="*/ 7 h 53"/>
                <a:gd name="T12" fmla="*/ 7 w 47"/>
                <a:gd name="T13" fmla="*/ 26 h 53"/>
                <a:gd name="T14" fmla="*/ 23 w 47"/>
                <a:gd name="T15" fmla="*/ 47 h 53"/>
                <a:gd name="T16" fmla="*/ 39 w 47"/>
                <a:gd name="T17" fmla="*/ 27 h 53"/>
                <a:gd name="T18" fmla="*/ 23 w 47"/>
                <a:gd name="T19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53">
                  <a:moveTo>
                    <a:pt x="22" y="53"/>
                  </a:moveTo>
                  <a:cubicBezTo>
                    <a:pt x="7" y="53"/>
                    <a:pt x="0" y="43"/>
                    <a:pt x="0" y="27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7" y="9"/>
                    <a:pt x="47" y="26"/>
                  </a:cubicBezTo>
                  <a:cubicBezTo>
                    <a:pt x="47" y="43"/>
                    <a:pt x="36" y="53"/>
                    <a:pt x="22" y="53"/>
                  </a:cubicBezTo>
                  <a:close/>
                  <a:moveTo>
                    <a:pt x="23" y="7"/>
                  </a:moveTo>
                  <a:cubicBezTo>
                    <a:pt x="15" y="7"/>
                    <a:pt x="7" y="13"/>
                    <a:pt x="7" y="26"/>
                  </a:cubicBezTo>
                  <a:cubicBezTo>
                    <a:pt x="7" y="39"/>
                    <a:pt x="12" y="47"/>
                    <a:pt x="23" y="47"/>
                  </a:cubicBezTo>
                  <a:cubicBezTo>
                    <a:pt x="31" y="47"/>
                    <a:pt x="39" y="40"/>
                    <a:pt x="39" y="27"/>
                  </a:cubicBezTo>
                  <a:cubicBezTo>
                    <a:pt x="39" y="14"/>
                    <a:pt x="33" y="7"/>
                    <a:pt x="23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1" name="Freeform 98">
              <a:extLst>
                <a:ext uri="{FF2B5EF4-FFF2-40B4-BE49-F238E27FC236}">
                  <a16:creationId xmlns:a16="http://schemas.microsoft.com/office/drawing/2014/main" id="{5856F673-5ADC-42AB-A1AB-061A03AD58D1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7" y="1793"/>
              <a:ext cx="62" cy="121"/>
            </a:xfrm>
            <a:custGeom>
              <a:avLst/>
              <a:gdLst>
                <a:gd name="T0" fmla="*/ 0 w 62"/>
                <a:gd name="T1" fmla="*/ 121 h 121"/>
                <a:gd name="T2" fmla="*/ 0 w 62"/>
                <a:gd name="T3" fmla="*/ 0 h 121"/>
                <a:gd name="T4" fmla="*/ 17 w 62"/>
                <a:gd name="T5" fmla="*/ 0 h 121"/>
                <a:gd name="T6" fmla="*/ 17 w 62"/>
                <a:gd name="T7" fmla="*/ 107 h 121"/>
                <a:gd name="T8" fmla="*/ 62 w 62"/>
                <a:gd name="T9" fmla="*/ 107 h 121"/>
                <a:gd name="T10" fmla="*/ 62 w 62"/>
                <a:gd name="T11" fmla="*/ 121 h 121"/>
                <a:gd name="T12" fmla="*/ 0 w 62"/>
                <a:gd name="T13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121">
                  <a:moveTo>
                    <a:pt x="0" y="121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107"/>
                  </a:lnTo>
                  <a:lnTo>
                    <a:pt x="62" y="107"/>
                  </a:lnTo>
                  <a:lnTo>
                    <a:pt x="62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2" name="Freeform 99">
              <a:extLst>
                <a:ext uri="{FF2B5EF4-FFF2-40B4-BE49-F238E27FC236}">
                  <a16:creationId xmlns:a16="http://schemas.microsoft.com/office/drawing/2014/main" id="{989932CF-2EFA-4B1E-86A4-A19342035AB7}"/>
                </a:ext>
              </a:extLst>
            </p:cNvPr>
            <p:cNvSpPr>
              <a:spLocks/>
            </p:cNvSpPr>
            <p:nvPr/>
          </p:nvSpPr>
          <p:spPr bwMode="gray">
            <a:xfrm>
              <a:off x="4557" y="1793"/>
              <a:ext cx="93" cy="123"/>
            </a:xfrm>
            <a:custGeom>
              <a:avLst/>
              <a:gdLst>
                <a:gd name="T0" fmla="*/ 19 w 39"/>
                <a:gd name="T1" fmla="*/ 52 h 52"/>
                <a:gd name="T2" fmla="*/ 0 w 39"/>
                <a:gd name="T3" fmla="*/ 34 h 52"/>
                <a:gd name="T4" fmla="*/ 0 w 39"/>
                <a:gd name="T5" fmla="*/ 0 h 52"/>
                <a:gd name="T6" fmla="*/ 6 w 39"/>
                <a:gd name="T7" fmla="*/ 0 h 52"/>
                <a:gd name="T8" fmla="*/ 6 w 39"/>
                <a:gd name="T9" fmla="*/ 34 h 52"/>
                <a:gd name="T10" fmla="*/ 19 w 39"/>
                <a:gd name="T11" fmla="*/ 46 h 52"/>
                <a:gd name="T12" fmla="*/ 32 w 39"/>
                <a:gd name="T13" fmla="*/ 32 h 52"/>
                <a:gd name="T14" fmla="*/ 32 w 39"/>
                <a:gd name="T15" fmla="*/ 0 h 52"/>
                <a:gd name="T16" fmla="*/ 39 w 39"/>
                <a:gd name="T17" fmla="*/ 0 h 52"/>
                <a:gd name="T18" fmla="*/ 39 w 39"/>
                <a:gd name="T19" fmla="*/ 32 h 52"/>
                <a:gd name="T20" fmla="*/ 19 w 39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52">
                  <a:moveTo>
                    <a:pt x="19" y="52"/>
                  </a:moveTo>
                  <a:cubicBezTo>
                    <a:pt x="3" y="52"/>
                    <a:pt x="0" y="43"/>
                    <a:pt x="0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41"/>
                    <a:pt x="9" y="46"/>
                    <a:pt x="19" y="46"/>
                  </a:cubicBezTo>
                  <a:cubicBezTo>
                    <a:pt x="28" y="46"/>
                    <a:pt x="32" y="43"/>
                    <a:pt x="32" y="3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45"/>
                    <a:pt x="32" y="52"/>
                    <a:pt x="19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3" name="Freeform 100">
              <a:extLst>
                <a:ext uri="{FF2B5EF4-FFF2-40B4-BE49-F238E27FC236}">
                  <a16:creationId xmlns:a16="http://schemas.microsoft.com/office/drawing/2014/main" id="{2C555297-5840-473C-A797-5550705A7791}"/>
                </a:ext>
              </a:extLst>
            </p:cNvPr>
            <p:cNvSpPr>
              <a:spLocks/>
            </p:cNvSpPr>
            <p:nvPr/>
          </p:nvSpPr>
          <p:spPr bwMode="gray">
            <a:xfrm>
              <a:off x="4680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4" name="Rectangle 101">
              <a:extLst>
                <a:ext uri="{FF2B5EF4-FFF2-40B4-BE49-F238E27FC236}">
                  <a16:creationId xmlns:a16="http://schemas.microsoft.com/office/drawing/2014/main" id="{34EDDEF1-EA7A-48F4-A615-B8667395F3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796" y="1793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5" name="Freeform 102">
              <a:extLst>
                <a:ext uri="{FF2B5EF4-FFF2-40B4-BE49-F238E27FC236}">
                  <a16:creationId xmlns:a16="http://schemas.microsoft.com/office/drawing/2014/main" id="{F4050338-042B-407E-861E-0049764943E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853" y="1790"/>
              <a:ext cx="111" cy="126"/>
            </a:xfrm>
            <a:custGeom>
              <a:avLst/>
              <a:gdLst>
                <a:gd name="T0" fmla="*/ 23 w 47"/>
                <a:gd name="T1" fmla="*/ 53 h 53"/>
                <a:gd name="T2" fmla="*/ 0 w 47"/>
                <a:gd name="T3" fmla="*/ 27 h 53"/>
                <a:gd name="T4" fmla="*/ 24 w 47"/>
                <a:gd name="T5" fmla="*/ 0 h 53"/>
                <a:gd name="T6" fmla="*/ 47 w 47"/>
                <a:gd name="T7" fmla="*/ 26 h 53"/>
                <a:gd name="T8" fmla="*/ 23 w 47"/>
                <a:gd name="T9" fmla="*/ 53 h 53"/>
                <a:gd name="T10" fmla="*/ 23 w 47"/>
                <a:gd name="T11" fmla="*/ 7 h 53"/>
                <a:gd name="T12" fmla="*/ 7 w 47"/>
                <a:gd name="T13" fmla="*/ 26 h 53"/>
                <a:gd name="T14" fmla="*/ 23 w 47"/>
                <a:gd name="T15" fmla="*/ 47 h 53"/>
                <a:gd name="T16" fmla="*/ 39 w 47"/>
                <a:gd name="T17" fmla="*/ 27 h 53"/>
                <a:gd name="T18" fmla="*/ 23 w 47"/>
                <a:gd name="T19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53">
                  <a:moveTo>
                    <a:pt x="23" y="53"/>
                  </a:moveTo>
                  <a:cubicBezTo>
                    <a:pt x="7" y="53"/>
                    <a:pt x="0" y="43"/>
                    <a:pt x="0" y="27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7" y="9"/>
                    <a:pt x="47" y="26"/>
                  </a:cubicBezTo>
                  <a:cubicBezTo>
                    <a:pt x="47" y="43"/>
                    <a:pt x="36" y="53"/>
                    <a:pt x="23" y="53"/>
                  </a:cubicBezTo>
                  <a:close/>
                  <a:moveTo>
                    <a:pt x="23" y="7"/>
                  </a:moveTo>
                  <a:cubicBezTo>
                    <a:pt x="15" y="7"/>
                    <a:pt x="7" y="13"/>
                    <a:pt x="7" y="26"/>
                  </a:cubicBezTo>
                  <a:cubicBezTo>
                    <a:pt x="7" y="39"/>
                    <a:pt x="12" y="47"/>
                    <a:pt x="23" y="47"/>
                  </a:cubicBezTo>
                  <a:cubicBezTo>
                    <a:pt x="32" y="47"/>
                    <a:pt x="39" y="40"/>
                    <a:pt x="39" y="27"/>
                  </a:cubicBezTo>
                  <a:cubicBezTo>
                    <a:pt x="39" y="14"/>
                    <a:pt x="34" y="7"/>
                    <a:pt x="23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6" name="Freeform 103">
              <a:extLst>
                <a:ext uri="{FF2B5EF4-FFF2-40B4-BE49-F238E27FC236}">
                  <a16:creationId xmlns:a16="http://schemas.microsoft.com/office/drawing/2014/main" id="{A63C94CE-D4AB-43A4-8355-49D932BEAF4A}"/>
                </a:ext>
              </a:extLst>
            </p:cNvPr>
            <p:cNvSpPr>
              <a:spLocks/>
            </p:cNvSpPr>
            <p:nvPr/>
          </p:nvSpPr>
          <p:spPr bwMode="gray">
            <a:xfrm>
              <a:off x="5005" y="1793"/>
              <a:ext cx="97" cy="121"/>
            </a:xfrm>
            <a:custGeom>
              <a:avLst/>
              <a:gdLst>
                <a:gd name="T0" fmla="*/ 32 w 41"/>
                <a:gd name="T1" fmla="*/ 51 h 51"/>
                <a:gd name="T2" fmla="*/ 13 w 41"/>
                <a:gd name="T3" fmla="*/ 20 h 51"/>
                <a:gd name="T4" fmla="*/ 7 w 41"/>
                <a:gd name="T5" fmla="*/ 9 h 51"/>
                <a:gd name="T6" fmla="*/ 7 w 41"/>
                <a:gd name="T7" fmla="*/ 35 h 51"/>
                <a:gd name="T8" fmla="*/ 7 w 41"/>
                <a:gd name="T9" fmla="*/ 51 h 51"/>
                <a:gd name="T10" fmla="*/ 0 w 41"/>
                <a:gd name="T11" fmla="*/ 51 h 51"/>
                <a:gd name="T12" fmla="*/ 0 w 41"/>
                <a:gd name="T13" fmla="*/ 0 h 51"/>
                <a:gd name="T14" fmla="*/ 10 w 41"/>
                <a:gd name="T15" fmla="*/ 0 h 51"/>
                <a:gd name="T16" fmla="*/ 29 w 41"/>
                <a:gd name="T17" fmla="*/ 31 h 51"/>
                <a:gd name="T18" fmla="*/ 35 w 41"/>
                <a:gd name="T19" fmla="*/ 42 h 51"/>
                <a:gd name="T20" fmla="*/ 34 w 41"/>
                <a:gd name="T21" fmla="*/ 15 h 51"/>
                <a:gd name="T22" fmla="*/ 34 w 41"/>
                <a:gd name="T23" fmla="*/ 0 h 51"/>
                <a:gd name="T24" fmla="*/ 41 w 41"/>
                <a:gd name="T25" fmla="*/ 0 h 51"/>
                <a:gd name="T26" fmla="*/ 41 w 41"/>
                <a:gd name="T27" fmla="*/ 51 h 51"/>
                <a:gd name="T28" fmla="*/ 32 w 41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1">
                  <a:moveTo>
                    <a:pt x="32" y="51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9"/>
                    <a:pt x="35" y="42"/>
                  </a:cubicBezTo>
                  <a:cubicBezTo>
                    <a:pt x="35" y="36"/>
                    <a:pt x="34" y="23"/>
                    <a:pt x="34" y="15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1"/>
                    <a:pt x="41" y="51"/>
                    <a:pt x="41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7" name="Freeform 104">
              <a:extLst>
                <a:ext uri="{FF2B5EF4-FFF2-40B4-BE49-F238E27FC236}">
                  <a16:creationId xmlns:a16="http://schemas.microsoft.com/office/drawing/2014/main" id="{EA42D9F2-C694-4A8D-89E6-8EA9C04BB41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42" y="1790"/>
              <a:ext cx="73" cy="126"/>
            </a:xfrm>
            <a:custGeom>
              <a:avLst/>
              <a:gdLst>
                <a:gd name="T0" fmla="*/ 12 w 31"/>
                <a:gd name="T1" fmla="*/ 53 h 53"/>
                <a:gd name="T2" fmla="*/ 1 w 31"/>
                <a:gd name="T3" fmla="*/ 52 h 53"/>
                <a:gd name="T4" fmla="*/ 1 w 31"/>
                <a:gd name="T5" fmla="*/ 45 h 53"/>
                <a:gd name="T6" fmla="*/ 12 w 31"/>
                <a:gd name="T7" fmla="*/ 47 h 53"/>
                <a:gd name="T8" fmla="*/ 23 w 31"/>
                <a:gd name="T9" fmla="*/ 38 h 53"/>
                <a:gd name="T10" fmla="*/ 0 w 31"/>
                <a:gd name="T11" fmla="*/ 15 h 53"/>
                <a:gd name="T12" fmla="*/ 18 w 31"/>
                <a:gd name="T13" fmla="*/ 0 h 53"/>
                <a:gd name="T14" fmla="*/ 27 w 31"/>
                <a:gd name="T15" fmla="*/ 1 h 53"/>
                <a:gd name="T16" fmla="*/ 26 w 31"/>
                <a:gd name="T17" fmla="*/ 8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8" y="53"/>
                    <a:pt x="4" y="53"/>
                    <a:pt x="1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8" y="47"/>
                    <a:pt x="12" y="47"/>
                  </a:cubicBezTo>
                  <a:cubicBezTo>
                    <a:pt x="18" y="47"/>
                    <a:pt x="23" y="45"/>
                    <a:pt x="23" y="38"/>
                  </a:cubicBezTo>
                  <a:cubicBezTo>
                    <a:pt x="23" y="27"/>
                    <a:pt x="0" y="31"/>
                    <a:pt x="0" y="15"/>
                  </a:cubicBezTo>
                  <a:cubicBezTo>
                    <a:pt x="0" y="7"/>
                    <a:pt x="6" y="0"/>
                    <a:pt x="18" y="0"/>
                  </a:cubicBezTo>
                  <a:cubicBezTo>
                    <a:pt x="21" y="0"/>
                    <a:pt x="24" y="1"/>
                    <a:pt x="27" y="1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4" y="7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7"/>
                    <a:pt x="23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8" name="Freeform 105">
              <a:extLst>
                <a:ext uri="{FF2B5EF4-FFF2-40B4-BE49-F238E27FC236}">
                  <a16:creationId xmlns:a16="http://schemas.microsoft.com/office/drawing/2014/main" id="{D701A01E-4449-45DF-B909-12636B2F567C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2" y="1329"/>
              <a:ext cx="317" cy="245"/>
            </a:xfrm>
            <a:custGeom>
              <a:avLst/>
              <a:gdLst>
                <a:gd name="T0" fmla="*/ 107 w 134"/>
                <a:gd name="T1" fmla="*/ 103 h 103"/>
                <a:gd name="T2" fmla="*/ 90 w 134"/>
                <a:gd name="T3" fmla="*/ 103 h 103"/>
                <a:gd name="T4" fmla="*/ 71 w 134"/>
                <a:gd name="T5" fmla="*/ 34 h 103"/>
                <a:gd name="T6" fmla="*/ 67 w 134"/>
                <a:gd name="T7" fmla="*/ 16 h 103"/>
                <a:gd name="T8" fmla="*/ 67 w 134"/>
                <a:gd name="T9" fmla="*/ 16 h 103"/>
                <a:gd name="T10" fmla="*/ 63 w 134"/>
                <a:gd name="T11" fmla="*/ 33 h 103"/>
                <a:gd name="T12" fmla="*/ 44 w 134"/>
                <a:gd name="T13" fmla="*/ 103 h 103"/>
                <a:gd name="T14" fmla="*/ 27 w 134"/>
                <a:gd name="T15" fmla="*/ 103 h 103"/>
                <a:gd name="T16" fmla="*/ 0 w 134"/>
                <a:gd name="T17" fmla="*/ 0 h 103"/>
                <a:gd name="T18" fmla="*/ 15 w 134"/>
                <a:gd name="T19" fmla="*/ 0 h 103"/>
                <a:gd name="T20" fmla="*/ 32 w 134"/>
                <a:gd name="T21" fmla="*/ 67 h 103"/>
                <a:gd name="T22" fmla="*/ 36 w 134"/>
                <a:gd name="T23" fmla="*/ 87 h 103"/>
                <a:gd name="T24" fmla="*/ 36 w 134"/>
                <a:gd name="T25" fmla="*/ 87 h 103"/>
                <a:gd name="T26" fmla="*/ 41 w 134"/>
                <a:gd name="T27" fmla="*/ 68 h 103"/>
                <a:gd name="T28" fmla="*/ 60 w 134"/>
                <a:gd name="T29" fmla="*/ 0 h 103"/>
                <a:gd name="T30" fmla="*/ 75 w 134"/>
                <a:gd name="T31" fmla="*/ 0 h 103"/>
                <a:gd name="T32" fmla="*/ 95 w 134"/>
                <a:gd name="T33" fmla="*/ 68 h 103"/>
                <a:gd name="T34" fmla="*/ 99 w 134"/>
                <a:gd name="T35" fmla="*/ 86 h 103"/>
                <a:gd name="T36" fmla="*/ 99 w 134"/>
                <a:gd name="T37" fmla="*/ 86 h 103"/>
                <a:gd name="T38" fmla="*/ 103 w 134"/>
                <a:gd name="T39" fmla="*/ 70 h 103"/>
                <a:gd name="T40" fmla="*/ 121 w 134"/>
                <a:gd name="T41" fmla="*/ 0 h 103"/>
                <a:gd name="T42" fmla="*/ 134 w 134"/>
                <a:gd name="T43" fmla="*/ 0 h 103"/>
                <a:gd name="T44" fmla="*/ 107 w 134"/>
                <a:gd name="T4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4" h="103">
                  <a:moveTo>
                    <a:pt x="107" y="103"/>
                  </a:moveTo>
                  <a:cubicBezTo>
                    <a:pt x="90" y="103"/>
                    <a:pt x="90" y="103"/>
                    <a:pt x="90" y="103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69" y="28"/>
                    <a:pt x="68" y="22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6" y="22"/>
                    <a:pt x="65" y="28"/>
                    <a:pt x="63" y="33"/>
                  </a:cubicBezTo>
                  <a:cubicBezTo>
                    <a:pt x="44" y="103"/>
                    <a:pt x="44" y="103"/>
                    <a:pt x="44" y="103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4" y="74"/>
                    <a:pt x="35" y="80"/>
                    <a:pt x="36" y="87"/>
                  </a:cubicBezTo>
                  <a:cubicBezTo>
                    <a:pt x="36" y="87"/>
                    <a:pt x="36" y="87"/>
                    <a:pt x="36" y="87"/>
                  </a:cubicBezTo>
                  <a:cubicBezTo>
                    <a:pt x="38" y="80"/>
                    <a:pt x="39" y="74"/>
                    <a:pt x="41" y="68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95" y="68"/>
                    <a:pt x="95" y="68"/>
                    <a:pt x="95" y="68"/>
                  </a:cubicBezTo>
                  <a:cubicBezTo>
                    <a:pt x="97" y="74"/>
                    <a:pt x="98" y="80"/>
                    <a:pt x="99" y="8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0" y="80"/>
                    <a:pt x="101" y="75"/>
                    <a:pt x="103" y="7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107" y="10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9" name="Freeform 106">
              <a:extLst>
                <a:ext uri="{FF2B5EF4-FFF2-40B4-BE49-F238E27FC236}">
                  <a16:creationId xmlns:a16="http://schemas.microsoft.com/office/drawing/2014/main" id="{552BBFE1-3955-4E9B-A7E2-F3C667BAD026}"/>
                </a:ext>
              </a:extLst>
            </p:cNvPr>
            <p:cNvSpPr>
              <a:spLocks/>
            </p:cNvSpPr>
            <p:nvPr/>
          </p:nvSpPr>
          <p:spPr bwMode="gray">
            <a:xfrm>
              <a:off x="1364" y="1329"/>
              <a:ext cx="125" cy="245"/>
            </a:xfrm>
            <a:custGeom>
              <a:avLst/>
              <a:gdLst>
                <a:gd name="T0" fmla="*/ 0 w 125"/>
                <a:gd name="T1" fmla="*/ 245 h 245"/>
                <a:gd name="T2" fmla="*/ 0 w 125"/>
                <a:gd name="T3" fmla="*/ 0 h 245"/>
                <a:gd name="T4" fmla="*/ 125 w 125"/>
                <a:gd name="T5" fmla="*/ 0 h 245"/>
                <a:gd name="T6" fmla="*/ 125 w 125"/>
                <a:gd name="T7" fmla="*/ 28 h 245"/>
                <a:gd name="T8" fmla="*/ 33 w 125"/>
                <a:gd name="T9" fmla="*/ 28 h 245"/>
                <a:gd name="T10" fmla="*/ 33 w 125"/>
                <a:gd name="T11" fmla="*/ 104 h 245"/>
                <a:gd name="T12" fmla="*/ 120 w 125"/>
                <a:gd name="T13" fmla="*/ 104 h 245"/>
                <a:gd name="T14" fmla="*/ 120 w 125"/>
                <a:gd name="T15" fmla="*/ 130 h 245"/>
                <a:gd name="T16" fmla="*/ 33 w 125"/>
                <a:gd name="T17" fmla="*/ 130 h 245"/>
                <a:gd name="T18" fmla="*/ 33 w 125"/>
                <a:gd name="T19" fmla="*/ 216 h 245"/>
                <a:gd name="T20" fmla="*/ 125 w 125"/>
                <a:gd name="T21" fmla="*/ 216 h 245"/>
                <a:gd name="T22" fmla="*/ 125 w 125"/>
                <a:gd name="T23" fmla="*/ 245 h 245"/>
                <a:gd name="T24" fmla="*/ 0 w 125"/>
                <a:gd name="T25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245">
                  <a:moveTo>
                    <a:pt x="0" y="245"/>
                  </a:moveTo>
                  <a:lnTo>
                    <a:pt x="0" y="0"/>
                  </a:lnTo>
                  <a:lnTo>
                    <a:pt x="125" y="0"/>
                  </a:lnTo>
                  <a:lnTo>
                    <a:pt x="125" y="28"/>
                  </a:lnTo>
                  <a:lnTo>
                    <a:pt x="33" y="28"/>
                  </a:lnTo>
                  <a:lnTo>
                    <a:pt x="33" y="104"/>
                  </a:lnTo>
                  <a:lnTo>
                    <a:pt x="120" y="104"/>
                  </a:lnTo>
                  <a:lnTo>
                    <a:pt x="120" y="130"/>
                  </a:lnTo>
                  <a:lnTo>
                    <a:pt x="33" y="130"/>
                  </a:lnTo>
                  <a:lnTo>
                    <a:pt x="33" y="216"/>
                  </a:lnTo>
                  <a:lnTo>
                    <a:pt x="125" y="216"/>
                  </a:lnTo>
                  <a:lnTo>
                    <a:pt x="125" y="245"/>
                  </a:lnTo>
                  <a:lnTo>
                    <a:pt x="0" y="24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0" name="Freeform 107">
              <a:extLst>
                <a:ext uri="{FF2B5EF4-FFF2-40B4-BE49-F238E27FC236}">
                  <a16:creationId xmlns:a16="http://schemas.microsoft.com/office/drawing/2014/main" id="{975501EB-60E5-4780-8B76-5727D0D6814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47" y="1329"/>
              <a:ext cx="157" cy="245"/>
            </a:xfrm>
            <a:custGeom>
              <a:avLst/>
              <a:gdLst>
                <a:gd name="T0" fmla="*/ 26 w 66"/>
                <a:gd name="T1" fmla="*/ 103 h 103"/>
                <a:gd name="T2" fmla="*/ 0 w 66"/>
                <a:gd name="T3" fmla="*/ 103 h 103"/>
                <a:gd name="T4" fmla="*/ 0 w 66"/>
                <a:gd name="T5" fmla="*/ 0 h 103"/>
                <a:gd name="T6" fmla="*/ 30 w 66"/>
                <a:gd name="T7" fmla="*/ 0 h 103"/>
                <a:gd name="T8" fmla="*/ 63 w 66"/>
                <a:gd name="T9" fmla="*/ 24 h 103"/>
                <a:gd name="T10" fmla="*/ 45 w 66"/>
                <a:gd name="T11" fmla="*/ 48 h 103"/>
                <a:gd name="T12" fmla="*/ 45 w 66"/>
                <a:gd name="T13" fmla="*/ 48 h 103"/>
                <a:gd name="T14" fmla="*/ 66 w 66"/>
                <a:gd name="T15" fmla="*/ 72 h 103"/>
                <a:gd name="T16" fmla="*/ 26 w 66"/>
                <a:gd name="T17" fmla="*/ 103 h 103"/>
                <a:gd name="T18" fmla="*/ 28 w 66"/>
                <a:gd name="T19" fmla="*/ 11 h 103"/>
                <a:gd name="T20" fmla="*/ 14 w 66"/>
                <a:gd name="T21" fmla="*/ 11 h 103"/>
                <a:gd name="T22" fmla="*/ 14 w 66"/>
                <a:gd name="T23" fmla="*/ 44 h 103"/>
                <a:gd name="T24" fmla="*/ 23 w 66"/>
                <a:gd name="T25" fmla="*/ 44 h 103"/>
                <a:gd name="T26" fmla="*/ 48 w 66"/>
                <a:gd name="T27" fmla="*/ 26 h 103"/>
                <a:gd name="T28" fmla="*/ 28 w 66"/>
                <a:gd name="T29" fmla="*/ 11 h 103"/>
                <a:gd name="T30" fmla="*/ 24 w 66"/>
                <a:gd name="T31" fmla="*/ 55 h 103"/>
                <a:gd name="T32" fmla="*/ 14 w 66"/>
                <a:gd name="T33" fmla="*/ 55 h 103"/>
                <a:gd name="T34" fmla="*/ 14 w 66"/>
                <a:gd name="T35" fmla="*/ 91 h 103"/>
                <a:gd name="T36" fmla="*/ 27 w 66"/>
                <a:gd name="T37" fmla="*/ 92 h 103"/>
                <a:gd name="T38" fmla="*/ 51 w 66"/>
                <a:gd name="T39" fmla="*/ 72 h 103"/>
                <a:gd name="T40" fmla="*/ 24 w 66"/>
                <a:gd name="T41" fmla="*/ 55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103">
                  <a:moveTo>
                    <a:pt x="26" y="103"/>
                  </a:moveTo>
                  <a:cubicBezTo>
                    <a:pt x="20" y="103"/>
                    <a:pt x="10" y="103"/>
                    <a:pt x="0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18" y="0"/>
                    <a:pt x="30" y="0"/>
                  </a:cubicBezTo>
                  <a:cubicBezTo>
                    <a:pt x="52" y="0"/>
                    <a:pt x="63" y="9"/>
                    <a:pt x="63" y="24"/>
                  </a:cubicBezTo>
                  <a:cubicBezTo>
                    <a:pt x="63" y="35"/>
                    <a:pt x="56" y="44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60" y="51"/>
                    <a:pt x="66" y="61"/>
                    <a:pt x="66" y="72"/>
                  </a:cubicBezTo>
                  <a:cubicBezTo>
                    <a:pt x="66" y="84"/>
                    <a:pt x="58" y="103"/>
                    <a:pt x="26" y="103"/>
                  </a:cubicBezTo>
                  <a:close/>
                  <a:moveTo>
                    <a:pt x="28" y="11"/>
                  </a:moveTo>
                  <a:cubicBezTo>
                    <a:pt x="23" y="11"/>
                    <a:pt x="18" y="11"/>
                    <a:pt x="14" y="11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7" y="44"/>
                    <a:pt x="20" y="44"/>
                    <a:pt x="23" y="44"/>
                  </a:cubicBezTo>
                  <a:cubicBezTo>
                    <a:pt x="40" y="44"/>
                    <a:pt x="48" y="38"/>
                    <a:pt x="48" y="26"/>
                  </a:cubicBezTo>
                  <a:cubicBezTo>
                    <a:pt x="48" y="17"/>
                    <a:pt x="44" y="11"/>
                    <a:pt x="28" y="11"/>
                  </a:cubicBezTo>
                  <a:close/>
                  <a:moveTo>
                    <a:pt x="24" y="55"/>
                  </a:moveTo>
                  <a:cubicBezTo>
                    <a:pt x="22" y="55"/>
                    <a:pt x="17" y="55"/>
                    <a:pt x="14" y="5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7" y="91"/>
                    <a:pt x="21" y="92"/>
                    <a:pt x="27" y="92"/>
                  </a:cubicBezTo>
                  <a:cubicBezTo>
                    <a:pt x="44" y="92"/>
                    <a:pt x="51" y="84"/>
                    <a:pt x="51" y="72"/>
                  </a:cubicBezTo>
                  <a:cubicBezTo>
                    <a:pt x="51" y="59"/>
                    <a:pt x="40" y="55"/>
                    <a:pt x="24" y="5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1" name="Freeform 108">
              <a:extLst>
                <a:ext uri="{FF2B5EF4-FFF2-40B4-BE49-F238E27FC236}">
                  <a16:creationId xmlns:a16="http://schemas.microsoft.com/office/drawing/2014/main" id="{95CCD7D4-EC15-4B18-ADA4-D1D0DDC6288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865" y="1326"/>
              <a:ext cx="159" cy="248"/>
            </a:xfrm>
            <a:custGeom>
              <a:avLst/>
              <a:gdLst>
                <a:gd name="T0" fmla="*/ 49 w 67"/>
                <a:gd name="T1" fmla="*/ 104 h 104"/>
                <a:gd name="T2" fmla="*/ 16 w 67"/>
                <a:gd name="T3" fmla="*/ 58 h 104"/>
                <a:gd name="T4" fmla="*/ 14 w 67"/>
                <a:gd name="T5" fmla="*/ 58 h 104"/>
                <a:gd name="T6" fmla="*/ 14 w 67"/>
                <a:gd name="T7" fmla="*/ 104 h 104"/>
                <a:gd name="T8" fmla="*/ 0 w 67"/>
                <a:gd name="T9" fmla="*/ 104 h 104"/>
                <a:gd name="T10" fmla="*/ 0 w 67"/>
                <a:gd name="T11" fmla="*/ 1 h 104"/>
                <a:gd name="T12" fmla="*/ 26 w 67"/>
                <a:gd name="T13" fmla="*/ 0 h 104"/>
                <a:gd name="T14" fmla="*/ 61 w 67"/>
                <a:gd name="T15" fmla="*/ 27 h 104"/>
                <a:gd name="T16" fmla="*/ 30 w 67"/>
                <a:gd name="T17" fmla="*/ 56 h 104"/>
                <a:gd name="T18" fmla="*/ 39 w 67"/>
                <a:gd name="T19" fmla="*/ 67 h 104"/>
                <a:gd name="T20" fmla="*/ 67 w 67"/>
                <a:gd name="T21" fmla="*/ 104 h 104"/>
                <a:gd name="T22" fmla="*/ 49 w 67"/>
                <a:gd name="T23" fmla="*/ 104 h 104"/>
                <a:gd name="T24" fmla="*/ 23 w 67"/>
                <a:gd name="T25" fmla="*/ 12 h 104"/>
                <a:gd name="T26" fmla="*/ 14 w 67"/>
                <a:gd name="T27" fmla="*/ 12 h 104"/>
                <a:gd name="T28" fmla="*/ 14 w 67"/>
                <a:gd name="T29" fmla="*/ 47 h 104"/>
                <a:gd name="T30" fmla="*/ 23 w 67"/>
                <a:gd name="T31" fmla="*/ 47 h 104"/>
                <a:gd name="T32" fmla="*/ 46 w 67"/>
                <a:gd name="T33" fmla="*/ 29 h 104"/>
                <a:gd name="T34" fmla="*/ 23 w 67"/>
                <a:gd name="T35" fmla="*/ 1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" h="104">
                  <a:moveTo>
                    <a:pt x="49" y="104"/>
                  </a:moveTo>
                  <a:cubicBezTo>
                    <a:pt x="16" y="58"/>
                    <a:pt x="16" y="58"/>
                    <a:pt x="16" y="58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4" y="104"/>
                    <a:pt x="14" y="104"/>
                    <a:pt x="14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15" y="0"/>
                    <a:pt x="26" y="0"/>
                  </a:cubicBezTo>
                  <a:cubicBezTo>
                    <a:pt x="46" y="0"/>
                    <a:pt x="61" y="8"/>
                    <a:pt x="61" y="27"/>
                  </a:cubicBezTo>
                  <a:cubicBezTo>
                    <a:pt x="61" y="45"/>
                    <a:pt x="47" y="55"/>
                    <a:pt x="30" y="56"/>
                  </a:cubicBezTo>
                  <a:cubicBezTo>
                    <a:pt x="33" y="60"/>
                    <a:pt x="37" y="64"/>
                    <a:pt x="39" y="67"/>
                  </a:cubicBezTo>
                  <a:cubicBezTo>
                    <a:pt x="67" y="104"/>
                    <a:pt x="67" y="104"/>
                    <a:pt x="67" y="104"/>
                  </a:cubicBezTo>
                  <a:lnTo>
                    <a:pt x="49" y="104"/>
                  </a:lnTo>
                  <a:close/>
                  <a:moveTo>
                    <a:pt x="23" y="12"/>
                  </a:moveTo>
                  <a:cubicBezTo>
                    <a:pt x="20" y="12"/>
                    <a:pt x="17" y="12"/>
                    <a:pt x="14" y="12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6" y="47"/>
                    <a:pt x="19" y="47"/>
                    <a:pt x="23" y="47"/>
                  </a:cubicBezTo>
                  <a:cubicBezTo>
                    <a:pt x="37" y="47"/>
                    <a:pt x="46" y="40"/>
                    <a:pt x="46" y="29"/>
                  </a:cubicBezTo>
                  <a:cubicBezTo>
                    <a:pt x="46" y="17"/>
                    <a:pt x="38" y="12"/>
                    <a:pt x="23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2" name="Rectangle 109">
              <a:extLst>
                <a:ext uri="{FF2B5EF4-FFF2-40B4-BE49-F238E27FC236}">
                  <a16:creationId xmlns:a16="http://schemas.microsoft.com/office/drawing/2014/main" id="{03D2B083-DF83-46F8-8599-12351FA34B3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1" y="1329"/>
              <a:ext cx="33" cy="24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3" name="Freeform 110">
              <a:extLst>
                <a:ext uri="{FF2B5EF4-FFF2-40B4-BE49-F238E27FC236}">
                  <a16:creationId xmlns:a16="http://schemas.microsoft.com/office/drawing/2014/main" id="{CD6CD91D-F026-4665-A025-EF23AD7DB53C}"/>
                </a:ext>
              </a:extLst>
            </p:cNvPr>
            <p:cNvSpPr>
              <a:spLocks/>
            </p:cNvSpPr>
            <p:nvPr/>
          </p:nvSpPr>
          <p:spPr bwMode="gray">
            <a:xfrm>
              <a:off x="2175" y="1329"/>
              <a:ext cx="194" cy="245"/>
            </a:xfrm>
            <a:custGeom>
              <a:avLst/>
              <a:gdLst>
                <a:gd name="T0" fmla="*/ 64 w 82"/>
                <a:gd name="T1" fmla="*/ 103 h 103"/>
                <a:gd name="T2" fmla="*/ 25 w 82"/>
                <a:gd name="T3" fmla="*/ 39 h 103"/>
                <a:gd name="T4" fmla="*/ 13 w 82"/>
                <a:gd name="T5" fmla="*/ 18 h 103"/>
                <a:gd name="T6" fmla="*/ 14 w 82"/>
                <a:gd name="T7" fmla="*/ 70 h 103"/>
                <a:gd name="T8" fmla="*/ 14 w 82"/>
                <a:gd name="T9" fmla="*/ 103 h 103"/>
                <a:gd name="T10" fmla="*/ 0 w 82"/>
                <a:gd name="T11" fmla="*/ 103 h 103"/>
                <a:gd name="T12" fmla="*/ 0 w 82"/>
                <a:gd name="T13" fmla="*/ 0 h 103"/>
                <a:gd name="T14" fmla="*/ 19 w 82"/>
                <a:gd name="T15" fmla="*/ 0 h 103"/>
                <a:gd name="T16" fmla="*/ 57 w 82"/>
                <a:gd name="T17" fmla="*/ 62 h 103"/>
                <a:gd name="T18" fmla="*/ 69 w 82"/>
                <a:gd name="T19" fmla="*/ 84 h 103"/>
                <a:gd name="T20" fmla="*/ 68 w 82"/>
                <a:gd name="T21" fmla="*/ 29 h 103"/>
                <a:gd name="T22" fmla="*/ 68 w 82"/>
                <a:gd name="T23" fmla="*/ 0 h 103"/>
                <a:gd name="T24" fmla="*/ 82 w 82"/>
                <a:gd name="T25" fmla="*/ 0 h 103"/>
                <a:gd name="T26" fmla="*/ 82 w 82"/>
                <a:gd name="T27" fmla="*/ 103 h 103"/>
                <a:gd name="T28" fmla="*/ 64 w 82"/>
                <a:gd name="T2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" h="103">
                  <a:moveTo>
                    <a:pt x="64" y="103"/>
                  </a:moveTo>
                  <a:cubicBezTo>
                    <a:pt x="25" y="39"/>
                    <a:pt x="25" y="39"/>
                    <a:pt x="25" y="39"/>
                  </a:cubicBezTo>
                  <a:cubicBezTo>
                    <a:pt x="20" y="32"/>
                    <a:pt x="16" y="25"/>
                    <a:pt x="13" y="18"/>
                  </a:cubicBezTo>
                  <a:cubicBezTo>
                    <a:pt x="13" y="29"/>
                    <a:pt x="14" y="53"/>
                    <a:pt x="14" y="70"/>
                  </a:cubicBezTo>
                  <a:cubicBezTo>
                    <a:pt x="14" y="103"/>
                    <a:pt x="14" y="103"/>
                    <a:pt x="14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61" y="69"/>
                    <a:pt x="66" y="77"/>
                    <a:pt x="69" y="84"/>
                  </a:cubicBezTo>
                  <a:cubicBezTo>
                    <a:pt x="69" y="71"/>
                    <a:pt x="68" y="46"/>
                    <a:pt x="68" y="29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103"/>
                    <a:pt x="82" y="103"/>
                    <a:pt x="82" y="103"/>
                  </a:cubicBezTo>
                  <a:lnTo>
                    <a:pt x="64" y="10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4" name="Freeform 111">
              <a:extLst>
                <a:ext uri="{FF2B5EF4-FFF2-40B4-BE49-F238E27FC236}">
                  <a16:creationId xmlns:a16="http://schemas.microsoft.com/office/drawing/2014/main" id="{46E9B4A8-65D6-4712-BD0A-BFE2493A95AD}"/>
                </a:ext>
              </a:extLst>
            </p:cNvPr>
            <p:cNvSpPr>
              <a:spLocks/>
            </p:cNvSpPr>
            <p:nvPr/>
          </p:nvSpPr>
          <p:spPr bwMode="gray">
            <a:xfrm>
              <a:off x="2423" y="1326"/>
              <a:ext cx="199" cy="250"/>
            </a:xfrm>
            <a:custGeom>
              <a:avLst/>
              <a:gdLst>
                <a:gd name="T0" fmla="*/ 50 w 84"/>
                <a:gd name="T1" fmla="*/ 105 h 105"/>
                <a:gd name="T2" fmla="*/ 0 w 84"/>
                <a:gd name="T3" fmla="*/ 54 h 105"/>
                <a:gd name="T4" fmla="*/ 55 w 84"/>
                <a:gd name="T5" fmla="*/ 0 h 105"/>
                <a:gd name="T6" fmla="*/ 83 w 84"/>
                <a:gd name="T7" fmla="*/ 4 h 105"/>
                <a:gd name="T8" fmla="*/ 80 w 84"/>
                <a:gd name="T9" fmla="*/ 17 h 105"/>
                <a:gd name="T10" fmla="*/ 53 w 84"/>
                <a:gd name="T11" fmla="*/ 12 h 105"/>
                <a:gd name="T12" fmla="*/ 14 w 84"/>
                <a:gd name="T13" fmla="*/ 53 h 105"/>
                <a:gd name="T14" fmla="*/ 52 w 84"/>
                <a:gd name="T15" fmla="*/ 93 h 105"/>
                <a:gd name="T16" fmla="*/ 71 w 84"/>
                <a:gd name="T17" fmla="*/ 90 h 105"/>
                <a:gd name="T18" fmla="*/ 71 w 84"/>
                <a:gd name="T19" fmla="*/ 51 h 105"/>
                <a:gd name="T20" fmla="*/ 84 w 84"/>
                <a:gd name="T21" fmla="*/ 51 h 105"/>
                <a:gd name="T22" fmla="*/ 84 w 84"/>
                <a:gd name="T23" fmla="*/ 99 h 105"/>
                <a:gd name="T24" fmla="*/ 50 w 84"/>
                <a:gd name="T2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05">
                  <a:moveTo>
                    <a:pt x="50" y="105"/>
                  </a:moveTo>
                  <a:cubicBezTo>
                    <a:pt x="19" y="105"/>
                    <a:pt x="0" y="86"/>
                    <a:pt x="0" y="54"/>
                  </a:cubicBezTo>
                  <a:cubicBezTo>
                    <a:pt x="0" y="23"/>
                    <a:pt x="21" y="0"/>
                    <a:pt x="55" y="0"/>
                  </a:cubicBezTo>
                  <a:cubicBezTo>
                    <a:pt x="65" y="0"/>
                    <a:pt x="74" y="1"/>
                    <a:pt x="83" y="4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72" y="14"/>
                    <a:pt x="63" y="12"/>
                    <a:pt x="53" y="12"/>
                  </a:cubicBezTo>
                  <a:cubicBezTo>
                    <a:pt x="32" y="12"/>
                    <a:pt x="14" y="25"/>
                    <a:pt x="14" y="53"/>
                  </a:cubicBezTo>
                  <a:cubicBezTo>
                    <a:pt x="14" y="78"/>
                    <a:pt x="29" y="93"/>
                    <a:pt x="52" y="93"/>
                  </a:cubicBezTo>
                  <a:cubicBezTo>
                    <a:pt x="59" y="93"/>
                    <a:pt x="65" y="92"/>
                    <a:pt x="71" y="90"/>
                  </a:cubicBezTo>
                  <a:cubicBezTo>
                    <a:pt x="71" y="51"/>
                    <a:pt x="71" y="51"/>
                    <a:pt x="71" y="51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4" y="99"/>
                    <a:pt x="84" y="99"/>
                    <a:pt x="84" y="99"/>
                  </a:cubicBezTo>
                  <a:cubicBezTo>
                    <a:pt x="74" y="103"/>
                    <a:pt x="62" y="105"/>
                    <a:pt x="50" y="10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5" name="Rectangle 112">
              <a:extLst>
                <a:ext uri="{FF2B5EF4-FFF2-40B4-BE49-F238E27FC236}">
                  <a16:creationId xmlns:a16="http://schemas.microsoft.com/office/drawing/2014/main" id="{B6CF6802-D53D-4169-B726-7FD09942CB5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45" y="1671"/>
              <a:ext cx="33" cy="2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6" name="Freeform 113">
              <a:extLst>
                <a:ext uri="{FF2B5EF4-FFF2-40B4-BE49-F238E27FC236}">
                  <a16:creationId xmlns:a16="http://schemas.microsoft.com/office/drawing/2014/main" id="{74C03BEE-0515-46C2-943B-1ECD9DB8074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642" y="1669"/>
              <a:ext cx="196" cy="247"/>
            </a:xfrm>
            <a:custGeom>
              <a:avLst/>
              <a:gdLst>
                <a:gd name="T0" fmla="*/ 26 w 83"/>
                <a:gd name="T1" fmla="*/ 104 h 104"/>
                <a:gd name="T2" fmla="*/ 0 w 83"/>
                <a:gd name="T3" fmla="*/ 103 h 104"/>
                <a:gd name="T4" fmla="*/ 0 w 83"/>
                <a:gd name="T5" fmla="*/ 1 h 104"/>
                <a:gd name="T6" fmla="*/ 31 w 83"/>
                <a:gd name="T7" fmla="*/ 0 h 104"/>
                <a:gd name="T8" fmla="*/ 83 w 83"/>
                <a:gd name="T9" fmla="*/ 51 h 104"/>
                <a:gd name="T10" fmla="*/ 26 w 83"/>
                <a:gd name="T11" fmla="*/ 104 h 104"/>
                <a:gd name="T12" fmla="*/ 29 w 83"/>
                <a:gd name="T13" fmla="*/ 12 h 104"/>
                <a:gd name="T14" fmla="*/ 14 w 83"/>
                <a:gd name="T15" fmla="*/ 12 h 104"/>
                <a:gd name="T16" fmla="*/ 14 w 83"/>
                <a:gd name="T17" fmla="*/ 91 h 104"/>
                <a:gd name="T18" fmla="*/ 28 w 83"/>
                <a:gd name="T19" fmla="*/ 92 h 104"/>
                <a:gd name="T20" fmla="*/ 68 w 83"/>
                <a:gd name="T21" fmla="*/ 52 h 104"/>
                <a:gd name="T22" fmla="*/ 29 w 83"/>
                <a:gd name="T23" fmla="*/ 1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3" h="104">
                  <a:moveTo>
                    <a:pt x="26" y="104"/>
                  </a:moveTo>
                  <a:cubicBezTo>
                    <a:pt x="16" y="104"/>
                    <a:pt x="8" y="103"/>
                    <a:pt x="0" y="10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19" y="0"/>
                    <a:pt x="31" y="0"/>
                  </a:cubicBezTo>
                  <a:cubicBezTo>
                    <a:pt x="64" y="0"/>
                    <a:pt x="83" y="16"/>
                    <a:pt x="83" y="51"/>
                  </a:cubicBezTo>
                  <a:cubicBezTo>
                    <a:pt x="83" y="86"/>
                    <a:pt x="60" y="104"/>
                    <a:pt x="26" y="104"/>
                  </a:cubicBezTo>
                  <a:close/>
                  <a:moveTo>
                    <a:pt x="29" y="12"/>
                  </a:moveTo>
                  <a:cubicBezTo>
                    <a:pt x="24" y="12"/>
                    <a:pt x="18" y="12"/>
                    <a:pt x="14" y="12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8" y="92"/>
                    <a:pt x="23" y="92"/>
                    <a:pt x="28" y="92"/>
                  </a:cubicBezTo>
                  <a:cubicBezTo>
                    <a:pt x="52" y="92"/>
                    <a:pt x="68" y="80"/>
                    <a:pt x="68" y="52"/>
                  </a:cubicBezTo>
                  <a:cubicBezTo>
                    <a:pt x="68" y="26"/>
                    <a:pt x="56" y="12"/>
                    <a:pt x="29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7" name="Freeform 114">
              <a:extLst>
                <a:ext uri="{FF2B5EF4-FFF2-40B4-BE49-F238E27FC236}">
                  <a16:creationId xmlns:a16="http://schemas.microsoft.com/office/drawing/2014/main" id="{7A8EC942-81C1-418D-8C4D-7013E515F48E}"/>
                </a:ext>
              </a:extLst>
            </p:cNvPr>
            <p:cNvSpPr>
              <a:spLocks/>
            </p:cNvSpPr>
            <p:nvPr/>
          </p:nvSpPr>
          <p:spPr bwMode="gray">
            <a:xfrm>
              <a:off x="883" y="1671"/>
              <a:ext cx="126" cy="243"/>
            </a:xfrm>
            <a:custGeom>
              <a:avLst/>
              <a:gdLst>
                <a:gd name="T0" fmla="*/ 0 w 126"/>
                <a:gd name="T1" fmla="*/ 243 h 243"/>
                <a:gd name="T2" fmla="*/ 0 w 126"/>
                <a:gd name="T3" fmla="*/ 0 h 243"/>
                <a:gd name="T4" fmla="*/ 126 w 126"/>
                <a:gd name="T5" fmla="*/ 0 h 243"/>
                <a:gd name="T6" fmla="*/ 126 w 126"/>
                <a:gd name="T7" fmla="*/ 26 h 243"/>
                <a:gd name="T8" fmla="*/ 33 w 126"/>
                <a:gd name="T9" fmla="*/ 26 h 243"/>
                <a:gd name="T10" fmla="*/ 33 w 126"/>
                <a:gd name="T11" fmla="*/ 105 h 243"/>
                <a:gd name="T12" fmla="*/ 121 w 126"/>
                <a:gd name="T13" fmla="*/ 105 h 243"/>
                <a:gd name="T14" fmla="*/ 121 w 126"/>
                <a:gd name="T15" fmla="*/ 131 h 243"/>
                <a:gd name="T16" fmla="*/ 33 w 126"/>
                <a:gd name="T17" fmla="*/ 131 h 243"/>
                <a:gd name="T18" fmla="*/ 33 w 126"/>
                <a:gd name="T19" fmla="*/ 217 h 243"/>
                <a:gd name="T20" fmla="*/ 126 w 126"/>
                <a:gd name="T21" fmla="*/ 217 h 243"/>
                <a:gd name="T22" fmla="*/ 126 w 126"/>
                <a:gd name="T23" fmla="*/ 243 h 243"/>
                <a:gd name="T24" fmla="*/ 0 w 126"/>
                <a:gd name="T25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6" h="243">
                  <a:moveTo>
                    <a:pt x="0" y="243"/>
                  </a:moveTo>
                  <a:lnTo>
                    <a:pt x="0" y="0"/>
                  </a:lnTo>
                  <a:lnTo>
                    <a:pt x="126" y="0"/>
                  </a:lnTo>
                  <a:lnTo>
                    <a:pt x="126" y="26"/>
                  </a:lnTo>
                  <a:lnTo>
                    <a:pt x="33" y="26"/>
                  </a:lnTo>
                  <a:lnTo>
                    <a:pt x="33" y="105"/>
                  </a:lnTo>
                  <a:lnTo>
                    <a:pt x="121" y="105"/>
                  </a:lnTo>
                  <a:lnTo>
                    <a:pt x="121" y="131"/>
                  </a:lnTo>
                  <a:lnTo>
                    <a:pt x="33" y="131"/>
                  </a:lnTo>
                  <a:lnTo>
                    <a:pt x="33" y="217"/>
                  </a:lnTo>
                  <a:lnTo>
                    <a:pt x="126" y="217"/>
                  </a:lnTo>
                  <a:lnTo>
                    <a:pt x="126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8" name="Freeform 115">
              <a:extLst>
                <a:ext uri="{FF2B5EF4-FFF2-40B4-BE49-F238E27FC236}">
                  <a16:creationId xmlns:a16="http://schemas.microsoft.com/office/drawing/2014/main" id="{B128454C-4528-437B-91DB-D59CF1A47D3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035" y="1671"/>
              <a:ext cx="215" cy="243"/>
            </a:xfrm>
            <a:custGeom>
              <a:avLst/>
              <a:gdLst>
                <a:gd name="T0" fmla="*/ 75 w 91"/>
                <a:gd name="T1" fmla="*/ 102 h 102"/>
                <a:gd name="T2" fmla="*/ 66 w 91"/>
                <a:gd name="T3" fmla="*/ 78 h 102"/>
                <a:gd name="T4" fmla="*/ 23 w 91"/>
                <a:gd name="T5" fmla="*/ 78 h 102"/>
                <a:gd name="T6" fmla="*/ 14 w 91"/>
                <a:gd name="T7" fmla="*/ 102 h 102"/>
                <a:gd name="T8" fmla="*/ 0 w 91"/>
                <a:gd name="T9" fmla="*/ 102 h 102"/>
                <a:gd name="T10" fmla="*/ 37 w 91"/>
                <a:gd name="T11" fmla="*/ 0 h 102"/>
                <a:gd name="T12" fmla="*/ 53 w 91"/>
                <a:gd name="T13" fmla="*/ 0 h 102"/>
                <a:gd name="T14" fmla="*/ 91 w 91"/>
                <a:gd name="T15" fmla="*/ 102 h 102"/>
                <a:gd name="T16" fmla="*/ 75 w 91"/>
                <a:gd name="T17" fmla="*/ 102 h 102"/>
                <a:gd name="T18" fmla="*/ 49 w 91"/>
                <a:gd name="T19" fmla="*/ 29 h 102"/>
                <a:gd name="T20" fmla="*/ 45 w 91"/>
                <a:gd name="T21" fmla="*/ 15 h 102"/>
                <a:gd name="T22" fmla="*/ 44 w 91"/>
                <a:gd name="T23" fmla="*/ 15 h 102"/>
                <a:gd name="T24" fmla="*/ 40 w 91"/>
                <a:gd name="T25" fmla="*/ 29 h 102"/>
                <a:gd name="T26" fmla="*/ 26 w 91"/>
                <a:gd name="T27" fmla="*/ 67 h 102"/>
                <a:gd name="T28" fmla="*/ 63 w 91"/>
                <a:gd name="T29" fmla="*/ 67 h 102"/>
                <a:gd name="T30" fmla="*/ 49 w 91"/>
                <a:gd name="T31" fmla="*/ 29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" h="102">
                  <a:moveTo>
                    <a:pt x="75" y="102"/>
                  </a:moveTo>
                  <a:cubicBezTo>
                    <a:pt x="66" y="78"/>
                    <a:pt x="66" y="78"/>
                    <a:pt x="66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91" y="102"/>
                    <a:pt x="91" y="102"/>
                    <a:pt x="91" y="102"/>
                  </a:cubicBezTo>
                  <a:lnTo>
                    <a:pt x="75" y="102"/>
                  </a:lnTo>
                  <a:close/>
                  <a:moveTo>
                    <a:pt x="49" y="29"/>
                  </a:moveTo>
                  <a:cubicBezTo>
                    <a:pt x="47" y="24"/>
                    <a:pt x="46" y="20"/>
                    <a:pt x="45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3" y="20"/>
                    <a:pt x="42" y="24"/>
                    <a:pt x="40" y="29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63" y="67"/>
                    <a:pt x="63" y="67"/>
                    <a:pt x="63" y="67"/>
                  </a:cubicBezTo>
                  <a:lnTo>
                    <a:pt x="49" y="2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9" name="Freeform 116">
              <a:extLst>
                <a:ext uri="{FF2B5EF4-FFF2-40B4-BE49-F238E27FC236}">
                  <a16:creationId xmlns:a16="http://schemas.microsoft.com/office/drawing/2014/main" id="{E277A322-D9B0-406B-AE11-787C98C27989}"/>
                </a:ext>
              </a:extLst>
            </p:cNvPr>
            <p:cNvSpPr>
              <a:spLocks/>
            </p:cNvSpPr>
            <p:nvPr/>
          </p:nvSpPr>
          <p:spPr bwMode="gray">
            <a:xfrm>
              <a:off x="1274" y="1666"/>
              <a:ext cx="144" cy="253"/>
            </a:xfrm>
            <a:custGeom>
              <a:avLst/>
              <a:gdLst>
                <a:gd name="T0" fmla="*/ 23 w 61"/>
                <a:gd name="T1" fmla="*/ 106 h 106"/>
                <a:gd name="T2" fmla="*/ 1 w 61"/>
                <a:gd name="T3" fmla="*/ 103 h 106"/>
                <a:gd name="T4" fmla="*/ 2 w 61"/>
                <a:gd name="T5" fmla="*/ 90 h 106"/>
                <a:gd name="T6" fmla="*/ 24 w 61"/>
                <a:gd name="T7" fmla="*/ 94 h 106"/>
                <a:gd name="T8" fmla="*/ 46 w 61"/>
                <a:gd name="T9" fmla="*/ 76 h 106"/>
                <a:gd name="T10" fmla="*/ 0 w 61"/>
                <a:gd name="T11" fmla="*/ 30 h 106"/>
                <a:gd name="T12" fmla="*/ 36 w 61"/>
                <a:gd name="T13" fmla="*/ 0 h 106"/>
                <a:gd name="T14" fmla="*/ 54 w 61"/>
                <a:gd name="T15" fmla="*/ 2 h 106"/>
                <a:gd name="T16" fmla="*/ 53 w 61"/>
                <a:gd name="T17" fmla="*/ 15 h 106"/>
                <a:gd name="T18" fmla="*/ 35 w 61"/>
                <a:gd name="T19" fmla="*/ 12 h 106"/>
                <a:gd name="T20" fmla="*/ 14 w 61"/>
                <a:gd name="T21" fmla="*/ 28 h 106"/>
                <a:gd name="T22" fmla="*/ 61 w 61"/>
                <a:gd name="T23" fmla="*/ 74 h 106"/>
                <a:gd name="T24" fmla="*/ 23 w 61"/>
                <a:gd name="T2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106">
                  <a:moveTo>
                    <a:pt x="23" y="106"/>
                  </a:moveTo>
                  <a:cubicBezTo>
                    <a:pt x="15" y="106"/>
                    <a:pt x="7" y="105"/>
                    <a:pt x="1" y="103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9" y="92"/>
                    <a:pt x="16" y="94"/>
                    <a:pt x="24" y="94"/>
                  </a:cubicBezTo>
                  <a:cubicBezTo>
                    <a:pt x="36" y="94"/>
                    <a:pt x="46" y="89"/>
                    <a:pt x="46" y="76"/>
                  </a:cubicBezTo>
                  <a:cubicBezTo>
                    <a:pt x="46" y="53"/>
                    <a:pt x="0" y="62"/>
                    <a:pt x="0" y="30"/>
                  </a:cubicBezTo>
                  <a:cubicBezTo>
                    <a:pt x="0" y="13"/>
                    <a:pt x="13" y="0"/>
                    <a:pt x="36" y="0"/>
                  </a:cubicBezTo>
                  <a:cubicBezTo>
                    <a:pt x="42" y="0"/>
                    <a:pt x="48" y="1"/>
                    <a:pt x="54" y="2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47" y="13"/>
                    <a:pt x="41" y="12"/>
                    <a:pt x="35" y="12"/>
                  </a:cubicBezTo>
                  <a:cubicBezTo>
                    <a:pt x="21" y="12"/>
                    <a:pt x="14" y="18"/>
                    <a:pt x="14" y="28"/>
                  </a:cubicBezTo>
                  <a:cubicBezTo>
                    <a:pt x="14" y="50"/>
                    <a:pt x="61" y="42"/>
                    <a:pt x="61" y="74"/>
                  </a:cubicBezTo>
                  <a:cubicBezTo>
                    <a:pt x="61" y="93"/>
                    <a:pt x="46" y="106"/>
                    <a:pt x="23" y="10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0" name="Freeform 117">
              <a:extLst>
                <a:ext uri="{FF2B5EF4-FFF2-40B4-BE49-F238E27FC236}">
                  <a16:creationId xmlns:a16="http://schemas.microsoft.com/office/drawing/2014/main" id="{C798CB1B-A4A8-4594-B6CD-899385D66F3D}"/>
                </a:ext>
              </a:extLst>
            </p:cNvPr>
            <p:cNvSpPr>
              <a:spLocks/>
            </p:cNvSpPr>
            <p:nvPr/>
          </p:nvSpPr>
          <p:spPr bwMode="gray">
            <a:xfrm>
              <a:off x="1515" y="1671"/>
              <a:ext cx="173" cy="243"/>
            </a:xfrm>
            <a:custGeom>
              <a:avLst/>
              <a:gdLst>
                <a:gd name="T0" fmla="*/ 104 w 173"/>
                <a:gd name="T1" fmla="*/ 29 h 243"/>
                <a:gd name="T2" fmla="*/ 104 w 173"/>
                <a:gd name="T3" fmla="*/ 243 h 243"/>
                <a:gd name="T4" fmla="*/ 71 w 173"/>
                <a:gd name="T5" fmla="*/ 243 h 243"/>
                <a:gd name="T6" fmla="*/ 71 w 173"/>
                <a:gd name="T7" fmla="*/ 29 h 243"/>
                <a:gd name="T8" fmla="*/ 0 w 173"/>
                <a:gd name="T9" fmla="*/ 29 h 243"/>
                <a:gd name="T10" fmla="*/ 0 w 173"/>
                <a:gd name="T11" fmla="*/ 0 h 243"/>
                <a:gd name="T12" fmla="*/ 173 w 173"/>
                <a:gd name="T13" fmla="*/ 0 h 243"/>
                <a:gd name="T14" fmla="*/ 173 w 173"/>
                <a:gd name="T15" fmla="*/ 29 h 243"/>
                <a:gd name="T16" fmla="*/ 104 w 173"/>
                <a:gd name="T17" fmla="*/ 29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243">
                  <a:moveTo>
                    <a:pt x="104" y="29"/>
                  </a:moveTo>
                  <a:lnTo>
                    <a:pt x="104" y="243"/>
                  </a:lnTo>
                  <a:lnTo>
                    <a:pt x="71" y="243"/>
                  </a:lnTo>
                  <a:lnTo>
                    <a:pt x="71" y="29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73" y="0"/>
                  </a:lnTo>
                  <a:lnTo>
                    <a:pt x="173" y="29"/>
                  </a:lnTo>
                  <a:lnTo>
                    <a:pt x="104" y="2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1" name="Freeform 118">
              <a:extLst>
                <a:ext uri="{FF2B5EF4-FFF2-40B4-BE49-F238E27FC236}">
                  <a16:creationId xmlns:a16="http://schemas.microsoft.com/office/drawing/2014/main" id="{A6F3C57B-099C-4C95-8DAA-978582D0829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97" y="1666"/>
              <a:ext cx="223" cy="253"/>
            </a:xfrm>
            <a:custGeom>
              <a:avLst/>
              <a:gdLst>
                <a:gd name="T0" fmla="*/ 45 w 94"/>
                <a:gd name="T1" fmla="*/ 106 h 106"/>
                <a:gd name="T2" fmla="*/ 0 w 94"/>
                <a:gd name="T3" fmla="*/ 54 h 106"/>
                <a:gd name="T4" fmla="*/ 48 w 94"/>
                <a:gd name="T5" fmla="*/ 0 h 106"/>
                <a:gd name="T6" fmla="*/ 94 w 94"/>
                <a:gd name="T7" fmla="*/ 52 h 106"/>
                <a:gd name="T8" fmla="*/ 45 w 94"/>
                <a:gd name="T9" fmla="*/ 106 h 106"/>
                <a:gd name="T10" fmla="*/ 47 w 94"/>
                <a:gd name="T11" fmla="*/ 13 h 106"/>
                <a:gd name="T12" fmla="*/ 14 w 94"/>
                <a:gd name="T13" fmla="*/ 52 h 106"/>
                <a:gd name="T14" fmla="*/ 46 w 94"/>
                <a:gd name="T15" fmla="*/ 93 h 106"/>
                <a:gd name="T16" fmla="*/ 79 w 94"/>
                <a:gd name="T17" fmla="*/ 54 h 106"/>
                <a:gd name="T18" fmla="*/ 47 w 94"/>
                <a:gd name="T19" fmla="*/ 1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" h="106">
                  <a:moveTo>
                    <a:pt x="45" y="106"/>
                  </a:moveTo>
                  <a:cubicBezTo>
                    <a:pt x="14" y="106"/>
                    <a:pt x="0" y="85"/>
                    <a:pt x="0" y="54"/>
                  </a:cubicBezTo>
                  <a:cubicBezTo>
                    <a:pt x="0" y="20"/>
                    <a:pt x="21" y="0"/>
                    <a:pt x="48" y="0"/>
                  </a:cubicBezTo>
                  <a:cubicBezTo>
                    <a:pt x="76" y="0"/>
                    <a:pt x="94" y="18"/>
                    <a:pt x="94" y="52"/>
                  </a:cubicBezTo>
                  <a:cubicBezTo>
                    <a:pt x="94" y="86"/>
                    <a:pt x="72" y="106"/>
                    <a:pt x="45" y="106"/>
                  </a:cubicBezTo>
                  <a:close/>
                  <a:moveTo>
                    <a:pt x="47" y="13"/>
                  </a:moveTo>
                  <a:cubicBezTo>
                    <a:pt x="30" y="13"/>
                    <a:pt x="14" y="26"/>
                    <a:pt x="14" y="52"/>
                  </a:cubicBezTo>
                  <a:cubicBezTo>
                    <a:pt x="14" y="77"/>
                    <a:pt x="25" y="93"/>
                    <a:pt x="46" y="93"/>
                  </a:cubicBezTo>
                  <a:cubicBezTo>
                    <a:pt x="63" y="93"/>
                    <a:pt x="79" y="80"/>
                    <a:pt x="79" y="54"/>
                  </a:cubicBezTo>
                  <a:cubicBezTo>
                    <a:pt x="79" y="27"/>
                    <a:pt x="67" y="13"/>
                    <a:pt x="47" y="1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2" name="Freeform 119">
              <a:extLst>
                <a:ext uri="{FF2B5EF4-FFF2-40B4-BE49-F238E27FC236}">
                  <a16:creationId xmlns:a16="http://schemas.microsoft.com/office/drawing/2014/main" id="{0F7841D5-4D5F-4517-805E-800726B09C94}"/>
                </a:ext>
              </a:extLst>
            </p:cNvPr>
            <p:cNvSpPr>
              <a:spLocks/>
            </p:cNvSpPr>
            <p:nvPr/>
          </p:nvSpPr>
          <p:spPr bwMode="gray">
            <a:xfrm>
              <a:off x="2061" y="1671"/>
              <a:ext cx="121" cy="243"/>
            </a:xfrm>
            <a:custGeom>
              <a:avLst/>
              <a:gdLst>
                <a:gd name="T0" fmla="*/ 0 w 121"/>
                <a:gd name="T1" fmla="*/ 243 h 243"/>
                <a:gd name="T2" fmla="*/ 0 w 121"/>
                <a:gd name="T3" fmla="*/ 0 h 243"/>
                <a:gd name="T4" fmla="*/ 34 w 121"/>
                <a:gd name="T5" fmla="*/ 0 h 243"/>
                <a:gd name="T6" fmla="*/ 34 w 121"/>
                <a:gd name="T7" fmla="*/ 214 h 243"/>
                <a:gd name="T8" fmla="*/ 121 w 121"/>
                <a:gd name="T9" fmla="*/ 214 h 243"/>
                <a:gd name="T10" fmla="*/ 121 w 121"/>
                <a:gd name="T11" fmla="*/ 243 h 243"/>
                <a:gd name="T12" fmla="*/ 0 w 121"/>
                <a:gd name="T13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243">
                  <a:moveTo>
                    <a:pt x="0" y="243"/>
                  </a:moveTo>
                  <a:lnTo>
                    <a:pt x="0" y="0"/>
                  </a:lnTo>
                  <a:lnTo>
                    <a:pt x="34" y="0"/>
                  </a:lnTo>
                  <a:lnTo>
                    <a:pt x="34" y="214"/>
                  </a:lnTo>
                  <a:lnTo>
                    <a:pt x="121" y="214"/>
                  </a:lnTo>
                  <a:lnTo>
                    <a:pt x="121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3" name="Rectangle 120">
              <a:extLst>
                <a:ext uri="{FF2B5EF4-FFF2-40B4-BE49-F238E27FC236}">
                  <a16:creationId xmlns:a16="http://schemas.microsoft.com/office/drawing/2014/main" id="{9B7CCF39-2217-4ECB-BC02-50481311BCD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25" y="1671"/>
              <a:ext cx="33" cy="2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4" name="Freeform 121">
              <a:extLst>
                <a:ext uri="{FF2B5EF4-FFF2-40B4-BE49-F238E27FC236}">
                  <a16:creationId xmlns:a16="http://schemas.microsoft.com/office/drawing/2014/main" id="{286BDA6E-9CB2-4242-9E34-18895AF10C35}"/>
                </a:ext>
              </a:extLst>
            </p:cNvPr>
            <p:cNvSpPr>
              <a:spLocks/>
            </p:cNvSpPr>
            <p:nvPr/>
          </p:nvSpPr>
          <p:spPr bwMode="gray">
            <a:xfrm>
              <a:off x="2329" y="1671"/>
              <a:ext cx="125" cy="243"/>
            </a:xfrm>
            <a:custGeom>
              <a:avLst/>
              <a:gdLst>
                <a:gd name="T0" fmla="*/ 33 w 125"/>
                <a:gd name="T1" fmla="*/ 26 h 243"/>
                <a:gd name="T2" fmla="*/ 33 w 125"/>
                <a:gd name="T3" fmla="*/ 107 h 243"/>
                <a:gd name="T4" fmla="*/ 120 w 125"/>
                <a:gd name="T5" fmla="*/ 107 h 243"/>
                <a:gd name="T6" fmla="*/ 120 w 125"/>
                <a:gd name="T7" fmla="*/ 133 h 243"/>
                <a:gd name="T8" fmla="*/ 33 w 125"/>
                <a:gd name="T9" fmla="*/ 133 h 243"/>
                <a:gd name="T10" fmla="*/ 33 w 125"/>
                <a:gd name="T11" fmla="*/ 243 h 243"/>
                <a:gd name="T12" fmla="*/ 0 w 125"/>
                <a:gd name="T13" fmla="*/ 243 h 243"/>
                <a:gd name="T14" fmla="*/ 0 w 125"/>
                <a:gd name="T15" fmla="*/ 0 h 243"/>
                <a:gd name="T16" fmla="*/ 125 w 125"/>
                <a:gd name="T17" fmla="*/ 0 h 243"/>
                <a:gd name="T18" fmla="*/ 125 w 125"/>
                <a:gd name="T19" fmla="*/ 26 h 243"/>
                <a:gd name="T20" fmla="*/ 33 w 125"/>
                <a:gd name="T21" fmla="*/ 26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" h="243">
                  <a:moveTo>
                    <a:pt x="33" y="26"/>
                  </a:moveTo>
                  <a:lnTo>
                    <a:pt x="33" y="107"/>
                  </a:lnTo>
                  <a:lnTo>
                    <a:pt x="120" y="107"/>
                  </a:lnTo>
                  <a:lnTo>
                    <a:pt x="120" y="133"/>
                  </a:lnTo>
                  <a:lnTo>
                    <a:pt x="33" y="133"/>
                  </a:lnTo>
                  <a:lnTo>
                    <a:pt x="33" y="243"/>
                  </a:lnTo>
                  <a:lnTo>
                    <a:pt x="0" y="243"/>
                  </a:lnTo>
                  <a:lnTo>
                    <a:pt x="0" y="0"/>
                  </a:lnTo>
                  <a:lnTo>
                    <a:pt x="125" y="0"/>
                  </a:lnTo>
                  <a:lnTo>
                    <a:pt x="125" y="26"/>
                  </a:lnTo>
                  <a:lnTo>
                    <a:pt x="33" y="2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5" name="Freeform 122">
              <a:extLst>
                <a:ext uri="{FF2B5EF4-FFF2-40B4-BE49-F238E27FC236}">
                  <a16:creationId xmlns:a16="http://schemas.microsoft.com/office/drawing/2014/main" id="{343E70BB-FBCF-4017-BAD6-AE2ACE0C7BDA}"/>
                </a:ext>
              </a:extLst>
            </p:cNvPr>
            <p:cNvSpPr>
              <a:spLocks/>
            </p:cNvSpPr>
            <p:nvPr/>
          </p:nvSpPr>
          <p:spPr bwMode="gray">
            <a:xfrm>
              <a:off x="2499" y="1671"/>
              <a:ext cx="123" cy="243"/>
            </a:xfrm>
            <a:custGeom>
              <a:avLst/>
              <a:gdLst>
                <a:gd name="T0" fmla="*/ 0 w 123"/>
                <a:gd name="T1" fmla="*/ 243 h 243"/>
                <a:gd name="T2" fmla="*/ 0 w 123"/>
                <a:gd name="T3" fmla="*/ 0 h 243"/>
                <a:gd name="T4" fmla="*/ 123 w 123"/>
                <a:gd name="T5" fmla="*/ 0 h 243"/>
                <a:gd name="T6" fmla="*/ 123 w 123"/>
                <a:gd name="T7" fmla="*/ 26 h 243"/>
                <a:gd name="T8" fmla="*/ 33 w 123"/>
                <a:gd name="T9" fmla="*/ 26 h 243"/>
                <a:gd name="T10" fmla="*/ 33 w 123"/>
                <a:gd name="T11" fmla="*/ 105 h 243"/>
                <a:gd name="T12" fmla="*/ 121 w 123"/>
                <a:gd name="T13" fmla="*/ 105 h 243"/>
                <a:gd name="T14" fmla="*/ 121 w 123"/>
                <a:gd name="T15" fmla="*/ 131 h 243"/>
                <a:gd name="T16" fmla="*/ 33 w 123"/>
                <a:gd name="T17" fmla="*/ 131 h 243"/>
                <a:gd name="T18" fmla="*/ 33 w 123"/>
                <a:gd name="T19" fmla="*/ 217 h 243"/>
                <a:gd name="T20" fmla="*/ 123 w 123"/>
                <a:gd name="T21" fmla="*/ 217 h 243"/>
                <a:gd name="T22" fmla="*/ 123 w 123"/>
                <a:gd name="T23" fmla="*/ 243 h 243"/>
                <a:gd name="T24" fmla="*/ 0 w 123"/>
                <a:gd name="T25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3" h="243">
                  <a:moveTo>
                    <a:pt x="0" y="243"/>
                  </a:moveTo>
                  <a:lnTo>
                    <a:pt x="0" y="0"/>
                  </a:lnTo>
                  <a:lnTo>
                    <a:pt x="123" y="0"/>
                  </a:lnTo>
                  <a:lnTo>
                    <a:pt x="123" y="26"/>
                  </a:lnTo>
                  <a:lnTo>
                    <a:pt x="33" y="26"/>
                  </a:lnTo>
                  <a:lnTo>
                    <a:pt x="33" y="105"/>
                  </a:lnTo>
                  <a:lnTo>
                    <a:pt x="121" y="105"/>
                  </a:lnTo>
                  <a:lnTo>
                    <a:pt x="121" y="131"/>
                  </a:lnTo>
                  <a:lnTo>
                    <a:pt x="33" y="131"/>
                  </a:lnTo>
                  <a:lnTo>
                    <a:pt x="33" y="217"/>
                  </a:lnTo>
                  <a:lnTo>
                    <a:pt x="123" y="217"/>
                  </a:lnTo>
                  <a:lnTo>
                    <a:pt x="123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6" name="Oval 123">
              <a:extLst>
                <a:ext uri="{FF2B5EF4-FFF2-40B4-BE49-F238E27FC236}">
                  <a16:creationId xmlns:a16="http://schemas.microsoft.com/office/drawing/2014/main" id="{1A42AE6E-148A-47D9-B117-A9C1EAD1D4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2" y="1873"/>
              <a:ext cx="42" cy="46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7" name="Rectangle 124">
              <a:extLst>
                <a:ext uri="{FF2B5EF4-FFF2-40B4-BE49-F238E27FC236}">
                  <a16:creationId xmlns:a16="http://schemas.microsoft.com/office/drawing/2014/main" id="{6F150DBE-8AE0-49B4-8B74-09130797E6A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1" y="1181"/>
              <a:ext cx="33" cy="88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169" name="Picture 168">
            <a:extLst>
              <a:ext uri="{FF2B5EF4-FFF2-40B4-BE49-F238E27FC236}">
                <a16:creationId xmlns:a16="http://schemas.microsoft.com/office/drawing/2014/main" id="{09603218-C91E-49D9-88DA-F1F837A3BE0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C"/>
              </a:clrFrom>
              <a:clrTo>
                <a:srgbClr val="FFFE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45379" y="-112571"/>
            <a:ext cx="1438899" cy="1421492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429D37B6-0C50-45DD-8A91-7A3245840D11}"/>
              </a:ext>
            </a:extLst>
          </p:cNvPr>
          <p:cNvSpPr txBox="1"/>
          <p:nvPr/>
        </p:nvSpPr>
        <p:spPr>
          <a:xfrm>
            <a:off x="335124" y="2590368"/>
            <a:ext cx="54345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Fruit compote</a:t>
            </a:r>
            <a:r>
              <a:rPr lang="en-US" sz="1400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en-US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Composition of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f</a:t>
            </a: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ruit smooth compote placed on the bottom of </a:t>
            </a:r>
            <a:r>
              <a:rPr lang="en-US" sz="14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spoonable</a:t>
            </a: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yogurt/fresh cheese creates the gentle and creamy texture of the product. </a:t>
            </a:r>
            <a:endParaRPr lang="ru-RU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2" descr="Peach Yoghurt | Baby Food Recipe | CERELAC">
            <a:extLst>
              <a:ext uri="{FF2B5EF4-FFF2-40B4-BE49-F238E27FC236}">
                <a16:creationId xmlns:a16="http://schemas.microsoft.com/office/drawing/2014/main" id="{05B8AEBB-427D-4EDC-B634-BA247964C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40" y="3302466"/>
            <a:ext cx="2422523" cy="179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5CCEB6FD-3E44-4252-B991-1BDE17C103E7}"/>
              </a:ext>
            </a:extLst>
          </p:cNvPr>
          <p:cNvSpPr txBox="1"/>
          <p:nvPr/>
        </p:nvSpPr>
        <p:spPr>
          <a:xfrm>
            <a:off x="3263341" y="3409683"/>
            <a:ext cx="26916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Layers close in textures but different in taste sensation: fresh and juicy vs neutral and creamy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251931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6B8EFA4-8C97-436B-AC9A-3ED06E773710}"/>
              </a:ext>
            </a:extLst>
          </p:cNvPr>
          <p:cNvCxnSpPr/>
          <p:nvPr/>
        </p:nvCxnSpPr>
        <p:spPr>
          <a:xfrm>
            <a:off x="-23797" y="2997873"/>
            <a:ext cx="1534167" cy="0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536A30E0-4384-4C33-806B-3F292CC5A910}"/>
              </a:ext>
            </a:extLst>
          </p:cNvPr>
          <p:cNvCxnSpPr/>
          <p:nvPr/>
        </p:nvCxnSpPr>
        <p:spPr>
          <a:xfrm>
            <a:off x="4120064" y="2818307"/>
            <a:ext cx="1044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0704AFB2-016A-4E47-8B20-EF2CE449B5B6}"/>
              </a:ext>
            </a:extLst>
          </p:cNvPr>
          <p:cNvSpPr/>
          <p:nvPr/>
        </p:nvSpPr>
        <p:spPr>
          <a:xfrm>
            <a:off x="4152962" y="2377097"/>
            <a:ext cx="3325361" cy="39406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20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Reasony Why</a:t>
            </a: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14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68602" algn="l"/>
              </a:tabLst>
              <a:defRPr/>
            </a:pPr>
            <a:r>
              <a:rPr kumimoji="0" lang="en-US" alt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Attracting consumer attention with popular taste profiles from other food categories.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Using cross-category inspirations to uplift consumer liking und spur consumer interest.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Ideal for seasonal or limited-time offerings.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Addressing younger target groups (young adults and kids).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Dairy &amp; Plant-based indulgence.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35858528-825E-41C0-A756-A9BE97EFD100}"/>
              </a:ext>
            </a:extLst>
          </p:cNvPr>
          <p:cNvSpPr txBox="1">
            <a:spLocks/>
          </p:cNvSpPr>
          <p:nvPr/>
        </p:nvSpPr>
        <p:spPr bwMode="gray">
          <a:xfrm>
            <a:off x="7824136" y="564086"/>
            <a:ext cx="3846747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1042896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lang="de-DE" sz="1600" b="0" i="0" u="none" strike="noStrike" kern="1200" baseline="0">
                <a:solidFill>
                  <a:schemeClr val="tx1"/>
                </a:solidFill>
                <a:latin typeface="+mj-lt"/>
                <a:ea typeface="Verdana" pitchFamily="34" charset="0"/>
                <a:cs typeface="Verdana" pitchFamily="34" charset="0"/>
              </a:defRPr>
            </a:lvl1pPr>
            <a:lvl2pPr marL="432010" indent="-216005" algn="l" defTabSz="542841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tabLst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4432308" indent="-260724" algn="l" defTabSz="104289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428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Verdana" pitchFamily="34" charset="0"/>
              </a:rPr>
              <a:t>Traditional, natural and beloved treat </a:t>
            </a:r>
            <a:r>
              <a:rPr lang="en-US" dirty="0">
                <a:solidFill>
                  <a:srgbClr val="00233E"/>
                </a:solidFill>
                <a:latin typeface="Verdana"/>
              </a:rPr>
              <a:t>will make </a:t>
            </a:r>
            <a:r>
              <a:rPr lang="en-US">
                <a:solidFill>
                  <a:srgbClr val="00233E"/>
                </a:solidFill>
                <a:latin typeface="Verdana"/>
              </a:rPr>
              <a:t>the yogurt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233E"/>
              </a:solidFill>
              <a:effectLst/>
              <a:uLnTx/>
              <a:uFillTx/>
              <a:latin typeface="Verdana"/>
              <a:ea typeface="Verdana" pitchFamily="34" charset="0"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D58A290-391F-4AAF-9A68-5162414FBF17}"/>
              </a:ext>
            </a:extLst>
          </p:cNvPr>
          <p:cNvCxnSpPr/>
          <p:nvPr/>
        </p:nvCxnSpPr>
        <p:spPr>
          <a:xfrm>
            <a:off x="8059283" y="2818307"/>
            <a:ext cx="1044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78250D5A-6725-4EF1-AEDA-32A01046E695}"/>
              </a:ext>
            </a:extLst>
          </p:cNvPr>
          <p:cNvSpPr/>
          <p:nvPr/>
        </p:nvSpPr>
        <p:spPr>
          <a:xfrm>
            <a:off x="8092181" y="2377097"/>
            <a:ext cx="3760855" cy="18129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20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Product Value</a:t>
            </a: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14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We are using our all-in-one solutions to create authentic and well-rounded taste profiles – based on fruit- and non-fruit preparations.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78F70E6-193B-4195-B3B3-98181DBFC69D}"/>
              </a:ext>
            </a:extLst>
          </p:cNvPr>
          <p:cNvSpPr/>
          <p:nvPr/>
        </p:nvSpPr>
        <p:spPr>
          <a:xfrm flipV="1">
            <a:off x="7867345" y="4487383"/>
            <a:ext cx="4324656" cy="1828399"/>
          </a:xfrm>
          <a:prstGeom prst="rect">
            <a:avLst/>
          </a:prstGeom>
          <a:solidFill>
            <a:srgbClr val="E9EFF7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0" tIns="65300" rIns="65300" bIns="653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5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64DD81C-3D83-402D-985B-B251D8EC0582}"/>
              </a:ext>
            </a:extLst>
          </p:cNvPr>
          <p:cNvSpPr/>
          <p:nvPr/>
        </p:nvSpPr>
        <p:spPr>
          <a:xfrm>
            <a:off x="8233278" y="4685026"/>
            <a:ext cx="2111672" cy="25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e-DE" sz="1632" b="0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OUR</a:t>
            </a:r>
            <a:r>
              <a:rPr kumimoji="0" lang="en-GB" altLang="de-DE" sz="1632" b="1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SOLUTIONS</a:t>
            </a:r>
            <a:endParaRPr kumimoji="0" lang="en-GB" altLang="de-DE" sz="998" b="0" i="0" u="none" strike="noStrike" kern="1200" cap="none" spc="0" normalizeH="0" baseline="0" noProof="0" dirty="0">
              <a:ln>
                <a:noFill/>
              </a:ln>
              <a:solidFill>
                <a:srgbClr val="0023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883A645-4F43-4EC3-9FB9-70F5714EFC46}"/>
              </a:ext>
            </a:extLst>
          </p:cNvPr>
          <p:cNvSpPr txBox="1"/>
          <p:nvPr/>
        </p:nvSpPr>
        <p:spPr>
          <a:xfrm>
            <a:off x="8233278" y="5038093"/>
            <a:ext cx="3619758" cy="13680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70" b="1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Ingredient</a:t>
            </a:r>
            <a:r>
              <a:rPr kumimoji="0" lang="de-DE" sz="1270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Systems &amp; Natural Taste Solutions: </a:t>
            </a:r>
            <a:r>
              <a:rPr kumimoji="0" 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Fruit- &amp; Non-Fruit </a:t>
            </a:r>
            <a:r>
              <a:rPr kumimoji="0" lang="de-DE" sz="1270" b="0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Preparations</a:t>
            </a:r>
            <a:r>
              <a:rPr kumimoji="0" 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, Natural </a:t>
            </a:r>
            <a:r>
              <a:rPr kumimoji="0" lang="de-DE" sz="1270" b="0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Flavours</a:t>
            </a: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70" b="1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Cereals</a:t>
            </a:r>
            <a:r>
              <a:rPr kumimoji="0" lang="de-DE" sz="1270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, </a:t>
            </a:r>
            <a:r>
              <a:rPr kumimoji="0" lang="de-DE" sz="1270" b="1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Nuts</a:t>
            </a:r>
            <a:r>
              <a:rPr kumimoji="0" lang="de-DE" sz="1270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&amp; Pulses: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70" b="0" i="0" u="none" strike="noStrike" kern="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Plant-based Ingredients and Bases</a:t>
            </a: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B330E57C-6905-47A8-B73B-6BAE1075720B}"/>
              </a:ext>
            </a:extLst>
          </p:cNvPr>
          <p:cNvGrpSpPr/>
          <p:nvPr/>
        </p:nvGrpSpPr>
        <p:grpSpPr>
          <a:xfrm>
            <a:off x="7749131" y="4637634"/>
            <a:ext cx="344374" cy="346004"/>
            <a:chOff x="7964408" y="3577944"/>
            <a:chExt cx="407701" cy="409632"/>
          </a:xfrm>
        </p:grpSpPr>
        <p:sp>
          <p:nvSpPr>
            <p:cNvPr id="28" name="Freeform 413">
              <a:extLst>
                <a:ext uri="{FF2B5EF4-FFF2-40B4-BE49-F238E27FC236}">
                  <a16:creationId xmlns:a16="http://schemas.microsoft.com/office/drawing/2014/main" id="{6130E3C3-A4C2-4073-AE85-0FBAB4203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1967" y="3746275"/>
              <a:ext cx="72583" cy="72583"/>
            </a:xfrm>
            <a:custGeom>
              <a:avLst/>
              <a:gdLst>
                <a:gd name="T0" fmla="*/ 40 w 79"/>
                <a:gd name="T1" fmla="*/ 79 h 79"/>
                <a:gd name="T2" fmla="*/ 0 w 79"/>
                <a:gd name="T3" fmla="*/ 39 h 79"/>
                <a:gd name="T4" fmla="*/ 8 w 79"/>
                <a:gd name="T5" fmla="*/ 31 h 79"/>
                <a:gd name="T6" fmla="*/ 16 w 79"/>
                <a:gd name="T7" fmla="*/ 39 h 79"/>
                <a:gd name="T8" fmla="*/ 40 w 79"/>
                <a:gd name="T9" fmla="*/ 63 h 79"/>
                <a:gd name="T10" fmla="*/ 63 w 79"/>
                <a:gd name="T11" fmla="*/ 39 h 79"/>
                <a:gd name="T12" fmla="*/ 40 w 79"/>
                <a:gd name="T13" fmla="*/ 16 h 79"/>
                <a:gd name="T14" fmla="*/ 32 w 79"/>
                <a:gd name="T15" fmla="*/ 8 h 79"/>
                <a:gd name="T16" fmla="*/ 40 w 79"/>
                <a:gd name="T17" fmla="*/ 0 h 79"/>
                <a:gd name="T18" fmla="*/ 79 w 79"/>
                <a:gd name="T19" fmla="*/ 39 h 79"/>
                <a:gd name="T20" fmla="*/ 40 w 79"/>
                <a:gd name="T2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" h="79">
                  <a:moveTo>
                    <a:pt x="40" y="79"/>
                  </a:moveTo>
                  <a:cubicBezTo>
                    <a:pt x="18" y="79"/>
                    <a:pt x="0" y="61"/>
                    <a:pt x="0" y="39"/>
                  </a:cubicBezTo>
                  <a:cubicBezTo>
                    <a:pt x="0" y="35"/>
                    <a:pt x="3" y="31"/>
                    <a:pt x="8" y="31"/>
                  </a:cubicBezTo>
                  <a:cubicBezTo>
                    <a:pt x="12" y="31"/>
                    <a:pt x="16" y="35"/>
                    <a:pt x="16" y="39"/>
                  </a:cubicBezTo>
                  <a:cubicBezTo>
                    <a:pt x="16" y="53"/>
                    <a:pt x="26" y="63"/>
                    <a:pt x="40" y="63"/>
                  </a:cubicBezTo>
                  <a:cubicBezTo>
                    <a:pt x="53" y="63"/>
                    <a:pt x="63" y="53"/>
                    <a:pt x="63" y="39"/>
                  </a:cubicBezTo>
                  <a:cubicBezTo>
                    <a:pt x="63" y="26"/>
                    <a:pt x="53" y="16"/>
                    <a:pt x="40" y="16"/>
                  </a:cubicBezTo>
                  <a:cubicBezTo>
                    <a:pt x="35" y="16"/>
                    <a:pt x="32" y="12"/>
                    <a:pt x="32" y="8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61" y="0"/>
                    <a:pt x="79" y="18"/>
                    <a:pt x="79" y="39"/>
                  </a:cubicBezTo>
                  <a:cubicBezTo>
                    <a:pt x="79" y="61"/>
                    <a:pt x="61" y="79"/>
                    <a:pt x="40" y="79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9" name="Freeform 414">
              <a:extLst>
                <a:ext uri="{FF2B5EF4-FFF2-40B4-BE49-F238E27FC236}">
                  <a16:creationId xmlns:a16="http://schemas.microsoft.com/office/drawing/2014/main" id="{86A0E2D5-492B-4CE1-BBE5-EBC17573C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5098" y="3659021"/>
              <a:ext cx="246319" cy="247478"/>
            </a:xfrm>
            <a:custGeom>
              <a:avLst/>
              <a:gdLst>
                <a:gd name="T0" fmla="*/ 135 w 269"/>
                <a:gd name="T1" fmla="*/ 269 h 269"/>
                <a:gd name="T2" fmla="*/ 0 w 269"/>
                <a:gd name="T3" fmla="*/ 134 h 269"/>
                <a:gd name="T4" fmla="*/ 23 w 269"/>
                <a:gd name="T5" fmla="*/ 59 h 269"/>
                <a:gd name="T6" fmla="*/ 34 w 269"/>
                <a:gd name="T7" fmla="*/ 57 h 269"/>
                <a:gd name="T8" fmla="*/ 37 w 269"/>
                <a:gd name="T9" fmla="*/ 68 h 269"/>
                <a:gd name="T10" fmla="*/ 16 w 269"/>
                <a:gd name="T11" fmla="*/ 134 h 269"/>
                <a:gd name="T12" fmla="*/ 135 w 269"/>
                <a:gd name="T13" fmla="*/ 253 h 269"/>
                <a:gd name="T14" fmla="*/ 253 w 269"/>
                <a:gd name="T15" fmla="*/ 134 h 269"/>
                <a:gd name="T16" fmla="*/ 135 w 269"/>
                <a:gd name="T17" fmla="*/ 16 h 269"/>
                <a:gd name="T18" fmla="*/ 74 w 269"/>
                <a:gd name="T19" fmla="*/ 32 h 269"/>
                <a:gd name="T20" fmla="*/ 63 w 269"/>
                <a:gd name="T21" fmla="*/ 30 h 269"/>
                <a:gd name="T22" fmla="*/ 66 w 269"/>
                <a:gd name="T23" fmla="*/ 19 h 269"/>
                <a:gd name="T24" fmla="*/ 135 w 269"/>
                <a:gd name="T25" fmla="*/ 0 h 269"/>
                <a:gd name="T26" fmla="*/ 269 w 269"/>
                <a:gd name="T27" fmla="*/ 134 h 269"/>
                <a:gd name="T28" fmla="*/ 135 w 269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9" h="269">
                  <a:moveTo>
                    <a:pt x="135" y="269"/>
                  </a:moveTo>
                  <a:cubicBezTo>
                    <a:pt x="60" y="269"/>
                    <a:pt x="0" y="209"/>
                    <a:pt x="0" y="134"/>
                  </a:cubicBezTo>
                  <a:cubicBezTo>
                    <a:pt x="0" y="107"/>
                    <a:pt x="8" y="81"/>
                    <a:pt x="23" y="59"/>
                  </a:cubicBezTo>
                  <a:cubicBezTo>
                    <a:pt x="26" y="55"/>
                    <a:pt x="31" y="54"/>
                    <a:pt x="34" y="57"/>
                  </a:cubicBezTo>
                  <a:cubicBezTo>
                    <a:pt x="38" y="59"/>
                    <a:pt x="39" y="64"/>
                    <a:pt x="37" y="68"/>
                  </a:cubicBezTo>
                  <a:cubicBezTo>
                    <a:pt x="23" y="87"/>
                    <a:pt x="16" y="110"/>
                    <a:pt x="16" y="134"/>
                  </a:cubicBezTo>
                  <a:cubicBezTo>
                    <a:pt x="16" y="200"/>
                    <a:pt x="69" y="253"/>
                    <a:pt x="135" y="253"/>
                  </a:cubicBezTo>
                  <a:cubicBezTo>
                    <a:pt x="200" y="253"/>
                    <a:pt x="253" y="200"/>
                    <a:pt x="253" y="134"/>
                  </a:cubicBezTo>
                  <a:cubicBezTo>
                    <a:pt x="253" y="69"/>
                    <a:pt x="200" y="16"/>
                    <a:pt x="135" y="16"/>
                  </a:cubicBezTo>
                  <a:cubicBezTo>
                    <a:pt x="113" y="16"/>
                    <a:pt x="92" y="22"/>
                    <a:pt x="74" y="32"/>
                  </a:cubicBezTo>
                  <a:cubicBezTo>
                    <a:pt x="70" y="35"/>
                    <a:pt x="65" y="33"/>
                    <a:pt x="63" y="30"/>
                  </a:cubicBezTo>
                  <a:cubicBezTo>
                    <a:pt x="61" y="26"/>
                    <a:pt x="62" y="21"/>
                    <a:pt x="66" y="19"/>
                  </a:cubicBezTo>
                  <a:cubicBezTo>
                    <a:pt x="87" y="6"/>
                    <a:pt x="110" y="0"/>
                    <a:pt x="135" y="0"/>
                  </a:cubicBezTo>
                  <a:cubicBezTo>
                    <a:pt x="209" y="0"/>
                    <a:pt x="269" y="60"/>
                    <a:pt x="269" y="134"/>
                  </a:cubicBezTo>
                  <a:cubicBezTo>
                    <a:pt x="269" y="209"/>
                    <a:pt x="209" y="269"/>
                    <a:pt x="135" y="269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0" name="Freeform 415">
              <a:extLst>
                <a:ext uri="{FF2B5EF4-FFF2-40B4-BE49-F238E27FC236}">
                  <a16:creationId xmlns:a16="http://schemas.microsoft.com/office/drawing/2014/main" id="{C51CFF90-14A3-4CED-857C-8A76D713F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408" y="3577944"/>
              <a:ext cx="407701" cy="409632"/>
            </a:xfrm>
            <a:custGeom>
              <a:avLst/>
              <a:gdLst>
                <a:gd name="T0" fmla="*/ 223 w 445"/>
                <a:gd name="T1" fmla="*/ 445 h 445"/>
                <a:gd name="T2" fmla="*/ 0 w 445"/>
                <a:gd name="T3" fmla="*/ 222 h 445"/>
                <a:gd name="T4" fmla="*/ 39 w 445"/>
                <a:gd name="T5" fmla="*/ 96 h 445"/>
                <a:gd name="T6" fmla="*/ 50 w 445"/>
                <a:gd name="T7" fmla="*/ 94 h 445"/>
                <a:gd name="T8" fmla="*/ 52 w 445"/>
                <a:gd name="T9" fmla="*/ 105 h 445"/>
                <a:gd name="T10" fmla="*/ 16 w 445"/>
                <a:gd name="T11" fmla="*/ 222 h 445"/>
                <a:gd name="T12" fmla="*/ 223 w 445"/>
                <a:gd name="T13" fmla="*/ 429 h 445"/>
                <a:gd name="T14" fmla="*/ 429 w 445"/>
                <a:gd name="T15" fmla="*/ 222 h 445"/>
                <a:gd name="T16" fmla="*/ 223 w 445"/>
                <a:gd name="T17" fmla="*/ 16 h 445"/>
                <a:gd name="T18" fmla="*/ 110 w 445"/>
                <a:gd name="T19" fmla="*/ 49 h 445"/>
                <a:gd name="T20" fmla="*/ 99 w 445"/>
                <a:gd name="T21" fmla="*/ 47 h 445"/>
                <a:gd name="T22" fmla="*/ 102 w 445"/>
                <a:gd name="T23" fmla="*/ 35 h 445"/>
                <a:gd name="T24" fmla="*/ 223 w 445"/>
                <a:gd name="T25" fmla="*/ 0 h 445"/>
                <a:gd name="T26" fmla="*/ 445 w 445"/>
                <a:gd name="T27" fmla="*/ 222 h 445"/>
                <a:gd name="T28" fmla="*/ 223 w 445"/>
                <a:gd name="T29" fmla="*/ 44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5" h="445">
                  <a:moveTo>
                    <a:pt x="223" y="445"/>
                  </a:moveTo>
                  <a:cubicBezTo>
                    <a:pt x="100" y="445"/>
                    <a:pt x="0" y="345"/>
                    <a:pt x="0" y="222"/>
                  </a:cubicBezTo>
                  <a:cubicBezTo>
                    <a:pt x="0" y="177"/>
                    <a:pt x="13" y="134"/>
                    <a:pt x="39" y="96"/>
                  </a:cubicBezTo>
                  <a:cubicBezTo>
                    <a:pt x="42" y="93"/>
                    <a:pt x="47" y="92"/>
                    <a:pt x="50" y="94"/>
                  </a:cubicBezTo>
                  <a:cubicBezTo>
                    <a:pt x="54" y="97"/>
                    <a:pt x="55" y="102"/>
                    <a:pt x="52" y="105"/>
                  </a:cubicBezTo>
                  <a:cubicBezTo>
                    <a:pt x="28" y="140"/>
                    <a:pt x="16" y="180"/>
                    <a:pt x="16" y="222"/>
                  </a:cubicBezTo>
                  <a:cubicBezTo>
                    <a:pt x="16" y="336"/>
                    <a:pt x="109" y="429"/>
                    <a:pt x="223" y="429"/>
                  </a:cubicBezTo>
                  <a:cubicBezTo>
                    <a:pt x="336" y="429"/>
                    <a:pt x="429" y="336"/>
                    <a:pt x="429" y="222"/>
                  </a:cubicBezTo>
                  <a:cubicBezTo>
                    <a:pt x="429" y="109"/>
                    <a:pt x="336" y="16"/>
                    <a:pt x="223" y="16"/>
                  </a:cubicBezTo>
                  <a:cubicBezTo>
                    <a:pt x="183" y="16"/>
                    <a:pt x="144" y="27"/>
                    <a:pt x="110" y="49"/>
                  </a:cubicBezTo>
                  <a:cubicBezTo>
                    <a:pt x="107" y="51"/>
                    <a:pt x="102" y="50"/>
                    <a:pt x="99" y="47"/>
                  </a:cubicBezTo>
                  <a:cubicBezTo>
                    <a:pt x="97" y="43"/>
                    <a:pt x="98" y="38"/>
                    <a:pt x="102" y="35"/>
                  </a:cubicBezTo>
                  <a:cubicBezTo>
                    <a:pt x="138" y="12"/>
                    <a:pt x="179" y="0"/>
                    <a:pt x="223" y="0"/>
                  </a:cubicBezTo>
                  <a:cubicBezTo>
                    <a:pt x="345" y="0"/>
                    <a:pt x="445" y="100"/>
                    <a:pt x="445" y="222"/>
                  </a:cubicBezTo>
                  <a:cubicBezTo>
                    <a:pt x="445" y="345"/>
                    <a:pt x="345" y="445"/>
                    <a:pt x="223" y="445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1" name="Freeform 416">
              <a:extLst>
                <a:ext uri="{FF2B5EF4-FFF2-40B4-BE49-F238E27FC236}">
                  <a16:creationId xmlns:a16="http://schemas.microsoft.com/office/drawing/2014/main" id="{AD5165E8-F8A2-40C4-AE09-8D055AB51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5060" y="3645894"/>
              <a:ext cx="138217" cy="138217"/>
            </a:xfrm>
            <a:custGeom>
              <a:avLst/>
              <a:gdLst>
                <a:gd name="T0" fmla="*/ 142 w 151"/>
                <a:gd name="T1" fmla="*/ 150 h 150"/>
                <a:gd name="T2" fmla="*/ 136 w 151"/>
                <a:gd name="T3" fmla="*/ 148 h 150"/>
                <a:gd name="T4" fmla="*/ 4 w 151"/>
                <a:gd name="T5" fmla="*/ 15 h 150"/>
                <a:gd name="T6" fmla="*/ 4 w 151"/>
                <a:gd name="T7" fmla="*/ 3 h 150"/>
                <a:gd name="T8" fmla="*/ 15 w 151"/>
                <a:gd name="T9" fmla="*/ 3 h 150"/>
                <a:gd name="T10" fmla="*/ 147 w 151"/>
                <a:gd name="T11" fmla="*/ 137 h 150"/>
                <a:gd name="T12" fmla="*/ 147 w 151"/>
                <a:gd name="T13" fmla="*/ 148 h 150"/>
                <a:gd name="T14" fmla="*/ 142 w 151"/>
                <a:gd name="T15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50">
                  <a:moveTo>
                    <a:pt x="142" y="150"/>
                  </a:moveTo>
                  <a:cubicBezTo>
                    <a:pt x="140" y="150"/>
                    <a:pt x="138" y="150"/>
                    <a:pt x="136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1"/>
                    <a:pt x="0" y="6"/>
                    <a:pt x="4" y="3"/>
                  </a:cubicBezTo>
                  <a:cubicBezTo>
                    <a:pt x="7" y="0"/>
                    <a:pt x="12" y="0"/>
                    <a:pt x="15" y="3"/>
                  </a:cubicBezTo>
                  <a:cubicBezTo>
                    <a:pt x="147" y="137"/>
                    <a:pt x="147" y="137"/>
                    <a:pt x="147" y="137"/>
                  </a:cubicBezTo>
                  <a:cubicBezTo>
                    <a:pt x="151" y="140"/>
                    <a:pt x="151" y="145"/>
                    <a:pt x="147" y="148"/>
                  </a:cubicBezTo>
                  <a:cubicBezTo>
                    <a:pt x="146" y="150"/>
                    <a:pt x="144" y="150"/>
                    <a:pt x="142" y="150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2" name="Freeform 417">
              <a:extLst>
                <a:ext uri="{FF2B5EF4-FFF2-40B4-BE49-F238E27FC236}">
                  <a16:creationId xmlns:a16="http://schemas.microsoft.com/office/drawing/2014/main" id="{32A0AD29-F733-4569-A97F-FDDC4D75A0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68268" y="3579488"/>
              <a:ext cx="84938" cy="86868"/>
            </a:xfrm>
            <a:custGeom>
              <a:avLst/>
              <a:gdLst>
                <a:gd name="T0" fmla="*/ 70 w 93"/>
                <a:gd name="T1" fmla="*/ 94 h 94"/>
                <a:gd name="T2" fmla="*/ 69 w 93"/>
                <a:gd name="T3" fmla="*/ 94 h 94"/>
                <a:gd name="T4" fmla="*/ 3 w 93"/>
                <a:gd name="T5" fmla="*/ 46 h 94"/>
                <a:gd name="T6" fmla="*/ 2 w 93"/>
                <a:gd name="T7" fmla="*/ 33 h 94"/>
                <a:gd name="T8" fmla="*/ 14 w 93"/>
                <a:gd name="T9" fmla="*/ 27 h 94"/>
                <a:gd name="T10" fmla="*/ 28 w 93"/>
                <a:gd name="T11" fmla="*/ 30 h 94"/>
                <a:gd name="T12" fmla="*/ 26 w 93"/>
                <a:gd name="T13" fmla="*/ 13 h 94"/>
                <a:gd name="T14" fmla="*/ 32 w 93"/>
                <a:gd name="T15" fmla="*/ 2 h 94"/>
                <a:gd name="T16" fmla="*/ 44 w 93"/>
                <a:gd name="T17" fmla="*/ 3 h 94"/>
                <a:gd name="T18" fmla="*/ 93 w 93"/>
                <a:gd name="T19" fmla="*/ 68 h 94"/>
                <a:gd name="T20" fmla="*/ 87 w 93"/>
                <a:gd name="T21" fmla="*/ 86 h 94"/>
                <a:gd name="T22" fmla="*/ 70 w 93"/>
                <a:gd name="T23" fmla="*/ 94 h 94"/>
                <a:gd name="T24" fmla="*/ 25 w 93"/>
                <a:gd name="T25" fmla="*/ 46 h 94"/>
                <a:gd name="T26" fmla="*/ 69 w 93"/>
                <a:gd name="T27" fmla="*/ 78 h 94"/>
                <a:gd name="T28" fmla="*/ 75 w 93"/>
                <a:gd name="T29" fmla="*/ 75 h 94"/>
                <a:gd name="T30" fmla="*/ 77 w 93"/>
                <a:gd name="T31" fmla="*/ 69 h 94"/>
                <a:gd name="T32" fmla="*/ 44 w 93"/>
                <a:gd name="T33" fmla="*/ 24 h 94"/>
                <a:gd name="T34" fmla="*/ 45 w 93"/>
                <a:gd name="T35" fmla="*/ 35 h 94"/>
                <a:gd name="T36" fmla="*/ 42 w 93"/>
                <a:gd name="T37" fmla="*/ 44 h 94"/>
                <a:gd name="T38" fmla="*/ 32 w 93"/>
                <a:gd name="T39" fmla="*/ 47 h 94"/>
                <a:gd name="T40" fmla="*/ 25 w 93"/>
                <a:gd name="T41" fmla="*/ 46 h 94"/>
                <a:gd name="T42" fmla="*/ 11 w 93"/>
                <a:gd name="T43" fmla="*/ 43 h 94"/>
                <a:gd name="T44" fmla="*/ 11 w 93"/>
                <a:gd name="T45" fmla="*/ 43 h 94"/>
                <a:gd name="T46" fmla="*/ 11 w 93"/>
                <a:gd name="T47" fmla="*/ 4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3" h="94">
                  <a:moveTo>
                    <a:pt x="70" y="94"/>
                  </a:moveTo>
                  <a:cubicBezTo>
                    <a:pt x="69" y="94"/>
                    <a:pt x="69" y="94"/>
                    <a:pt x="69" y="94"/>
                  </a:cubicBezTo>
                  <a:cubicBezTo>
                    <a:pt x="48" y="93"/>
                    <a:pt x="22" y="67"/>
                    <a:pt x="3" y="46"/>
                  </a:cubicBezTo>
                  <a:cubicBezTo>
                    <a:pt x="0" y="42"/>
                    <a:pt x="0" y="37"/>
                    <a:pt x="2" y="33"/>
                  </a:cubicBezTo>
                  <a:cubicBezTo>
                    <a:pt x="5" y="29"/>
                    <a:pt x="9" y="26"/>
                    <a:pt x="14" y="27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8"/>
                    <a:pt x="28" y="4"/>
                    <a:pt x="32" y="2"/>
                  </a:cubicBezTo>
                  <a:cubicBezTo>
                    <a:pt x="36" y="0"/>
                    <a:pt x="41" y="0"/>
                    <a:pt x="44" y="3"/>
                  </a:cubicBezTo>
                  <a:cubicBezTo>
                    <a:pt x="62" y="18"/>
                    <a:pt x="92" y="46"/>
                    <a:pt x="93" y="68"/>
                  </a:cubicBezTo>
                  <a:cubicBezTo>
                    <a:pt x="93" y="75"/>
                    <a:pt x="91" y="81"/>
                    <a:pt x="87" y="86"/>
                  </a:cubicBezTo>
                  <a:cubicBezTo>
                    <a:pt x="82" y="91"/>
                    <a:pt x="76" y="94"/>
                    <a:pt x="70" y="94"/>
                  </a:cubicBezTo>
                  <a:close/>
                  <a:moveTo>
                    <a:pt x="25" y="46"/>
                  </a:moveTo>
                  <a:cubicBezTo>
                    <a:pt x="43" y="65"/>
                    <a:pt x="60" y="77"/>
                    <a:pt x="69" y="78"/>
                  </a:cubicBezTo>
                  <a:cubicBezTo>
                    <a:pt x="72" y="78"/>
                    <a:pt x="73" y="77"/>
                    <a:pt x="75" y="75"/>
                  </a:cubicBezTo>
                  <a:cubicBezTo>
                    <a:pt x="77" y="74"/>
                    <a:pt x="77" y="72"/>
                    <a:pt x="77" y="69"/>
                  </a:cubicBezTo>
                  <a:cubicBezTo>
                    <a:pt x="76" y="59"/>
                    <a:pt x="64" y="42"/>
                    <a:pt x="44" y="24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6" y="38"/>
                    <a:pt x="44" y="42"/>
                    <a:pt x="42" y="44"/>
                  </a:cubicBezTo>
                  <a:cubicBezTo>
                    <a:pt x="39" y="47"/>
                    <a:pt x="36" y="48"/>
                    <a:pt x="32" y="47"/>
                  </a:cubicBezTo>
                  <a:lnTo>
                    <a:pt x="25" y="46"/>
                  </a:ln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1" y="43"/>
                    <a:pt x="11" y="43"/>
                    <a:pt x="11" y="43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pic>
        <p:nvPicPr>
          <p:cNvPr id="4102" name="Picture 6" descr="applesauce in einem Glas">
            <a:extLst>
              <a:ext uri="{FF2B5EF4-FFF2-40B4-BE49-F238E27FC236}">
                <a16:creationId xmlns:a16="http://schemas.microsoft.com/office/drawing/2014/main" id="{F3FF562F-7306-4201-895F-514E68F1D1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8" r="13336"/>
          <a:stretch/>
        </p:blipFill>
        <p:spPr bwMode="auto">
          <a:xfrm>
            <a:off x="-23797" y="3375145"/>
            <a:ext cx="3656823" cy="348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Peach Yoghurt | Baby Food Recipe | CERELAC">
            <a:extLst>
              <a:ext uri="{FF2B5EF4-FFF2-40B4-BE49-F238E27FC236}">
                <a16:creationId xmlns:a16="http://schemas.microsoft.com/office/drawing/2014/main" id="{C6B5B664-89F1-403A-9A8F-04B8D18AB0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6" r="7981"/>
          <a:stretch/>
        </p:blipFill>
        <p:spPr bwMode="auto">
          <a:xfrm>
            <a:off x="0" y="-31932"/>
            <a:ext cx="3620037" cy="340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0FCA7BC6-9DC7-4575-91FD-5C06EB554BF8}"/>
              </a:ext>
            </a:extLst>
          </p:cNvPr>
          <p:cNvSpPr txBox="1">
            <a:spLocks/>
          </p:cNvSpPr>
          <p:nvPr/>
        </p:nvSpPr>
        <p:spPr bwMode="gray">
          <a:xfrm>
            <a:off x="1510370" y="564086"/>
            <a:ext cx="4546265" cy="1181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45802" rtl="0" eaLnBrk="1" latinLnBrk="0" hangingPunct="1">
              <a:lnSpc>
                <a:spcPct val="80000"/>
              </a:lnSpc>
              <a:spcBef>
                <a:spcPts val="0"/>
              </a:spcBef>
              <a:buFont typeface="Arial" pitchFamily="34" charset="0"/>
              <a:buNone/>
              <a:defRPr lang="de-DE" sz="5441" b="1" i="0" u="none" strike="noStrike" kern="1200" cap="none" baseline="0">
                <a:solidFill>
                  <a:schemeClr val="tx1"/>
                </a:solidFill>
                <a:latin typeface="+mj-lt"/>
                <a:ea typeface="Verdana" pitchFamily="34" charset="0"/>
                <a:cs typeface="Verdana" pitchFamily="34" charset="0"/>
              </a:defRPr>
            </a:lvl1pPr>
            <a:lvl2pPr marL="391790" indent="-195895" algn="l" defTabSz="492303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tabLst/>
              <a:defRPr sz="1451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defRPr sz="145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4019660" indent="-236451" algn="l" defTabSz="94580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45802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de-DE" sz="4799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>
                  <a:glow rad="139700">
                    <a:srgbClr val="F5F5F7">
                      <a:satMod val="175000"/>
                      <a:alpha val="40000"/>
                    </a:srgbClr>
                  </a:glow>
                </a:effectLst>
                <a:uLnTx/>
                <a:uFillTx/>
                <a:latin typeface="Verdana"/>
                <a:ea typeface="Verdana" pitchFamily="34" charset="0"/>
              </a:rPr>
              <a:t>Fruit </a:t>
            </a:r>
            <a:r>
              <a:rPr lang="de-DE" sz="4799" dirty="0" err="1">
                <a:solidFill>
                  <a:srgbClr val="1D1D1F"/>
                </a:solidFill>
                <a:effectLst>
                  <a:glow rad="139700">
                    <a:srgbClr val="F5F5F7">
                      <a:satMod val="175000"/>
                      <a:alpha val="40000"/>
                    </a:srgbClr>
                  </a:glow>
                </a:effectLst>
                <a:latin typeface="Verdana"/>
              </a:rPr>
              <a:t>compote</a:t>
            </a:r>
            <a:endParaRPr kumimoji="0" lang="de-DE" sz="4799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>
                <a:glow rad="139700">
                  <a:srgbClr val="F5F5F7">
                    <a:satMod val="175000"/>
                    <a:alpha val="40000"/>
                  </a:srgbClr>
                </a:glow>
              </a:effectLst>
              <a:uLnTx/>
              <a:uFillTx/>
              <a:latin typeface="Verdana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395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F016D9-3B9E-4BA8-AA6A-487AB16565E7}"/>
              </a:ext>
            </a:extLst>
          </p:cNvPr>
          <p:cNvSpPr/>
          <p:nvPr/>
        </p:nvSpPr>
        <p:spPr>
          <a:xfrm>
            <a:off x="0" y="5340889"/>
            <a:ext cx="12192000" cy="1148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2BD2D4-AB33-45CE-BDA1-E8DAE788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55658"/>
            <a:ext cx="2743200" cy="365125"/>
          </a:xfrm>
        </p:spPr>
        <p:txBody>
          <a:bodyPr/>
          <a:lstStyle/>
          <a:p>
            <a:fld id="{A3947556-5217-4D5D-911D-F840C9E30AF7}" type="slidenum">
              <a:rPr lang="en-US" sz="140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en-US" sz="1400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31256B-48FC-44B2-BB67-CA7A731F8083}"/>
              </a:ext>
            </a:extLst>
          </p:cNvPr>
          <p:cNvSpPr/>
          <p:nvPr/>
        </p:nvSpPr>
        <p:spPr>
          <a:xfrm>
            <a:off x="10363200" y="466471"/>
            <a:ext cx="1828800" cy="5935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ángulo 1">
            <a:extLst>
              <a:ext uri="{FF2B5EF4-FFF2-40B4-BE49-F238E27FC236}">
                <a16:creationId xmlns:a16="http://schemas.microsoft.com/office/drawing/2014/main" id="{5BCD79D4-D9D7-43F9-86C3-76A3E3602D4E}"/>
              </a:ext>
            </a:extLst>
          </p:cNvPr>
          <p:cNvSpPr/>
          <p:nvPr/>
        </p:nvSpPr>
        <p:spPr>
          <a:xfrm>
            <a:off x="304800" y="423737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Company</a:t>
            </a:r>
          </a:p>
        </p:txBody>
      </p:sp>
      <p:sp>
        <p:nvSpPr>
          <p:cNvPr id="52" name="Rectángulo 7">
            <a:extLst>
              <a:ext uri="{FF2B5EF4-FFF2-40B4-BE49-F238E27FC236}">
                <a16:creationId xmlns:a16="http://schemas.microsoft.com/office/drawing/2014/main" id="{B2C9D6C7-B63E-4C43-8B11-5472B7D52199}"/>
              </a:ext>
            </a:extLst>
          </p:cNvPr>
          <p:cNvSpPr/>
          <p:nvPr/>
        </p:nvSpPr>
        <p:spPr>
          <a:xfrm>
            <a:off x="304800" y="1993443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SOLUTIONS PROPOSEES</a:t>
            </a:r>
          </a:p>
        </p:txBody>
      </p:sp>
      <p:sp>
        <p:nvSpPr>
          <p:cNvPr id="53" name="Rectángulo 8">
            <a:extLst>
              <a:ext uri="{FF2B5EF4-FFF2-40B4-BE49-F238E27FC236}">
                <a16:creationId xmlns:a16="http://schemas.microsoft.com/office/drawing/2014/main" id="{DD64379B-4D44-4A7E-B03F-84947C7A10E0}"/>
              </a:ext>
            </a:extLst>
          </p:cNvPr>
          <p:cNvSpPr/>
          <p:nvPr/>
        </p:nvSpPr>
        <p:spPr>
          <a:xfrm>
            <a:off x="414298" y="5305499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60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Economical</a:t>
            </a:r>
            <a:r>
              <a:rPr lang="es-AR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performance</a:t>
            </a:r>
            <a:endParaRPr kumimoji="0" lang="es-A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EC334352-2D57-4F3A-9042-9DAB947F564B}"/>
              </a:ext>
            </a:extLst>
          </p:cNvPr>
          <p:cNvSpPr/>
          <p:nvPr/>
        </p:nvSpPr>
        <p:spPr>
          <a:xfrm>
            <a:off x="6300723" y="431802"/>
            <a:ext cx="2724132" cy="36947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</a:rPr>
              <a:t>FORCES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5" name="Rectángulo 11">
            <a:extLst>
              <a:ext uri="{FF2B5EF4-FFF2-40B4-BE49-F238E27FC236}">
                <a16:creationId xmlns:a16="http://schemas.microsoft.com/office/drawing/2014/main" id="{8D1F3DC6-8C4B-43EE-B6AC-12E2D16A76CF}"/>
              </a:ext>
            </a:extLst>
          </p:cNvPr>
          <p:cNvSpPr/>
          <p:nvPr/>
        </p:nvSpPr>
        <p:spPr>
          <a:xfrm>
            <a:off x="9220200" y="438591"/>
            <a:ext cx="2724132" cy="36268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CHALLENGES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6" name="Rectángulo 12">
            <a:extLst>
              <a:ext uri="{FF2B5EF4-FFF2-40B4-BE49-F238E27FC236}">
                <a16:creationId xmlns:a16="http://schemas.microsoft.com/office/drawing/2014/main" id="{43349294-E890-4FB1-8B9A-48C5CC0B7BDC}"/>
              </a:ext>
            </a:extLst>
          </p:cNvPr>
          <p:cNvSpPr/>
          <p:nvPr/>
        </p:nvSpPr>
        <p:spPr>
          <a:xfrm>
            <a:off x="6384762" y="3790308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Implementation costs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7" name="Rectángulo 13">
            <a:extLst>
              <a:ext uri="{FF2B5EF4-FFF2-40B4-BE49-F238E27FC236}">
                <a16:creationId xmlns:a16="http://schemas.microsoft.com/office/drawing/2014/main" id="{1A0FA339-7C3D-4D1A-B4CA-D352CA0318DA}"/>
              </a:ext>
            </a:extLst>
          </p:cNvPr>
          <p:cNvSpPr/>
          <p:nvPr/>
        </p:nvSpPr>
        <p:spPr>
          <a:xfrm>
            <a:off x="348650" y="913657"/>
            <a:ext cx="5727030" cy="95848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8" name="Rectángulo 14">
            <a:extLst>
              <a:ext uri="{FF2B5EF4-FFF2-40B4-BE49-F238E27FC236}">
                <a16:creationId xmlns:a16="http://schemas.microsoft.com/office/drawing/2014/main" id="{BD0EB13C-8F4F-4A5C-8116-41AEF0779B66}"/>
              </a:ext>
            </a:extLst>
          </p:cNvPr>
          <p:cNvSpPr/>
          <p:nvPr/>
        </p:nvSpPr>
        <p:spPr>
          <a:xfrm>
            <a:off x="348650" y="2493983"/>
            <a:ext cx="5727030" cy="273530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with </a:t>
            </a:r>
            <a:endParaRPr lang="ru-RU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ángulo 15">
            <a:extLst>
              <a:ext uri="{FF2B5EF4-FFF2-40B4-BE49-F238E27FC236}">
                <a16:creationId xmlns:a16="http://schemas.microsoft.com/office/drawing/2014/main" id="{2613358C-5C6C-47C4-8D8E-35700687FFB7}"/>
              </a:ext>
            </a:extLst>
          </p:cNvPr>
          <p:cNvSpPr/>
          <p:nvPr/>
        </p:nvSpPr>
        <p:spPr>
          <a:xfrm>
            <a:off x="376289" y="5807762"/>
            <a:ext cx="5727030" cy="67579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s-AR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Sales</a:t>
            </a:r>
          </a:p>
        </p:txBody>
      </p:sp>
      <p:sp>
        <p:nvSpPr>
          <p:cNvPr id="60" name="Rectángulo 18">
            <a:extLst>
              <a:ext uri="{FF2B5EF4-FFF2-40B4-BE49-F238E27FC236}">
                <a16:creationId xmlns:a16="http://schemas.microsoft.com/office/drawing/2014/main" id="{AF8DF0D5-8DE6-431F-87B7-91E8C1B39D39}"/>
              </a:ext>
            </a:extLst>
          </p:cNvPr>
          <p:cNvSpPr/>
          <p:nvPr/>
        </p:nvSpPr>
        <p:spPr>
          <a:xfrm>
            <a:off x="6337690" y="927396"/>
            <a:ext cx="2724132" cy="16437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Exiting from texture and taste</a:t>
            </a:r>
          </a:p>
        </p:txBody>
      </p:sp>
      <p:sp>
        <p:nvSpPr>
          <p:cNvPr id="61" name="Rectángulo 19">
            <a:extLst>
              <a:ext uri="{FF2B5EF4-FFF2-40B4-BE49-F238E27FC236}">
                <a16:creationId xmlns:a16="http://schemas.microsoft.com/office/drawing/2014/main" id="{1CB35A4D-3ECC-4C10-8366-819687032CFC}"/>
              </a:ext>
            </a:extLst>
          </p:cNvPr>
          <p:cNvSpPr/>
          <p:nvPr/>
        </p:nvSpPr>
        <p:spPr>
          <a:xfrm>
            <a:off x="9236236" y="923174"/>
            <a:ext cx="2724132" cy="162760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Adjustment</a:t>
            </a: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production process is required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2" name="Rectángulo 20">
            <a:extLst>
              <a:ext uri="{FF2B5EF4-FFF2-40B4-BE49-F238E27FC236}">
                <a16:creationId xmlns:a16="http://schemas.microsoft.com/office/drawing/2014/main" id="{85DBA35B-B0E5-47DC-BC82-F5FBCB780EA0}"/>
              </a:ext>
            </a:extLst>
          </p:cNvPr>
          <p:cNvSpPr/>
          <p:nvPr/>
        </p:nvSpPr>
        <p:spPr>
          <a:xfrm>
            <a:off x="6384762" y="4247508"/>
            <a:ext cx="2930688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Investment to the adjustment of production process</a:t>
            </a:r>
          </a:p>
        </p:txBody>
      </p:sp>
      <p:sp>
        <p:nvSpPr>
          <p:cNvPr id="63" name="Rectángulo 12">
            <a:extLst>
              <a:ext uri="{FF2B5EF4-FFF2-40B4-BE49-F238E27FC236}">
                <a16:creationId xmlns:a16="http://schemas.microsoft.com/office/drawing/2014/main" id="{C158E373-640D-48C2-A001-A2CABA04172F}"/>
              </a:ext>
            </a:extLst>
          </p:cNvPr>
          <p:cNvSpPr/>
          <p:nvPr/>
        </p:nvSpPr>
        <p:spPr>
          <a:xfrm>
            <a:off x="6392780" y="4814121"/>
            <a:ext cx="5727030" cy="327467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Production solution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4" name="Rectángulo 20">
            <a:extLst>
              <a:ext uri="{FF2B5EF4-FFF2-40B4-BE49-F238E27FC236}">
                <a16:creationId xmlns:a16="http://schemas.microsoft.com/office/drawing/2014/main" id="{38853859-A83E-4809-835C-59EA27D05140}"/>
              </a:ext>
            </a:extLst>
          </p:cNvPr>
          <p:cNvSpPr/>
          <p:nvPr/>
        </p:nvSpPr>
        <p:spPr>
          <a:xfrm>
            <a:off x="6392780" y="5215440"/>
            <a:ext cx="5727030" cy="32746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5" name="Rectángulo 12">
            <a:extLst>
              <a:ext uri="{FF2B5EF4-FFF2-40B4-BE49-F238E27FC236}">
                <a16:creationId xmlns:a16="http://schemas.microsoft.com/office/drawing/2014/main" id="{A929AC1B-82A3-413F-80AE-977A8548E793}"/>
              </a:ext>
            </a:extLst>
          </p:cNvPr>
          <p:cNvSpPr/>
          <p:nvPr/>
        </p:nvSpPr>
        <p:spPr>
          <a:xfrm>
            <a:off x="9224209" y="3790308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Facilite d’implementation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6" name="Rectángulo 20">
            <a:extLst>
              <a:ext uri="{FF2B5EF4-FFF2-40B4-BE49-F238E27FC236}">
                <a16:creationId xmlns:a16="http://schemas.microsoft.com/office/drawing/2014/main" id="{0E4157A8-6E98-4BA3-B72D-887C40ABCBBC}"/>
              </a:ext>
            </a:extLst>
          </p:cNvPr>
          <p:cNvSpPr/>
          <p:nvPr/>
        </p:nvSpPr>
        <p:spPr>
          <a:xfrm>
            <a:off x="9210145" y="4237219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Ingredients are known and used in dairy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Rectángulo 20">
            <a:extLst>
              <a:ext uri="{FF2B5EF4-FFF2-40B4-BE49-F238E27FC236}">
                <a16:creationId xmlns:a16="http://schemas.microsoft.com/office/drawing/2014/main" id="{68339D44-C327-4052-A52A-545F3A6624FD}"/>
              </a:ext>
            </a:extLst>
          </p:cNvPr>
          <p:cNvSpPr/>
          <p:nvPr/>
        </p:nvSpPr>
        <p:spPr>
          <a:xfrm>
            <a:off x="6367380" y="6046368"/>
            <a:ext cx="5727030" cy="32746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Présentation:  Y                      Prototypes/Maquettes: Y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8" name="Rectángulo 12">
            <a:extLst>
              <a:ext uri="{FF2B5EF4-FFF2-40B4-BE49-F238E27FC236}">
                <a16:creationId xmlns:a16="http://schemas.microsoft.com/office/drawing/2014/main" id="{9E5B5AE6-EC32-49D8-B18C-A18A3B6C6DFD}"/>
              </a:ext>
            </a:extLst>
          </p:cNvPr>
          <p:cNvSpPr/>
          <p:nvPr/>
        </p:nvSpPr>
        <p:spPr>
          <a:xfrm>
            <a:off x="6361412" y="5638096"/>
            <a:ext cx="5727030" cy="3274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SUPPORT DE PRESENTATION CREATIVITY DAY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9" name="Rectángulo 12">
            <a:extLst>
              <a:ext uri="{FF2B5EF4-FFF2-40B4-BE49-F238E27FC236}">
                <a16:creationId xmlns:a16="http://schemas.microsoft.com/office/drawing/2014/main" id="{9856820F-A443-4C87-80E1-B780CA4DBC31}"/>
              </a:ext>
            </a:extLst>
          </p:cNvPr>
          <p:cNvSpPr/>
          <p:nvPr/>
        </p:nvSpPr>
        <p:spPr>
          <a:xfrm>
            <a:off x="6392780" y="2772000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TIME TO MARKET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ángulo 20">
            <a:extLst>
              <a:ext uri="{FF2B5EF4-FFF2-40B4-BE49-F238E27FC236}">
                <a16:creationId xmlns:a16="http://schemas.microsoft.com/office/drawing/2014/main" id="{1120FA02-EEB9-452A-B592-2E5A93E3E136}"/>
              </a:ext>
            </a:extLst>
          </p:cNvPr>
          <p:cNvSpPr/>
          <p:nvPr/>
        </p:nvSpPr>
        <p:spPr>
          <a:xfrm>
            <a:off x="6392780" y="3229200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Long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1" name="Rectángulo 12">
            <a:extLst>
              <a:ext uri="{FF2B5EF4-FFF2-40B4-BE49-F238E27FC236}">
                <a16:creationId xmlns:a16="http://schemas.microsoft.com/office/drawing/2014/main" id="{BB3A16E4-4E41-4177-984B-FCE06705A417}"/>
              </a:ext>
            </a:extLst>
          </p:cNvPr>
          <p:cNvSpPr/>
          <p:nvPr/>
        </p:nvSpPr>
        <p:spPr>
          <a:xfrm>
            <a:off x="9232227" y="2772000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Sales model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2" name="Rectángulo 20">
            <a:extLst>
              <a:ext uri="{FF2B5EF4-FFF2-40B4-BE49-F238E27FC236}">
                <a16:creationId xmlns:a16="http://schemas.microsoft.com/office/drawing/2014/main" id="{19112C3F-3E1F-489E-BE30-352B06CE768B}"/>
              </a:ext>
            </a:extLst>
          </p:cNvPr>
          <p:cNvSpPr/>
          <p:nvPr/>
        </p:nvSpPr>
        <p:spPr>
          <a:xfrm>
            <a:off x="9228218" y="3229200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B2B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7" name="Gruppieren 582">
            <a:extLst>
              <a:ext uri="{FF2B5EF4-FFF2-40B4-BE49-F238E27FC236}">
                <a16:creationId xmlns:a16="http://schemas.microsoft.com/office/drawing/2014/main" id="{DF0ABAD8-BE80-40E6-BFE1-65DA9C066E8E}"/>
              </a:ext>
            </a:extLst>
          </p:cNvPr>
          <p:cNvGrpSpPr/>
          <p:nvPr/>
        </p:nvGrpSpPr>
        <p:grpSpPr bwMode="gray">
          <a:xfrm>
            <a:off x="1308920" y="1010280"/>
            <a:ext cx="1083134" cy="714549"/>
            <a:chOff x="8436334" y="244797"/>
            <a:chExt cx="1632504" cy="1096404"/>
          </a:xfrm>
          <a:solidFill>
            <a:schemeClr val="tx1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765304-D5CE-4A9C-A7D2-45F56AAF92D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842342" y="1024139"/>
              <a:ext cx="1226496" cy="18757"/>
            </a:xfrm>
            <a:prstGeom prst="rect">
              <a:avLst/>
            </a:prstGeom>
            <a:solidFill>
              <a:srgbClr val="4AA2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A57C190-C86C-4CDC-8EC1-188B6EB358A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594260" y="244797"/>
              <a:ext cx="296489" cy="251108"/>
            </a:xfrm>
            <a:custGeom>
              <a:avLst/>
              <a:gdLst>
                <a:gd name="T0" fmla="*/ 199 w 207"/>
                <a:gd name="T1" fmla="*/ 174 h 175"/>
                <a:gd name="T2" fmla="*/ 206 w 207"/>
                <a:gd name="T3" fmla="*/ 175 h 175"/>
                <a:gd name="T4" fmla="*/ 207 w 207"/>
                <a:gd name="T5" fmla="*/ 175 h 175"/>
                <a:gd name="T6" fmla="*/ 190 w 207"/>
                <a:gd name="T7" fmla="*/ 142 h 175"/>
                <a:gd name="T8" fmla="*/ 75 w 207"/>
                <a:gd name="T9" fmla="*/ 28 h 175"/>
                <a:gd name="T10" fmla="*/ 0 w 207"/>
                <a:gd name="T11" fmla="*/ 0 h 175"/>
                <a:gd name="T12" fmla="*/ 32 w 207"/>
                <a:gd name="T13" fmla="*/ 79 h 175"/>
                <a:gd name="T14" fmla="*/ 180 w 207"/>
                <a:gd name="T15" fmla="*/ 151 h 175"/>
                <a:gd name="T16" fmla="*/ 199 w 207"/>
                <a:gd name="T17" fmla="*/ 174 h 175"/>
                <a:gd name="T18" fmla="*/ 94 w 207"/>
                <a:gd name="T19" fmla="*/ 75 h 175"/>
                <a:gd name="T20" fmla="*/ 17 w 207"/>
                <a:gd name="T21" fmla="*/ 26 h 175"/>
                <a:gd name="T22" fmla="*/ 106 w 207"/>
                <a:gd name="T23" fmla="*/ 72 h 175"/>
                <a:gd name="T24" fmla="*/ 180 w 207"/>
                <a:gd name="T25" fmla="*/ 136 h 175"/>
                <a:gd name="T26" fmla="*/ 94 w 207"/>
                <a:gd name="T27" fmla="*/ 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" h="175">
                  <a:moveTo>
                    <a:pt x="199" y="174"/>
                  </a:moveTo>
                  <a:cubicBezTo>
                    <a:pt x="201" y="174"/>
                    <a:pt x="204" y="174"/>
                    <a:pt x="206" y="175"/>
                  </a:cubicBezTo>
                  <a:cubicBezTo>
                    <a:pt x="207" y="175"/>
                    <a:pt x="207" y="175"/>
                    <a:pt x="207" y="175"/>
                  </a:cubicBezTo>
                  <a:cubicBezTo>
                    <a:pt x="204" y="166"/>
                    <a:pt x="198" y="155"/>
                    <a:pt x="190" y="142"/>
                  </a:cubicBezTo>
                  <a:cubicBezTo>
                    <a:pt x="193" y="71"/>
                    <a:pt x="141" y="32"/>
                    <a:pt x="75" y="28"/>
                  </a:cubicBezTo>
                  <a:cubicBezTo>
                    <a:pt x="8" y="23"/>
                    <a:pt x="0" y="0"/>
                    <a:pt x="0" y="0"/>
                  </a:cubicBezTo>
                  <a:cubicBezTo>
                    <a:pt x="0" y="0"/>
                    <a:pt x="0" y="43"/>
                    <a:pt x="32" y="79"/>
                  </a:cubicBezTo>
                  <a:cubicBezTo>
                    <a:pt x="89" y="145"/>
                    <a:pt x="153" y="136"/>
                    <a:pt x="180" y="151"/>
                  </a:cubicBezTo>
                  <a:cubicBezTo>
                    <a:pt x="189" y="155"/>
                    <a:pt x="195" y="164"/>
                    <a:pt x="199" y="174"/>
                  </a:cubicBezTo>
                  <a:close/>
                  <a:moveTo>
                    <a:pt x="94" y="75"/>
                  </a:moveTo>
                  <a:cubicBezTo>
                    <a:pt x="43" y="59"/>
                    <a:pt x="22" y="35"/>
                    <a:pt x="17" y="26"/>
                  </a:cubicBezTo>
                  <a:cubicBezTo>
                    <a:pt x="28" y="38"/>
                    <a:pt x="41" y="56"/>
                    <a:pt x="106" y="72"/>
                  </a:cubicBezTo>
                  <a:cubicBezTo>
                    <a:pt x="151" y="84"/>
                    <a:pt x="174" y="121"/>
                    <a:pt x="180" y="136"/>
                  </a:cubicBezTo>
                  <a:cubicBezTo>
                    <a:pt x="165" y="111"/>
                    <a:pt x="148" y="90"/>
                    <a:pt x="94" y="75"/>
                  </a:cubicBezTo>
                  <a:close/>
                </a:path>
              </a:pathLst>
            </a:custGeom>
            <a:solidFill>
              <a:srgbClr val="4AA2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8703741C-30C0-47EA-AC33-92EC8D6C96E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436334" y="395462"/>
              <a:ext cx="694026" cy="945739"/>
            </a:xfrm>
            <a:custGeom>
              <a:avLst/>
              <a:gdLst>
                <a:gd name="T0" fmla="*/ 320 w 484"/>
                <a:gd name="T1" fmla="*/ 646 h 659"/>
                <a:gd name="T2" fmla="*/ 270 w 484"/>
                <a:gd name="T3" fmla="*/ 644 h 659"/>
                <a:gd name="T4" fmla="*/ 255 w 484"/>
                <a:gd name="T5" fmla="*/ 580 h 659"/>
                <a:gd name="T6" fmla="*/ 246 w 484"/>
                <a:gd name="T7" fmla="*/ 570 h 659"/>
                <a:gd name="T8" fmla="*/ 216 w 484"/>
                <a:gd name="T9" fmla="*/ 444 h 659"/>
                <a:gd name="T10" fmla="*/ 216 w 484"/>
                <a:gd name="T11" fmla="*/ 437 h 659"/>
                <a:gd name="T12" fmla="*/ 251 w 484"/>
                <a:gd name="T13" fmla="*/ 183 h 659"/>
                <a:gd name="T14" fmla="*/ 255 w 484"/>
                <a:gd name="T15" fmla="*/ 172 h 659"/>
                <a:gd name="T16" fmla="*/ 320 w 484"/>
                <a:gd name="T17" fmla="*/ 92 h 659"/>
                <a:gd name="T18" fmla="*/ 377 w 484"/>
                <a:gd name="T19" fmla="*/ 169 h 659"/>
                <a:gd name="T20" fmla="*/ 484 w 484"/>
                <a:gd name="T21" fmla="*/ 144 h 659"/>
                <a:gd name="T22" fmla="*/ 367 w 484"/>
                <a:gd name="T23" fmla="*/ 10 h 659"/>
                <a:gd name="T24" fmla="*/ 302 w 484"/>
                <a:gd name="T25" fmla="*/ 81 h 659"/>
                <a:gd name="T26" fmla="*/ 283 w 484"/>
                <a:gd name="T27" fmla="*/ 657 h 659"/>
                <a:gd name="T28" fmla="*/ 328 w 484"/>
                <a:gd name="T29" fmla="*/ 645 h 659"/>
                <a:gd name="T30" fmla="*/ 266 w 484"/>
                <a:gd name="T31" fmla="*/ 644 h 659"/>
                <a:gd name="T32" fmla="*/ 138 w 484"/>
                <a:gd name="T33" fmla="*/ 542 h 659"/>
                <a:gd name="T34" fmla="*/ 266 w 484"/>
                <a:gd name="T35" fmla="*/ 644 h 659"/>
                <a:gd name="T36" fmla="*/ 129 w 484"/>
                <a:gd name="T37" fmla="*/ 523 h 659"/>
                <a:gd name="T38" fmla="*/ 150 w 484"/>
                <a:gd name="T39" fmla="*/ 432 h 659"/>
                <a:gd name="T40" fmla="*/ 230 w 484"/>
                <a:gd name="T41" fmla="*/ 566 h 659"/>
                <a:gd name="T42" fmla="*/ 37 w 484"/>
                <a:gd name="T43" fmla="*/ 295 h 659"/>
                <a:gd name="T44" fmla="*/ 79 w 484"/>
                <a:gd name="T45" fmla="*/ 361 h 659"/>
                <a:gd name="T46" fmla="*/ 27 w 484"/>
                <a:gd name="T47" fmla="*/ 362 h 659"/>
                <a:gd name="T48" fmla="*/ 43 w 484"/>
                <a:gd name="T49" fmla="*/ 278 h 659"/>
                <a:gd name="T50" fmla="*/ 127 w 484"/>
                <a:gd name="T51" fmla="*/ 202 h 659"/>
                <a:gd name="T52" fmla="*/ 43 w 484"/>
                <a:gd name="T53" fmla="*/ 278 h 659"/>
                <a:gd name="T54" fmla="*/ 81 w 484"/>
                <a:gd name="T55" fmla="*/ 408 h 659"/>
                <a:gd name="T56" fmla="*/ 38 w 484"/>
                <a:gd name="T57" fmla="*/ 445 h 659"/>
                <a:gd name="T58" fmla="*/ 152 w 484"/>
                <a:gd name="T59" fmla="*/ 420 h 659"/>
                <a:gd name="T60" fmla="*/ 97 w 484"/>
                <a:gd name="T61" fmla="*/ 363 h 659"/>
                <a:gd name="T62" fmla="*/ 206 w 484"/>
                <a:gd name="T63" fmla="*/ 310 h 659"/>
                <a:gd name="T64" fmla="*/ 201 w 484"/>
                <a:gd name="T65" fmla="*/ 434 h 659"/>
                <a:gd name="T66" fmla="*/ 206 w 484"/>
                <a:gd name="T67" fmla="*/ 309 h 659"/>
                <a:gd name="T68" fmla="*/ 107 w 484"/>
                <a:gd name="T69" fmla="*/ 292 h 659"/>
                <a:gd name="T70" fmla="*/ 241 w 484"/>
                <a:gd name="T71" fmla="*/ 183 h 659"/>
                <a:gd name="T72" fmla="*/ 294 w 484"/>
                <a:gd name="T73" fmla="*/ 92 h 659"/>
                <a:gd name="T74" fmla="*/ 156 w 484"/>
                <a:gd name="T75" fmla="*/ 179 h 659"/>
                <a:gd name="T76" fmla="*/ 294 w 484"/>
                <a:gd name="T77" fmla="*/ 92 h 659"/>
                <a:gd name="T78" fmla="*/ 140 w 484"/>
                <a:gd name="T79" fmla="*/ 183 h 659"/>
                <a:gd name="T80" fmla="*/ 218 w 484"/>
                <a:gd name="T81" fmla="*/ 107 h 659"/>
                <a:gd name="T82" fmla="*/ 121 w 484"/>
                <a:gd name="T83" fmla="*/ 532 h 659"/>
                <a:gd name="T84" fmla="*/ 51 w 484"/>
                <a:gd name="T85" fmla="*/ 481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659">
                  <a:moveTo>
                    <a:pt x="355" y="585"/>
                  </a:moveTo>
                  <a:cubicBezTo>
                    <a:pt x="347" y="611"/>
                    <a:pt x="332" y="635"/>
                    <a:pt x="320" y="646"/>
                  </a:cubicBezTo>
                  <a:cubicBezTo>
                    <a:pt x="312" y="646"/>
                    <a:pt x="304" y="647"/>
                    <a:pt x="296" y="646"/>
                  </a:cubicBezTo>
                  <a:cubicBezTo>
                    <a:pt x="287" y="646"/>
                    <a:pt x="279" y="645"/>
                    <a:pt x="270" y="644"/>
                  </a:cubicBezTo>
                  <a:cubicBezTo>
                    <a:pt x="260" y="624"/>
                    <a:pt x="250" y="602"/>
                    <a:pt x="242" y="577"/>
                  </a:cubicBezTo>
                  <a:cubicBezTo>
                    <a:pt x="246" y="578"/>
                    <a:pt x="251" y="579"/>
                    <a:pt x="255" y="580"/>
                  </a:cubicBezTo>
                  <a:cubicBezTo>
                    <a:pt x="297" y="586"/>
                    <a:pt x="342" y="584"/>
                    <a:pt x="411" y="569"/>
                  </a:cubicBezTo>
                  <a:cubicBezTo>
                    <a:pt x="362" y="576"/>
                    <a:pt x="297" y="582"/>
                    <a:pt x="246" y="570"/>
                  </a:cubicBezTo>
                  <a:cubicBezTo>
                    <a:pt x="244" y="570"/>
                    <a:pt x="242" y="569"/>
                    <a:pt x="239" y="569"/>
                  </a:cubicBezTo>
                  <a:cubicBezTo>
                    <a:pt x="228" y="531"/>
                    <a:pt x="219" y="490"/>
                    <a:pt x="216" y="444"/>
                  </a:cubicBezTo>
                  <a:cubicBezTo>
                    <a:pt x="236" y="447"/>
                    <a:pt x="256" y="448"/>
                    <a:pt x="276" y="448"/>
                  </a:cubicBezTo>
                  <a:cubicBezTo>
                    <a:pt x="259" y="446"/>
                    <a:pt x="238" y="442"/>
                    <a:pt x="216" y="437"/>
                  </a:cubicBezTo>
                  <a:cubicBezTo>
                    <a:pt x="215" y="418"/>
                    <a:pt x="214" y="399"/>
                    <a:pt x="215" y="379"/>
                  </a:cubicBezTo>
                  <a:cubicBezTo>
                    <a:pt x="218" y="307"/>
                    <a:pt x="230" y="240"/>
                    <a:pt x="251" y="183"/>
                  </a:cubicBezTo>
                  <a:cubicBezTo>
                    <a:pt x="314" y="182"/>
                    <a:pt x="369" y="191"/>
                    <a:pt x="389" y="197"/>
                  </a:cubicBezTo>
                  <a:cubicBezTo>
                    <a:pt x="370" y="187"/>
                    <a:pt x="317" y="174"/>
                    <a:pt x="255" y="172"/>
                  </a:cubicBezTo>
                  <a:cubicBezTo>
                    <a:pt x="267" y="142"/>
                    <a:pt x="281" y="114"/>
                    <a:pt x="298" y="92"/>
                  </a:cubicBezTo>
                  <a:cubicBezTo>
                    <a:pt x="305" y="92"/>
                    <a:pt x="313" y="91"/>
                    <a:pt x="320" y="92"/>
                  </a:cubicBezTo>
                  <a:cubicBezTo>
                    <a:pt x="329" y="92"/>
                    <a:pt x="338" y="93"/>
                    <a:pt x="348" y="94"/>
                  </a:cubicBezTo>
                  <a:cubicBezTo>
                    <a:pt x="361" y="111"/>
                    <a:pt x="370" y="133"/>
                    <a:pt x="377" y="169"/>
                  </a:cubicBezTo>
                  <a:cubicBezTo>
                    <a:pt x="378" y="136"/>
                    <a:pt x="364" y="106"/>
                    <a:pt x="355" y="95"/>
                  </a:cubicBezTo>
                  <a:cubicBezTo>
                    <a:pt x="399" y="102"/>
                    <a:pt x="442" y="119"/>
                    <a:pt x="484" y="144"/>
                  </a:cubicBezTo>
                  <a:cubicBezTo>
                    <a:pt x="441" y="108"/>
                    <a:pt x="375" y="86"/>
                    <a:pt x="316" y="82"/>
                  </a:cubicBezTo>
                  <a:cubicBezTo>
                    <a:pt x="330" y="47"/>
                    <a:pt x="342" y="38"/>
                    <a:pt x="367" y="10"/>
                  </a:cubicBezTo>
                  <a:cubicBezTo>
                    <a:pt x="367" y="6"/>
                    <a:pt x="368" y="1"/>
                    <a:pt x="353" y="0"/>
                  </a:cubicBezTo>
                  <a:cubicBezTo>
                    <a:pt x="337" y="18"/>
                    <a:pt x="323" y="34"/>
                    <a:pt x="302" y="81"/>
                  </a:cubicBezTo>
                  <a:cubicBezTo>
                    <a:pt x="144" y="76"/>
                    <a:pt x="11" y="200"/>
                    <a:pt x="5" y="359"/>
                  </a:cubicBezTo>
                  <a:cubicBezTo>
                    <a:pt x="0" y="518"/>
                    <a:pt x="124" y="651"/>
                    <a:pt x="283" y="657"/>
                  </a:cubicBezTo>
                  <a:cubicBezTo>
                    <a:pt x="341" y="659"/>
                    <a:pt x="414" y="640"/>
                    <a:pt x="464" y="596"/>
                  </a:cubicBezTo>
                  <a:cubicBezTo>
                    <a:pt x="433" y="620"/>
                    <a:pt x="375" y="639"/>
                    <a:pt x="328" y="645"/>
                  </a:cubicBezTo>
                  <a:cubicBezTo>
                    <a:pt x="334" y="637"/>
                    <a:pt x="352" y="610"/>
                    <a:pt x="355" y="585"/>
                  </a:cubicBezTo>
                  <a:close/>
                  <a:moveTo>
                    <a:pt x="266" y="644"/>
                  </a:moveTo>
                  <a:cubicBezTo>
                    <a:pt x="248" y="641"/>
                    <a:pt x="231" y="637"/>
                    <a:pt x="215" y="631"/>
                  </a:cubicBezTo>
                  <a:cubicBezTo>
                    <a:pt x="187" y="613"/>
                    <a:pt x="160" y="582"/>
                    <a:pt x="138" y="542"/>
                  </a:cubicBezTo>
                  <a:cubicBezTo>
                    <a:pt x="167" y="556"/>
                    <a:pt x="198" y="568"/>
                    <a:pt x="234" y="575"/>
                  </a:cubicBezTo>
                  <a:cubicBezTo>
                    <a:pt x="243" y="601"/>
                    <a:pt x="254" y="624"/>
                    <a:pt x="266" y="644"/>
                  </a:cubicBezTo>
                  <a:close/>
                  <a:moveTo>
                    <a:pt x="230" y="566"/>
                  </a:moveTo>
                  <a:cubicBezTo>
                    <a:pt x="191" y="555"/>
                    <a:pt x="157" y="540"/>
                    <a:pt x="129" y="523"/>
                  </a:cubicBezTo>
                  <a:cubicBezTo>
                    <a:pt x="114" y="491"/>
                    <a:pt x="104" y="455"/>
                    <a:pt x="99" y="416"/>
                  </a:cubicBezTo>
                  <a:cubicBezTo>
                    <a:pt x="115" y="421"/>
                    <a:pt x="132" y="427"/>
                    <a:pt x="150" y="432"/>
                  </a:cubicBezTo>
                  <a:cubicBezTo>
                    <a:pt x="165" y="436"/>
                    <a:pt x="183" y="439"/>
                    <a:pt x="202" y="442"/>
                  </a:cubicBezTo>
                  <a:cubicBezTo>
                    <a:pt x="206" y="487"/>
                    <a:pt x="217" y="529"/>
                    <a:pt x="230" y="566"/>
                  </a:cubicBezTo>
                  <a:close/>
                  <a:moveTo>
                    <a:pt x="27" y="359"/>
                  </a:moveTo>
                  <a:cubicBezTo>
                    <a:pt x="28" y="337"/>
                    <a:pt x="32" y="315"/>
                    <a:pt x="37" y="295"/>
                  </a:cubicBezTo>
                  <a:cubicBezTo>
                    <a:pt x="48" y="297"/>
                    <a:pt x="66" y="300"/>
                    <a:pt x="86" y="302"/>
                  </a:cubicBezTo>
                  <a:cubicBezTo>
                    <a:pt x="82" y="321"/>
                    <a:pt x="80" y="341"/>
                    <a:pt x="79" y="361"/>
                  </a:cubicBezTo>
                  <a:cubicBezTo>
                    <a:pt x="78" y="371"/>
                    <a:pt x="79" y="381"/>
                    <a:pt x="79" y="391"/>
                  </a:cubicBezTo>
                  <a:cubicBezTo>
                    <a:pt x="61" y="382"/>
                    <a:pt x="44" y="373"/>
                    <a:pt x="27" y="362"/>
                  </a:cubicBezTo>
                  <a:cubicBezTo>
                    <a:pt x="27" y="361"/>
                    <a:pt x="27" y="360"/>
                    <a:pt x="27" y="359"/>
                  </a:cubicBezTo>
                  <a:close/>
                  <a:moveTo>
                    <a:pt x="43" y="278"/>
                  </a:moveTo>
                  <a:cubicBezTo>
                    <a:pt x="49" y="261"/>
                    <a:pt x="57" y="244"/>
                    <a:pt x="66" y="229"/>
                  </a:cubicBezTo>
                  <a:cubicBezTo>
                    <a:pt x="85" y="217"/>
                    <a:pt x="106" y="208"/>
                    <a:pt x="127" y="202"/>
                  </a:cubicBezTo>
                  <a:cubicBezTo>
                    <a:pt x="111" y="228"/>
                    <a:pt x="98" y="257"/>
                    <a:pt x="90" y="289"/>
                  </a:cubicBezTo>
                  <a:cubicBezTo>
                    <a:pt x="69" y="285"/>
                    <a:pt x="52" y="281"/>
                    <a:pt x="43" y="278"/>
                  </a:cubicBezTo>
                  <a:close/>
                  <a:moveTo>
                    <a:pt x="28" y="382"/>
                  </a:moveTo>
                  <a:cubicBezTo>
                    <a:pt x="44" y="391"/>
                    <a:pt x="62" y="400"/>
                    <a:pt x="81" y="408"/>
                  </a:cubicBezTo>
                  <a:cubicBezTo>
                    <a:pt x="85" y="445"/>
                    <a:pt x="96" y="479"/>
                    <a:pt x="110" y="510"/>
                  </a:cubicBezTo>
                  <a:cubicBezTo>
                    <a:pt x="81" y="490"/>
                    <a:pt x="57" y="467"/>
                    <a:pt x="38" y="445"/>
                  </a:cubicBezTo>
                  <a:cubicBezTo>
                    <a:pt x="32" y="424"/>
                    <a:pt x="29" y="403"/>
                    <a:pt x="28" y="382"/>
                  </a:cubicBezTo>
                  <a:close/>
                  <a:moveTo>
                    <a:pt x="152" y="420"/>
                  </a:moveTo>
                  <a:cubicBezTo>
                    <a:pt x="133" y="414"/>
                    <a:pt x="115" y="407"/>
                    <a:pt x="98" y="400"/>
                  </a:cubicBezTo>
                  <a:cubicBezTo>
                    <a:pt x="97" y="388"/>
                    <a:pt x="97" y="375"/>
                    <a:pt x="97" y="363"/>
                  </a:cubicBezTo>
                  <a:cubicBezTo>
                    <a:pt x="98" y="343"/>
                    <a:pt x="100" y="323"/>
                    <a:pt x="104" y="304"/>
                  </a:cubicBezTo>
                  <a:cubicBezTo>
                    <a:pt x="138" y="307"/>
                    <a:pt x="177" y="310"/>
                    <a:pt x="206" y="310"/>
                  </a:cubicBezTo>
                  <a:cubicBezTo>
                    <a:pt x="203" y="332"/>
                    <a:pt x="200" y="354"/>
                    <a:pt x="200" y="376"/>
                  </a:cubicBezTo>
                  <a:cubicBezTo>
                    <a:pt x="199" y="396"/>
                    <a:pt x="199" y="415"/>
                    <a:pt x="201" y="434"/>
                  </a:cubicBezTo>
                  <a:cubicBezTo>
                    <a:pt x="185" y="430"/>
                    <a:pt x="169" y="425"/>
                    <a:pt x="152" y="420"/>
                  </a:cubicBezTo>
                  <a:close/>
                  <a:moveTo>
                    <a:pt x="206" y="309"/>
                  </a:moveTo>
                  <a:cubicBezTo>
                    <a:pt x="183" y="306"/>
                    <a:pt x="151" y="300"/>
                    <a:pt x="127" y="296"/>
                  </a:cubicBezTo>
                  <a:cubicBezTo>
                    <a:pt x="120" y="295"/>
                    <a:pt x="113" y="293"/>
                    <a:pt x="107" y="292"/>
                  </a:cubicBezTo>
                  <a:cubicBezTo>
                    <a:pt x="115" y="257"/>
                    <a:pt x="129" y="225"/>
                    <a:pt x="145" y="197"/>
                  </a:cubicBezTo>
                  <a:cubicBezTo>
                    <a:pt x="177" y="188"/>
                    <a:pt x="210" y="185"/>
                    <a:pt x="241" y="183"/>
                  </a:cubicBezTo>
                  <a:cubicBezTo>
                    <a:pt x="226" y="221"/>
                    <a:pt x="213" y="263"/>
                    <a:pt x="206" y="309"/>
                  </a:cubicBezTo>
                  <a:close/>
                  <a:moveTo>
                    <a:pt x="294" y="92"/>
                  </a:moveTo>
                  <a:cubicBezTo>
                    <a:pt x="277" y="112"/>
                    <a:pt x="260" y="140"/>
                    <a:pt x="246" y="172"/>
                  </a:cubicBezTo>
                  <a:cubicBezTo>
                    <a:pt x="217" y="171"/>
                    <a:pt x="186" y="173"/>
                    <a:pt x="156" y="179"/>
                  </a:cubicBezTo>
                  <a:cubicBezTo>
                    <a:pt x="178" y="145"/>
                    <a:pt x="205" y="118"/>
                    <a:pt x="232" y="103"/>
                  </a:cubicBezTo>
                  <a:cubicBezTo>
                    <a:pt x="252" y="97"/>
                    <a:pt x="273" y="93"/>
                    <a:pt x="294" y="92"/>
                  </a:cubicBezTo>
                  <a:close/>
                  <a:moveTo>
                    <a:pt x="218" y="107"/>
                  </a:moveTo>
                  <a:cubicBezTo>
                    <a:pt x="191" y="124"/>
                    <a:pt x="163" y="150"/>
                    <a:pt x="140" y="183"/>
                  </a:cubicBezTo>
                  <a:cubicBezTo>
                    <a:pt x="121" y="187"/>
                    <a:pt x="102" y="194"/>
                    <a:pt x="85" y="202"/>
                  </a:cubicBezTo>
                  <a:cubicBezTo>
                    <a:pt x="118" y="159"/>
                    <a:pt x="165" y="125"/>
                    <a:pt x="218" y="107"/>
                  </a:cubicBezTo>
                  <a:close/>
                  <a:moveTo>
                    <a:pt x="51" y="481"/>
                  </a:moveTo>
                  <a:cubicBezTo>
                    <a:pt x="72" y="499"/>
                    <a:pt x="95" y="517"/>
                    <a:pt x="121" y="532"/>
                  </a:cubicBezTo>
                  <a:cubicBezTo>
                    <a:pt x="143" y="572"/>
                    <a:pt x="171" y="605"/>
                    <a:pt x="200" y="626"/>
                  </a:cubicBezTo>
                  <a:cubicBezTo>
                    <a:pt x="133" y="598"/>
                    <a:pt x="80" y="546"/>
                    <a:pt x="51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9E95AD80-6532-43FB-B7D6-D98466F89B4F}"/>
                </a:ext>
              </a:extLst>
            </p:cNvPr>
            <p:cNvSpPr>
              <a:spLocks/>
            </p:cNvSpPr>
            <p:nvPr/>
          </p:nvSpPr>
          <p:spPr bwMode="gray">
            <a:xfrm>
              <a:off x="9325196" y="742777"/>
              <a:ext cx="184549" cy="242637"/>
            </a:xfrm>
            <a:custGeom>
              <a:avLst/>
              <a:gdLst>
                <a:gd name="T0" fmla="*/ 215 w 305"/>
                <a:gd name="T1" fmla="*/ 156 h 401"/>
                <a:gd name="T2" fmla="*/ 90 w 305"/>
                <a:gd name="T3" fmla="*/ 156 h 401"/>
                <a:gd name="T4" fmla="*/ 90 w 305"/>
                <a:gd name="T5" fmla="*/ 0 h 401"/>
                <a:gd name="T6" fmla="*/ 0 w 305"/>
                <a:gd name="T7" fmla="*/ 0 h 401"/>
                <a:gd name="T8" fmla="*/ 0 w 305"/>
                <a:gd name="T9" fmla="*/ 401 h 401"/>
                <a:gd name="T10" fmla="*/ 90 w 305"/>
                <a:gd name="T11" fmla="*/ 401 h 401"/>
                <a:gd name="T12" fmla="*/ 90 w 305"/>
                <a:gd name="T13" fmla="*/ 239 h 401"/>
                <a:gd name="T14" fmla="*/ 215 w 305"/>
                <a:gd name="T15" fmla="*/ 239 h 401"/>
                <a:gd name="T16" fmla="*/ 215 w 305"/>
                <a:gd name="T17" fmla="*/ 401 h 401"/>
                <a:gd name="T18" fmla="*/ 305 w 305"/>
                <a:gd name="T19" fmla="*/ 401 h 401"/>
                <a:gd name="T20" fmla="*/ 305 w 305"/>
                <a:gd name="T21" fmla="*/ 0 h 401"/>
                <a:gd name="T22" fmla="*/ 215 w 305"/>
                <a:gd name="T23" fmla="*/ 0 h 401"/>
                <a:gd name="T24" fmla="*/ 215 w 305"/>
                <a:gd name="T25" fmla="*/ 156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5" h="401">
                  <a:moveTo>
                    <a:pt x="215" y="156"/>
                  </a:moveTo>
                  <a:lnTo>
                    <a:pt x="90" y="156"/>
                  </a:lnTo>
                  <a:lnTo>
                    <a:pt x="90" y="0"/>
                  </a:lnTo>
                  <a:lnTo>
                    <a:pt x="0" y="0"/>
                  </a:lnTo>
                  <a:lnTo>
                    <a:pt x="0" y="401"/>
                  </a:lnTo>
                  <a:lnTo>
                    <a:pt x="90" y="401"/>
                  </a:lnTo>
                  <a:lnTo>
                    <a:pt x="90" y="239"/>
                  </a:lnTo>
                  <a:lnTo>
                    <a:pt x="215" y="239"/>
                  </a:lnTo>
                  <a:lnTo>
                    <a:pt x="215" y="401"/>
                  </a:lnTo>
                  <a:lnTo>
                    <a:pt x="305" y="401"/>
                  </a:lnTo>
                  <a:lnTo>
                    <a:pt x="305" y="0"/>
                  </a:lnTo>
                  <a:lnTo>
                    <a:pt x="215" y="0"/>
                  </a:lnTo>
                  <a:lnTo>
                    <a:pt x="215" y="1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6F123567-9F9F-4A3E-A3C3-AD45CA8C6D02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058356" y="739752"/>
              <a:ext cx="246872" cy="246872"/>
            </a:xfrm>
            <a:custGeom>
              <a:avLst/>
              <a:gdLst>
                <a:gd name="T0" fmla="*/ 86 w 172"/>
                <a:gd name="T1" fmla="*/ 0 h 172"/>
                <a:gd name="T2" fmla="*/ 0 w 172"/>
                <a:gd name="T3" fmla="*/ 86 h 172"/>
                <a:gd name="T4" fmla="*/ 86 w 172"/>
                <a:gd name="T5" fmla="*/ 172 h 172"/>
                <a:gd name="T6" fmla="*/ 172 w 172"/>
                <a:gd name="T7" fmla="*/ 86 h 172"/>
                <a:gd name="T8" fmla="*/ 86 w 172"/>
                <a:gd name="T9" fmla="*/ 0 h 172"/>
                <a:gd name="T10" fmla="*/ 86 w 172"/>
                <a:gd name="T11" fmla="*/ 135 h 172"/>
                <a:gd name="T12" fmla="*/ 37 w 172"/>
                <a:gd name="T13" fmla="*/ 86 h 172"/>
                <a:gd name="T14" fmla="*/ 86 w 172"/>
                <a:gd name="T15" fmla="*/ 38 h 172"/>
                <a:gd name="T16" fmla="*/ 135 w 172"/>
                <a:gd name="T17" fmla="*/ 86 h 172"/>
                <a:gd name="T18" fmla="*/ 86 w 172"/>
                <a:gd name="T19" fmla="*/ 13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2" h="172">
                  <a:moveTo>
                    <a:pt x="86" y="0"/>
                  </a:moveTo>
                  <a:cubicBezTo>
                    <a:pt x="39" y="0"/>
                    <a:pt x="0" y="39"/>
                    <a:pt x="0" y="86"/>
                  </a:cubicBezTo>
                  <a:cubicBezTo>
                    <a:pt x="0" y="134"/>
                    <a:pt x="39" y="172"/>
                    <a:pt x="86" y="172"/>
                  </a:cubicBezTo>
                  <a:cubicBezTo>
                    <a:pt x="133" y="172"/>
                    <a:pt x="172" y="134"/>
                    <a:pt x="172" y="86"/>
                  </a:cubicBezTo>
                  <a:cubicBezTo>
                    <a:pt x="172" y="39"/>
                    <a:pt x="133" y="0"/>
                    <a:pt x="86" y="0"/>
                  </a:cubicBezTo>
                  <a:close/>
                  <a:moveTo>
                    <a:pt x="86" y="135"/>
                  </a:moveTo>
                  <a:cubicBezTo>
                    <a:pt x="59" y="135"/>
                    <a:pt x="37" y="113"/>
                    <a:pt x="37" y="86"/>
                  </a:cubicBezTo>
                  <a:cubicBezTo>
                    <a:pt x="37" y="59"/>
                    <a:pt x="59" y="38"/>
                    <a:pt x="86" y="38"/>
                  </a:cubicBezTo>
                  <a:cubicBezTo>
                    <a:pt x="113" y="38"/>
                    <a:pt x="135" y="59"/>
                    <a:pt x="135" y="86"/>
                  </a:cubicBezTo>
                  <a:cubicBezTo>
                    <a:pt x="135" y="113"/>
                    <a:pt x="113" y="135"/>
                    <a:pt x="86" y="1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2CC4BDE9-D5DF-486E-BA14-8244AAE3729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878238" y="742777"/>
              <a:ext cx="189390" cy="242637"/>
            </a:xfrm>
            <a:custGeom>
              <a:avLst/>
              <a:gdLst>
                <a:gd name="T0" fmla="*/ 132 w 132"/>
                <a:gd name="T1" fmla="*/ 169 h 169"/>
                <a:gd name="T2" fmla="*/ 94 w 132"/>
                <a:gd name="T3" fmla="*/ 96 h 169"/>
                <a:gd name="T4" fmla="*/ 122 w 132"/>
                <a:gd name="T5" fmla="*/ 50 h 169"/>
                <a:gd name="T6" fmla="*/ 104 w 132"/>
                <a:gd name="T7" fmla="*/ 12 h 169"/>
                <a:gd name="T8" fmla="*/ 67 w 132"/>
                <a:gd name="T9" fmla="*/ 0 h 169"/>
                <a:gd name="T10" fmla="*/ 0 w 132"/>
                <a:gd name="T11" fmla="*/ 0 h 169"/>
                <a:gd name="T12" fmla="*/ 0 w 132"/>
                <a:gd name="T13" fmla="*/ 169 h 169"/>
                <a:gd name="T14" fmla="*/ 38 w 132"/>
                <a:gd name="T15" fmla="*/ 169 h 169"/>
                <a:gd name="T16" fmla="*/ 38 w 132"/>
                <a:gd name="T17" fmla="*/ 103 h 169"/>
                <a:gd name="T18" fmla="*/ 56 w 132"/>
                <a:gd name="T19" fmla="*/ 103 h 169"/>
                <a:gd name="T20" fmla="*/ 88 w 132"/>
                <a:gd name="T21" fmla="*/ 169 h 169"/>
                <a:gd name="T22" fmla="*/ 132 w 132"/>
                <a:gd name="T23" fmla="*/ 169 h 169"/>
                <a:gd name="T24" fmla="*/ 65 w 132"/>
                <a:gd name="T25" fmla="*/ 67 h 169"/>
                <a:gd name="T26" fmla="*/ 37 w 132"/>
                <a:gd name="T27" fmla="*/ 67 h 169"/>
                <a:gd name="T28" fmla="*/ 37 w 132"/>
                <a:gd name="T29" fmla="*/ 35 h 169"/>
                <a:gd name="T30" fmla="*/ 66 w 132"/>
                <a:gd name="T31" fmla="*/ 35 h 169"/>
                <a:gd name="T32" fmla="*/ 79 w 132"/>
                <a:gd name="T33" fmla="*/ 38 h 169"/>
                <a:gd name="T34" fmla="*/ 84 w 132"/>
                <a:gd name="T35" fmla="*/ 50 h 169"/>
                <a:gd name="T36" fmla="*/ 65 w 132"/>
                <a:gd name="T37" fmla="*/ 67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2" h="169">
                  <a:moveTo>
                    <a:pt x="132" y="169"/>
                  </a:moveTo>
                  <a:cubicBezTo>
                    <a:pt x="94" y="96"/>
                    <a:pt x="94" y="96"/>
                    <a:pt x="94" y="96"/>
                  </a:cubicBezTo>
                  <a:cubicBezTo>
                    <a:pt x="111" y="87"/>
                    <a:pt x="122" y="70"/>
                    <a:pt x="122" y="50"/>
                  </a:cubicBezTo>
                  <a:cubicBezTo>
                    <a:pt x="122" y="34"/>
                    <a:pt x="114" y="20"/>
                    <a:pt x="104" y="12"/>
                  </a:cubicBezTo>
                  <a:cubicBezTo>
                    <a:pt x="94" y="3"/>
                    <a:pt x="82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38" y="169"/>
                    <a:pt x="38" y="169"/>
                    <a:pt x="38" y="169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56" y="103"/>
                    <a:pt x="56" y="103"/>
                    <a:pt x="56" y="103"/>
                  </a:cubicBezTo>
                  <a:cubicBezTo>
                    <a:pt x="88" y="169"/>
                    <a:pt x="88" y="169"/>
                    <a:pt x="88" y="169"/>
                  </a:cubicBezTo>
                  <a:lnTo>
                    <a:pt x="132" y="169"/>
                  </a:lnTo>
                  <a:close/>
                  <a:moveTo>
                    <a:pt x="65" y="67"/>
                  </a:moveTo>
                  <a:cubicBezTo>
                    <a:pt x="37" y="67"/>
                    <a:pt x="37" y="67"/>
                    <a:pt x="37" y="6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73" y="35"/>
                    <a:pt x="76" y="36"/>
                    <a:pt x="79" y="38"/>
                  </a:cubicBezTo>
                  <a:cubicBezTo>
                    <a:pt x="82" y="40"/>
                    <a:pt x="84" y="44"/>
                    <a:pt x="84" y="50"/>
                  </a:cubicBezTo>
                  <a:cubicBezTo>
                    <a:pt x="84" y="59"/>
                    <a:pt x="78" y="67"/>
                    <a:pt x="6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222CA59A-DB3C-418F-BE0D-15759D56E587}"/>
                </a:ext>
              </a:extLst>
            </p:cNvPr>
            <p:cNvSpPr>
              <a:spLocks/>
            </p:cNvSpPr>
            <p:nvPr/>
          </p:nvSpPr>
          <p:spPr bwMode="gray">
            <a:xfrm>
              <a:off x="9547260" y="742777"/>
              <a:ext cx="136143" cy="242637"/>
            </a:xfrm>
            <a:custGeom>
              <a:avLst/>
              <a:gdLst>
                <a:gd name="T0" fmla="*/ 90 w 225"/>
                <a:gd name="T1" fmla="*/ 0 h 401"/>
                <a:gd name="T2" fmla="*/ 0 w 225"/>
                <a:gd name="T3" fmla="*/ 0 h 401"/>
                <a:gd name="T4" fmla="*/ 0 w 225"/>
                <a:gd name="T5" fmla="*/ 401 h 401"/>
                <a:gd name="T6" fmla="*/ 225 w 225"/>
                <a:gd name="T7" fmla="*/ 401 h 401"/>
                <a:gd name="T8" fmla="*/ 225 w 225"/>
                <a:gd name="T9" fmla="*/ 313 h 401"/>
                <a:gd name="T10" fmla="*/ 90 w 225"/>
                <a:gd name="T11" fmla="*/ 313 h 401"/>
                <a:gd name="T12" fmla="*/ 90 w 225"/>
                <a:gd name="T13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5" h="401">
                  <a:moveTo>
                    <a:pt x="90" y="0"/>
                  </a:moveTo>
                  <a:lnTo>
                    <a:pt x="0" y="0"/>
                  </a:lnTo>
                  <a:lnTo>
                    <a:pt x="0" y="401"/>
                  </a:lnTo>
                  <a:lnTo>
                    <a:pt x="225" y="401"/>
                  </a:lnTo>
                  <a:lnTo>
                    <a:pt x="225" y="313"/>
                  </a:lnTo>
                  <a:lnTo>
                    <a:pt x="90" y="313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9A21CA-36CA-472B-9C74-9A6162C7B77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843552" y="741567"/>
              <a:ext cx="200281" cy="243847"/>
            </a:xfrm>
            <a:custGeom>
              <a:avLst/>
              <a:gdLst>
                <a:gd name="T0" fmla="*/ 140 w 140"/>
                <a:gd name="T1" fmla="*/ 85 h 170"/>
                <a:gd name="T2" fmla="*/ 59 w 140"/>
                <a:gd name="T3" fmla="*/ 0 h 170"/>
                <a:gd name="T4" fmla="*/ 0 w 140"/>
                <a:gd name="T5" fmla="*/ 0 h 170"/>
                <a:gd name="T6" fmla="*/ 0 w 140"/>
                <a:gd name="T7" fmla="*/ 170 h 170"/>
                <a:gd name="T8" fmla="*/ 59 w 140"/>
                <a:gd name="T9" fmla="*/ 170 h 170"/>
                <a:gd name="T10" fmla="*/ 140 w 140"/>
                <a:gd name="T11" fmla="*/ 85 h 170"/>
                <a:gd name="T12" fmla="*/ 36 w 140"/>
                <a:gd name="T13" fmla="*/ 133 h 170"/>
                <a:gd name="T14" fmla="*/ 36 w 140"/>
                <a:gd name="T15" fmla="*/ 38 h 170"/>
                <a:gd name="T16" fmla="*/ 54 w 140"/>
                <a:gd name="T17" fmla="*/ 37 h 170"/>
                <a:gd name="T18" fmla="*/ 100 w 140"/>
                <a:gd name="T19" fmla="*/ 85 h 170"/>
                <a:gd name="T20" fmla="*/ 54 w 140"/>
                <a:gd name="T21" fmla="*/ 132 h 170"/>
                <a:gd name="T22" fmla="*/ 36 w 140"/>
                <a:gd name="T23" fmla="*/ 13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0" h="170">
                  <a:moveTo>
                    <a:pt x="140" y="85"/>
                  </a:moveTo>
                  <a:cubicBezTo>
                    <a:pt x="140" y="37"/>
                    <a:pt x="103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59" y="170"/>
                    <a:pt x="59" y="170"/>
                    <a:pt x="59" y="170"/>
                  </a:cubicBezTo>
                  <a:cubicBezTo>
                    <a:pt x="103" y="170"/>
                    <a:pt x="140" y="133"/>
                    <a:pt x="140" y="85"/>
                  </a:cubicBezTo>
                  <a:close/>
                  <a:moveTo>
                    <a:pt x="36" y="133"/>
                  </a:moveTo>
                  <a:cubicBezTo>
                    <a:pt x="36" y="38"/>
                    <a:pt x="36" y="38"/>
                    <a:pt x="36" y="38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81" y="37"/>
                    <a:pt x="100" y="54"/>
                    <a:pt x="100" y="85"/>
                  </a:cubicBezTo>
                  <a:cubicBezTo>
                    <a:pt x="100" y="118"/>
                    <a:pt x="78" y="132"/>
                    <a:pt x="54" y="132"/>
                  </a:cubicBezTo>
                  <a:lnTo>
                    <a:pt x="36" y="1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52AF319-E279-4E06-9A68-31204FD3A8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091635" y="689530"/>
              <a:ext cx="47196" cy="4719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4FF88D9E-C879-48DC-9598-58FB77E29D40}"/>
                </a:ext>
              </a:extLst>
            </p:cNvPr>
            <p:cNvSpPr>
              <a:spLocks/>
            </p:cNvSpPr>
            <p:nvPr/>
          </p:nvSpPr>
          <p:spPr bwMode="gray">
            <a:xfrm>
              <a:off x="9699135" y="742777"/>
              <a:ext cx="150665" cy="242637"/>
            </a:xfrm>
            <a:custGeom>
              <a:avLst/>
              <a:gdLst>
                <a:gd name="T0" fmla="*/ 249 w 249"/>
                <a:gd name="T1" fmla="*/ 313 h 401"/>
                <a:gd name="T2" fmla="*/ 90 w 249"/>
                <a:gd name="T3" fmla="*/ 313 h 401"/>
                <a:gd name="T4" fmla="*/ 90 w 249"/>
                <a:gd name="T5" fmla="*/ 239 h 401"/>
                <a:gd name="T6" fmla="*/ 223 w 249"/>
                <a:gd name="T7" fmla="*/ 239 h 401"/>
                <a:gd name="T8" fmla="*/ 223 w 249"/>
                <a:gd name="T9" fmla="*/ 156 h 401"/>
                <a:gd name="T10" fmla="*/ 90 w 249"/>
                <a:gd name="T11" fmla="*/ 156 h 401"/>
                <a:gd name="T12" fmla="*/ 90 w 249"/>
                <a:gd name="T13" fmla="*/ 85 h 401"/>
                <a:gd name="T14" fmla="*/ 249 w 249"/>
                <a:gd name="T15" fmla="*/ 85 h 401"/>
                <a:gd name="T16" fmla="*/ 249 w 249"/>
                <a:gd name="T17" fmla="*/ 0 h 401"/>
                <a:gd name="T18" fmla="*/ 0 w 249"/>
                <a:gd name="T19" fmla="*/ 0 h 401"/>
                <a:gd name="T20" fmla="*/ 0 w 249"/>
                <a:gd name="T21" fmla="*/ 401 h 401"/>
                <a:gd name="T22" fmla="*/ 249 w 249"/>
                <a:gd name="T23" fmla="*/ 401 h 401"/>
                <a:gd name="T24" fmla="*/ 249 w 249"/>
                <a:gd name="T25" fmla="*/ 313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401">
                  <a:moveTo>
                    <a:pt x="249" y="313"/>
                  </a:moveTo>
                  <a:lnTo>
                    <a:pt x="90" y="313"/>
                  </a:lnTo>
                  <a:lnTo>
                    <a:pt x="90" y="239"/>
                  </a:lnTo>
                  <a:lnTo>
                    <a:pt x="223" y="239"/>
                  </a:lnTo>
                  <a:lnTo>
                    <a:pt x="223" y="156"/>
                  </a:lnTo>
                  <a:lnTo>
                    <a:pt x="90" y="156"/>
                  </a:lnTo>
                  <a:lnTo>
                    <a:pt x="90" y="85"/>
                  </a:lnTo>
                  <a:lnTo>
                    <a:pt x="249" y="85"/>
                  </a:lnTo>
                  <a:lnTo>
                    <a:pt x="249" y="0"/>
                  </a:lnTo>
                  <a:lnTo>
                    <a:pt x="0" y="0"/>
                  </a:lnTo>
                  <a:lnTo>
                    <a:pt x="0" y="401"/>
                  </a:lnTo>
                  <a:lnTo>
                    <a:pt x="249" y="401"/>
                  </a:lnTo>
                  <a:lnTo>
                    <a:pt x="249" y="3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BDE8442-C524-41F4-A909-1C3627B075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24752" y="689530"/>
              <a:ext cx="47196" cy="4719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AE289AB6-6C1A-4EC9-B5F3-AE11D5C9878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882277" y="1076781"/>
              <a:ext cx="31464" cy="56272"/>
            </a:xfrm>
            <a:custGeom>
              <a:avLst/>
              <a:gdLst>
                <a:gd name="T0" fmla="*/ 21 w 52"/>
                <a:gd name="T1" fmla="*/ 0 h 93"/>
                <a:gd name="T2" fmla="*/ 0 w 52"/>
                <a:gd name="T3" fmla="*/ 93 h 93"/>
                <a:gd name="T4" fmla="*/ 14 w 52"/>
                <a:gd name="T5" fmla="*/ 93 h 93"/>
                <a:gd name="T6" fmla="*/ 16 w 52"/>
                <a:gd name="T7" fmla="*/ 72 h 93"/>
                <a:gd name="T8" fmla="*/ 35 w 52"/>
                <a:gd name="T9" fmla="*/ 72 h 93"/>
                <a:gd name="T10" fmla="*/ 38 w 52"/>
                <a:gd name="T11" fmla="*/ 93 h 93"/>
                <a:gd name="T12" fmla="*/ 52 w 52"/>
                <a:gd name="T13" fmla="*/ 93 h 93"/>
                <a:gd name="T14" fmla="*/ 31 w 52"/>
                <a:gd name="T15" fmla="*/ 0 h 93"/>
                <a:gd name="T16" fmla="*/ 21 w 52"/>
                <a:gd name="T17" fmla="*/ 0 h 93"/>
                <a:gd name="T18" fmla="*/ 19 w 52"/>
                <a:gd name="T19" fmla="*/ 60 h 93"/>
                <a:gd name="T20" fmla="*/ 26 w 52"/>
                <a:gd name="T21" fmla="*/ 27 h 93"/>
                <a:gd name="T22" fmla="*/ 33 w 52"/>
                <a:gd name="T23" fmla="*/ 60 h 93"/>
                <a:gd name="T24" fmla="*/ 19 w 52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93">
                  <a:moveTo>
                    <a:pt x="21" y="0"/>
                  </a:moveTo>
                  <a:lnTo>
                    <a:pt x="0" y="93"/>
                  </a:lnTo>
                  <a:lnTo>
                    <a:pt x="14" y="93"/>
                  </a:lnTo>
                  <a:lnTo>
                    <a:pt x="16" y="72"/>
                  </a:lnTo>
                  <a:lnTo>
                    <a:pt x="35" y="72"/>
                  </a:lnTo>
                  <a:lnTo>
                    <a:pt x="38" y="93"/>
                  </a:lnTo>
                  <a:lnTo>
                    <a:pt x="52" y="93"/>
                  </a:lnTo>
                  <a:lnTo>
                    <a:pt x="31" y="0"/>
                  </a:lnTo>
                  <a:lnTo>
                    <a:pt x="21" y="0"/>
                  </a:lnTo>
                  <a:close/>
                  <a:moveTo>
                    <a:pt x="19" y="60"/>
                  </a:moveTo>
                  <a:lnTo>
                    <a:pt x="26" y="27"/>
                  </a:lnTo>
                  <a:lnTo>
                    <a:pt x="33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B6A099B0-BC8B-488E-B557-447634433D96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9852" y="1076781"/>
              <a:ext cx="22993" cy="56272"/>
            </a:xfrm>
            <a:custGeom>
              <a:avLst/>
              <a:gdLst>
                <a:gd name="T0" fmla="*/ 12 w 38"/>
                <a:gd name="T1" fmla="*/ 0 h 93"/>
                <a:gd name="T2" fmla="*/ 0 w 38"/>
                <a:gd name="T3" fmla="*/ 0 h 93"/>
                <a:gd name="T4" fmla="*/ 0 w 38"/>
                <a:gd name="T5" fmla="*/ 93 h 93"/>
                <a:gd name="T6" fmla="*/ 38 w 38"/>
                <a:gd name="T7" fmla="*/ 93 h 93"/>
                <a:gd name="T8" fmla="*/ 38 w 38"/>
                <a:gd name="T9" fmla="*/ 79 h 93"/>
                <a:gd name="T10" fmla="*/ 12 w 38"/>
                <a:gd name="T11" fmla="*/ 79 h 93"/>
                <a:gd name="T12" fmla="*/ 12 w 38"/>
                <a:gd name="T1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93">
                  <a:moveTo>
                    <a:pt x="12" y="0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74B623B4-64FE-43E0-8385-95C9D0FA6F20}"/>
                </a:ext>
              </a:extLst>
            </p:cNvPr>
            <p:cNvSpPr>
              <a:spLocks/>
            </p:cNvSpPr>
            <p:nvPr/>
          </p:nvSpPr>
          <p:spPr bwMode="gray">
            <a:xfrm>
              <a:off x="8844763" y="1076781"/>
              <a:ext cx="27229" cy="56272"/>
            </a:xfrm>
            <a:custGeom>
              <a:avLst/>
              <a:gdLst>
                <a:gd name="T0" fmla="*/ 33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2 w 45"/>
                <a:gd name="T9" fmla="*/ 93 h 93"/>
                <a:gd name="T10" fmla="*/ 12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3 w 45"/>
                <a:gd name="T19" fmla="*/ 0 h 93"/>
                <a:gd name="T20" fmla="*/ 33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3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2" y="93"/>
                  </a:lnTo>
                  <a:lnTo>
                    <a:pt x="12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3" y="0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93354FE3-41F0-40F6-8EF7-AB5D7500678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200549" y="1076781"/>
              <a:ext cx="27229" cy="56272"/>
            </a:xfrm>
            <a:custGeom>
              <a:avLst/>
              <a:gdLst>
                <a:gd name="T0" fmla="*/ 9 w 19"/>
                <a:gd name="T1" fmla="*/ 0 h 39"/>
                <a:gd name="T2" fmla="*/ 0 w 19"/>
                <a:gd name="T3" fmla="*/ 9 h 39"/>
                <a:gd name="T4" fmla="*/ 0 w 19"/>
                <a:gd name="T5" fmla="*/ 30 h 39"/>
                <a:gd name="T6" fmla="*/ 9 w 19"/>
                <a:gd name="T7" fmla="*/ 39 h 39"/>
                <a:gd name="T8" fmla="*/ 19 w 19"/>
                <a:gd name="T9" fmla="*/ 30 h 39"/>
                <a:gd name="T10" fmla="*/ 19 w 19"/>
                <a:gd name="T11" fmla="*/ 9 h 39"/>
                <a:gd name="T12" fmla="*/ 9 w 19"/>
                <a:gd name="T13" fmla="*/ 0 h 39"/>
                <a:gd name="T14" fmla="*/ 13 w 19"/>
                <a:gd name="T15" fmla="*/ 30 h 39"/>
                <a:gd name="T16" fmla="*/ 9 w 19"/>
                <a:gd name="T17" fmla="*/ 34 h 39"/>
                <a:gd name="T18" fmla="*/ 6 w 19"/>
                <a:gd name="T19" fmla="*/ 30 h 39"/>
                <a:gd name="T20" fmla="*/ 6 w 19"/>
                <a:gd name="T21" fmla="*/ 9 h 39"/>
                <a:gd name="T22" fmla="*/ 9 w 19"/>
                <a:gd name="T23" fmla="*/ 6 h 39"/>
                <a:gd name="T24" fmla="*/ 13 w 19"/>
                <a:gd name="T25" fmla="*/ 9 h 39"/>
                <a:gd name="T26" fmla="*/ 13 w 19"/>
                <a:gd name="T27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39">
                  <a:moveTo>
                    <a:pt x="9" y="0"/>
                  </a:moveTo>
                  <a:cubicBezTo>
                    <a:pt x="5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5" y="39"/>
                    <a:pt x="9" y="39"/>
                  </a:cubicBezTo>
                  <a:cubicBezTo>
                    <a:pt x="14" y="39"/>
                    <a:pt x="19" y="36"/>
                    <a:pt x="19" y="3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3"/>
                    <a:pt x="14" y="0"/>
                    <a:pt x="9" y="0"/>
                  </a:cubicBezTo>
                  <a:close/>
                  <a:moveTo>
                    <a:pt x="13" y="30"/>
                  </a:move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6" y="32"/>
                    <a:pt x="6" y="3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lnTo>
                    <a:pt x="1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3" name="Freeform 20">
              <a:extLst>
                <a:ext uri="{FF2B5EF4-FFF2-40B4-BE49-F238E27FC236}">
                  <a16:creationId xmlns:a16="http://schemas.microsoft.com/office/drawing/2014/main" id="{6F5AEEE6-EEBA-49CF-B5A3-681F6B7D091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028102" y="1076781"/>
              <a:ext cx="32069" cy="56272"/>
            </a:xfrm>
            <a:custGeom>
              <a:avLst/>
              <a:gdLst>
                <a:gd name="T0" fmla="*/ 19 w 53"/>
                <a:gd name="T1" fmla="*/ 0 h 93"/>
                <a:gd name="T2" fmla="*/ 0 w 53"/>
                <a:gd name="T3" fmla="*/ 93 h 93"/>
                <a:gd name="T4" fmla="*/ 12 w 53"/>
                <a:gd name="T5" fmla="*/ 93 h 93"/>
                <a:gd name="T6" fmla="*/ 17 w 53"/>
                <a:gd name="T7" fmla="*/ 72 h 93"/>
                <a:gd name="T8" fmla="*/ 34 w 53"/>
                <a:gd name="T9" fmla="*/ 72 h 93"/>
                <a:gd name="T10" fmla="*/ 38 w 53"/>
                <a:gd name="T11" fmla="*/ 93 h 93"/>
                <a:gd name="T12" fmla="*/ 53 w 53"/>
                <a:gd name="T13" fmla="*/ 93 h 93"/>
                <a:gd name="T14" fmla="*/ 31 w 53"/>
                <a:gd name="T15" fmla="*/ 0 h 93"/>
                <a:gd name="T16" fmla="*/ 19 w 53"/>
                <a:gd name="T17" fmla="*/ 0 h 93"/>
                <a:gd name="T18" fmla="*/ 19 w 53"/>
                <a:gd name="T19" fmla="*/ 60 h 93"/>
                <a:gd name="T20" fmla="*/ 26 w 53"/>
                <a:gd name="T21" fmla="*/ 27 h 93"/>
                <a:gd name="T22" fmla="*/ 31 w 53"/>
                <a:gd name="T23" fmla="*/ 60 h 93"/>
                <a:gd name="T24" fmla="*/ 19 w 53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" h="93">
                  <a:moveTo>
                    <a:pt x="19" y="0"/>
                  </a:moveTo>
                  <a:lnTo>
                    <a:pt x="0" y="93"/>
                  </a:lnTo>
                  <a:lnTo>
                    <a:pt x="12" y="93"/>
                  </a:lnTo>
                  <a:lnTo>
                    <a:pt x="17" y="72"/>
                  </a:lnTo>
                  <a:lnTo>
                    <a:pt x="34" y="72"/>
                  </a:lnTo>
                  <a:lnTo>
                    <a:pt x="38" y="93"/>
                  </a:lnTo>
                  <a:lnTo>
                    <a:pt x="53" y="93"/>
                  </a:lnTo>
                  <a:lnTo>
                    <a:pt x="31" y="0"/>
                  </a:lnTo>
                  <a:lnTo>
                    <a:pt x="19" y="0"/>
                  </a:lnTo>
                  <a:close/>
                  <a:moveTo>
                    <a:pt x="19" y="60"/>
                  </a:moveTo>
                  <a:lnTo>
                    <a:pt x="26" y="27"/>
                  </a:lnTo>
                  <a:lnTo>
                    <a:pt x="31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9D2AD66F-752E-4F3E-908F-29C084B277F7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992402" y="1076781"/>
              <a:ext cx="27229" cy="56272"/>
            </a:xfrm>
            <a:custGeom>
              <a:avLst/>
              <a:gdLst>
                <a:gd name="T0" fmla="*/ 18 w 19"/>
                <a:gd name="T1" fmla="*/ 12 h 39"/>
                <a:gd name="T2" fmla="*/ 8 w 19"/>
                <a:gd name="T3" fmla="*/ 0 h 39"/>
                <a:gd name="T4" fmla="*/ 0 w 19"/>
                <a:gd name="T5" fmla="*/ 0 h 39"/>
                <a:gd name="T6" fmla="*/ 0 w 19"/>
                <a:gd name="T7" fmla="*/ 39 h 39"/>
                <a:gd name="T8" fmla="*/ 5 w 19"/>
                <a:gd name="T9" fmla="*/ 39 h 39"/>
                <a:gd name="T10" fmla="*/ 5 w 19"/>
                <a:gd name="T11" fmla="*/ 22 h 39"/>
                <a:gd name="T12" fmla="*/ 8 w 19"/>
                <a:gd name="T13" fmla="*/ 22 h 39"/>
                <a:gd name="T14" fmla="*/ 14 w 19"/>
                <a:gd name="T15" fmla="*/ 39 h 39"/>
                <a:gd name="T16" fmla="*/ 19 w 19"/>
                <a:gd name="T17" fmla="*/ 39 h 39"/>
                <a:gd name="T18" fmla="*/ 13 w 19"/>
                <a:gd name="T19" fmla="*/ 21 h 39"/>
                <a:gd name="T20" fmla="*/ 18 w 19"/>
                <a:gd name="T21" fmla="*/ 12 h 39"/>
                <a:gd name="T22" fmla="*/ 8 w 19"/>
                <a:gd name="T23" fmla="*/ 17 h 39"/>
                <a:gd name="T24" fmla="*/ 5 w 19"/>
                <a:gd name="T25" fmla="*/ 17 h 39"/>
                <a:gd name="T26" fmla="*/ 5 w 19"/>
                <a:gd name="T27" fmla="*/ 6 h 39"/>
                <a:gd name="T28" fmla="*/ 8 w 19"/>
                <a:gd name="T29" fmla="*/ 6 h 39"/>
                <a:gd name="T30" fmla="*/ 13 w 19"/>
                <a:gd name="T31" fmla="*/ 12 h 39"/>
                <a:gd name="T32" fmla="*/ 8 w 19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39">
                  <a:moveTo>
                    <a:pt x="18" y="12"/>
                  </a:moveTo>
                  <a:cubicBezTo>
                    <a:pt x="18" y="4"/>
                    <a:pt x="15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7" y="19"/>
                    <a:pt x="18" y="16"/>
                    <a:pt x="18" y="12"/>
                  </a:cubicBezTo>
                  <a:close/>
                  <a:moveTo>
                    <a:pt x="8" y="17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6"/>
                    <a:pt x="13" y="8"/>
                    <a:pt x="13" y="12"/>
                  </a:cubicBezTo>
                  <a:cubicBezTo>
                    <a:pt x="13" y="15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B3BFA192-33F7-4E1A-AEA7-4DA244DE995F}"/>
                </a:ext>
              </a:extLst>
            </p:cNvPr>
            <p:cNvSpPr>
              <a:spLocks/>
            </p:cNvSpPr>
            <p:nvPr/>
          </p:nvSpPr>
          <p:spPr bwMode="gray">
            <a:xfrm>
              <a:off x="9125519" y="1076781"/>
              <a:ext cx="24808" cy="56272"/>
            </a:xfrm>
            <a:custGeom>
              <a:avLst/>
              <a:gdLst>
                <a:gd name="T0" fmla="*/ 0 w 41"/>
                <a:gd name="T1" fmla="*/ 93 h 93"/>
                <a:gd name="T2" fmla="*/ 15 w 41"/>
                <a:gd name="T3" fmla="*/ 93 h 93"/>
                <a:gd name="T4" fmla="*/ 15 w 41"/>
                <a:gd name="T5" fmla="*/ 53 h 93"/>
                <a:gd name="T6" fmla="*/ 36 w 41"/>
                <a:gd name="T7" fmla="*/ 53 h 93"/>
                <a:gd name="T8" fmla="*/ 36 w 41"/>
                <a:gd name="T9" fmla="*/ 41 h 93"/>
                <a:gd name="T10" fmla="*/ 15 w 41"/>
                <a:gd name="T11" fmla="*/ 41 h 93"/>
                <a:gd name="T12" fmla="*/ 15 w 41"/>
                <a:gd name="T13" fmla="*/ 15 h 93"/>
                <a:gd name="T14" fmla="*/ 41 w 41"/>
                <a:gd name="T15" fmla="*/ 15 h 93"/>
                <a:gd name="T16" fmla="*/ 41 w 41"/>
                <a:gd name="T17" fmla="*/ 0 h 93"/>
                <a:gd name="T18" fmla="*/ 0 w 41"/>
                <a:gd name="T19" fmla="*/ 0 h 93"/>
                <a:gd name="T20" fmla="*/ 0 w 41"/>
                <a:gd name="T21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" h="93">
                  <a:moveTo>
                    <a:pt x="0" y="93"/>
                  </a:moveTo>
                  <a:lnTo>
                    <a:pt x="15" y="93"/>
                  </a:lnTo>
                  <a:lnTo>
                    <a:pt x="15" y="53"/>
                  </a:lnTo>
                  <a:lnTo>
                    <a:pt x="36" y="53"/>
                  </a:lnTo>
                  <a:lnTo>
                    <a:pt x="36" y="41"/>
                  </a:lnTo>
                  <a:lnTo>
                    <a:pt x="15" y="41"/>
                  </a:lnTo>
                  <a:lnTo>
                    <a:pt x="15" y="15"/>
                  </a:lnTo>
                  <a:lnTo>
                    <a:pt x="41" y="15"/>
                  </a:lnTo>
                  <a:lnTo>
                    <a:pt x="41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690330E0-8010-4438-ABBA-0336672BD822}"/>
                </a:ext>
              </a:extLst>
            </p:cNvPr>
            <p:cNvSpPr>
              <a:spLocks/>
            </p:cNvSpPr>
            <p:nvPr/>
          </p:nvSpPr>
          <p:spPr bwMode="gray">
            <a:xfrm>
              <a:off x="8916767" y="1076781"/>
              <a:ext cx="25413" cy="56272"/>
            </a:xfrm>
            <a:custGeom>
              <a:avLst/>
              <a:gdLst>
                <a:gd name="T0" fmla="*/ 0 w 42"/>
                <a:gd name="T1" fmla="*/ 15 h 93"/>
                <a:gd name="T2" fmla="*/ 14 w 42"/>
                <a:gd name="T3" fmla="*/ 15 h 93"/>
                <a:gd name="T4" fmla="*/ 14 w 42"/>
                <a:gd name="T5" fmla="*/ 93 h 93"/>
                <a:gd name="T6" fmla="*/ 28 w 42"/>
                <a:gd name="T7" fmla="*/ 93 h 93"/>
                <a:gd name="T8" fmla="*/ 28 w 42"/>
                <a:gd name="T9" fmla="*/ 15 h 93"/>
                <a:gd name="T10" fmla="*/ 42 w 42"/>
                <a:gd name="T11" fmla="*/ 15 h 93"/>
                <a:gd name="T12" fmla="*/ 42 w 42"/>
                <a:gd name="T13" fmla="*/ 0 h 93"/>
                <a:gd name="T14" fmla="*/ 0 w 42"/>
                <a:gd name="T15" fmla="*/ 0 h 93"/>
                <a:gd name="T16" fmla="*/ 0 w 42"/>
                <a:gd name="T17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93">
                  <a:moveTo>
                    <a:pt x="0" y="15"/>
                  </a:moveTo>
                  <a:lnTo>
                    <a:pt x="14" y="15"/>
                  </a:lnTo>
                  <a:lnTo>
                    <a:pt x="14" y="93"/>
                  </a:lnTo>
                  <a:lnTo>
                    <a:pt x="28" y="93"/>
                  </a:lnTo>
                  <a:lnTo>
                    <a:pt x="28" y="15"/>
                  </a:lnTo>
                  <a:lnTo>
                    <a:pt x="42" y="1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F8CF404D-6923-44DD-B279-45C2123C3B7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161824" y="1076781"/>
              <a:ext cx="25413" cy="56272"/>
            </a:xfrm>
            <a:custGeom>
              <a:avLst/>
              <a:gdLst>
                <a:gd name="T0" fmla="*/ 9 w 18"/>
                <a:gd name="T1" fmla="*/ 0 h 39"/>
                <a:gd name="T2" fmla="*/ 0 w 18"/>
                <a:gd name="T3" fmla="*/ 9 h 39"/>
                <a:gd name="T4" fmla="*/ 0 w 18"/>
                <a:gd name="T5" fmla="*/ 30 h 39"/>
                <a:gd name="T6" fmla="*/ 9 w 18"/>
                <a:gd name="T7" fmla="*/ 39 h 39"/>
                <a:gd name="T8" fmla="*/ 18 w 18"/>
                <a:gd name="T9" fmla="*/ 30 h 39"/>
                <a:gd name="T10" fmla="*/ 18 w 18"/>
                <a:gd name="T11" fmla="*/ 9 h 39"/>
                <a:gd name="T12" fmla="*/ 9 w 18"/>
                <a:gd name="T13" fmla="*/ 0 h 39"/>
                <a:gd name="T14" fmla="*/ 13 w 18"/>
                <a:gd name="T15" fmla="*/ 30 h 39"/>
                <a:gd name="T16" fmla="*/ 9 w 18"/>
                <a:gd name="T17" fmla="*/ 34 h 39"/>
                <a:gd name="T18" fmla="*/ 5 w 18"/>
                <a:gd name="T19" fmla="*/ 30 h 39"/>
                <a:gd name="T20" fmla="*/ 5 w 18"/>
                <a:gd name="T21" fmla="*/ 9 h 39"/>
                <a:gd name="T22" fmla="*/ 9 w 18"/>
                <a:gd name="T23" fmla="*/ 6 h 39"/>
                <a:gd name="T24" fmla="*/ 13 w 18"/>
                <a:gd name="T25" fmla="*/ 9 h 39"/>
                <a:gd name="T26" fmla="*/ 13 w 18"/>
                <a:gd name="T27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9" y="0"/>
                  </a:moveTo>
                  <a:cubicBezTo>
                    <a:pt x="4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4" y="39"/>
                    <a:pt x="9" y="39"/>
                  </a:cubicBezTo>
                  <a:cubicBezTo>
                    <a:pt x="13" y="39"/>
                    <a:pt x="18" y="36"/>
                    <a:pt x="18" y="3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3"/>
                    <a:pt x="13" y="0"/>
                    <a:pt x="9" y="0"/>
                  </a:cubicBezTo>
                  <a:close/>
                  <a:moveTo>
                    <a:pt x="13" y="30"/>
                  </a:move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lnTo>
                    <a:pt x="1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9" name="Freeform 25">
              <a:extLst>
                <a:ext uri="{FF2B5EF4-FFF2-40B4-BE49-F238E27FC236}">
                  <a16:creationId xmlns:a16="http://schemas.microsoft.com/office/drawing/2014/main" id="{50566281-D547-42D7-AB89-3026A749F66F}"/>
                </a:ext>
              </a:extLst>
            </p:cNvPr>
            <p:cNvSpPr>
              <a:spLocks/>
            </p:cNvSpPr>
            <p:nvPr/>
          </p:nvSpPr>
          <p:spPr bwMode="gray">
            <a:xfrm>
              <a:off x="8952467" y="1076781"/>
              <a:ext cx="26018" cy="56272"/>
            </a:xfrm>
            <a:custGeom>
              <a:avLst/>
              <a:gdLst>
                <a:gd name="T0" fmla="*/ 12 w 18"/>
                <a:gd name="T1" fmla="*/ 30 h 39"/>
                <a:gd name="T2" fmla="*/ 9 w 18"/>
                <a:gd name="T3" fmla="*/ 34 h 39"/>
                <a:gd name="T4" fmla="*/ 5 w 18"/>
                <a:gd name="T5" fmla="*/ 30 h 39"/>
                <a:gd name="T6" fmla="*/ 5 w 18"/>
                <a:gd name="T7" fmla="*/ 0 h 39"/>
                <a:gd name="T8" fmla="*/ 0 w 18"/>
                <a:gd name="T9" fmla="*/ 0 h 39"/>
                <a:gd name="T10" fmla="*/ 0 w 18"/>
                <a:gd name="T11" fmla="*/ 30 h 39"/>
                <a:gd name="T12" fmla="*/ 9 w 18"/>
                <a:gd name="T13" fmla="*/ 39 h 39"/>
                <a:gd name="T14" fmla="*/ 18 w 18"/>
                <a:gd name="T15" fmla="*/ 30 h 39"/>
                <a:gd name="T16" fmla="*/ 18 w 18"/>
                <a:gd name="T17" fmla="*/ 0 h 39"/>
                <a:gd name="T18" fmla="*/ 12 w 18"/>
                <a:gd name="T19" fmla="*/ 0 h 39"/>
                <a:gd name="T20" fmla="*/ 12 w 18"/>
                <a:gd name="T21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39">
                  <a:moveTo>
                    <a:pt x="12" y="30"/>
                  </a:moveTo>
                  <a:cubicBezTo>
                    <a:pt x="12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4" y="39"/>
                    <a:pt x="18" y="35"/>
                    <a:pt x="18" y="3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1" name="Freeform 26">
              <a:extLst>
                <a:ext uri="{FF2B5EF4-FFF2-40B4-BE49-F238E27FC236}">
                  <a16:creationId xmlns:a16="http://schemas.microsoft.com/office/drawing/2014/main" id="{10EFA3E4-6E10-4845-99AB-30AA21CC935C}"/>
                </a:ext>
              </a:extLst>
            </p:cNvPr>
            <p:cNvSpPr>
              <a:spLocks/>
            </p:cNvSpPr>
            <p:nvPr/>
          </p:nvSpPr>
          <p:spPr bwMode="gray">
            <a:xfrm>
              <a:off x="9406881" y="1076781"/>
              <a:ext cx="22993" cy="56272"/>
            </a:xfrm>
            <a:custGeom>
              <a:avLst/>
              <a:gdLst>
                <a:gd name="T0" fmla="*/ 0 w 38"/>
                <a:gd name="T1" fmla="*/ 93 h 93"/>
                <a:gd name="T2" fmla="*/ 38 w 38"/>
                <a:gd name="T3" fmla="*/ 93 h 93"/>
                <a:gd name="T4" fmla="*/ 38 w 38"/>
                <a:gd name="T5" fmla="*/ 79 h 93"/>
                <a:gd name="T6" fmla="*/ 12 w 38"/>
                <a:gd name="T7" fmla="*/ 79 h 93"/>
                <a:gd name="T8" fmla="*/ 12 w 38"/>
                <a:gd name="T9" fmla="*/ 53 h 93"/>
                <a:gd name="T10" fmla="*/ 35 w 38"/>
                <a:gd name="T11" fmla="*/ 53 h 93"/>
                <a:gd name="T12" fmla="*/ 35 w 38"/>
                <a:gd name="T13" fmla="*/ 41 h 93"/>
                <a:gd name="T14" fmla="*/ 12 w 38"/>
                <a:gd name="T15" fmla="*/ 41 h 93"/>
                <a:gd name="T16" fmla="*/ 12 w 38"/>
                <a:gd name="T17" fmla="*/ 15 h 93"/>
                <a:gd name="T18" fmla="*/ 38 w 38"/>
                <a:gd name="T19" fmla="*/ 15 h 93"/>
                <a:gd name="T20" fmla="*/ 38 w 38"/>
                <a:gd name="T21" fmla="*/ 0 h 93"/>
                <a:gd name="T22" fmla="*/ 0 w 38"/>
                <a:gd name="T23" fmla="*/ 0 h 93"/>
                <a:gd name="T24" fmla="*/ 0 w 38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93">
                  <a:moveTo>
                    <a:pt x="0" y="93"/>
                  </a:move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2" y="41"/>
                  </a:lnTo>
                  <a:lnTo>
                    <a:pt x="12" y="15"/>
                  </a:lnTo>
                  <a:lnTo>
                    <a:pt x="38" y="15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4322FDF4-E7FC-449A-95B5-DDB51C69436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866742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8 w 18"/>
                <a:gd name="T7" fmla="*/ 39 h 39"/>
                <a:gd name="T8" fmla="*/ 18 w 18"/>
                <a:gd name="T9" fmla="*/ 28 h 39"/>
                <a:gd name="T10" fmla="*/ 18 w 18"/>
                <a:gd name="T11" fmla="*/ 10 h 39"/>
                <a:gd name="T12" fmla="*/ 8 w 18"/>
                <a:gd name="T13" fmla="*/ 0 h 39"/>
                <a:gd name="T14" fmla="*/ 12 w 18"/>
                <a:gd name="T15" fmla="*/ 29 h 39"/>
                <a:gd name="T16" fmla="*/ 8 w 18"/>
                <a:gd name="T17" fmla="*/ 34 h 39"/>
                <a:gd name="T18" fmla="*/ 5 w 18"/>
                <a:gd name="T19" fmla="*/ 34 h 39"/>
                <a:gd name="T20" fmla="*/ 5 w 18"/>
                <a:gd name="T21" fmla="*/ 6 h 39"/>
                <a:gd name="T22" fmla="*/ 8 w 18"/>
                <a:gd name="T23" fmla="*/ 6 h 39"/>
                <a:gd name="T24" fmla="*/ 12 w 18"/>
                <a:gd name="T25" fmla="*/ 10 h 39"/>
                <a:gd name="T26" fmla="*/ 12 w 18"/>
                <a:gd name="T27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4"/>
                    <a:pt x="14" y="0"/>
                    <a:pt x="8" y="0"/>
                  </a:cubicBezTo>
                  <a:close/>
                  <a:moveTo>
                    <a:pt x="12" y="29"/>
                  </a:moveTo>
                  <a:cubicBezTo>
                    <a:pt x="12" y="32"/>
                    <a:pt x="11" y="34"/>
                    <a:pt x="8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2" y="7"/>
                    <a:pt x="12" y="10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31787FD0-F88C-4F42-91CF-1CA5C9D07A1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240484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8 w 18"/>
                <a:gd name="T7" fmla="*/ 39 h 39"/>
                <a:gd name="T8" fmla="*/ 18 w 18"/>
                <a:gd name="T9" fmla="*/ 28 h 39"/>
                <a:gd name="T10" fmla="*/ 18 w 18"/>
                <a:gd name="T11" fmla="*/ 10 h 39"/>
                <a:gd name="T12" fmla="*/ 8 w 18"/>
                <a:gd name="T13" fmla="*/ 0 h 39"/>
                <a:gd name="T14" fmla="*/ 12 w 18"/>
                <a:gd name="T15" fmla="*/ 29 h 39"/>
                <a:gd name="T16" fmla="*/ 8 w 18"/>
                <a:gd name="T17" fmla="*/ 34 h 39"/>
                <a:gd name="T18" fmla="*/ 6 w 18"/>
                <a:gd name="T19" fmla="*/ 34 h 39"/>
                <a:gd name="T20" fmla="*/ 6 w 18"/>
                <a:gd name="T21" fmla="*/ 6 h 39"/>
                <a:gd name="T22" fmla="*/ 8 w 18"/>
                <a:gd name="T23" fmla="*/ 6 h 39"/>
                <a:gd name="T24" fmla="*/ 12 w 18"/>
                <a:gd name="T25" fmla="*/ 10 h 39"/>
                <a:gd name="T26" fmla="*/ 12 w 18"/>
                <a:gd name="T27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4"/>
                    <a:pt x="15" y="0"/>
                    <a:pt x="8" y="0"/>
                  </a:cubicBezTo>
                  <a:close/>
                  <a:moveTo>
                    <a:pt x="12" y="29"/>
                  </a:moveTo>
                  <a:cubicBezTo>
                    <a:pt x="12" y="32"/>
                    <a:pt x="11" y="34"/>
                    <a:pt x="8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2" y="7"/>
                    <a:pt x="12" y="10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FD0EDB01-3AFA-47F9-B6AA-D716F38FA3C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792317" y="1076781"/>
              <a:ext cx="27229" cy="56272"/>
            </a:xfrm>
            <a:custGeom>
              <a:avLst/>
              <a:gdLst>
                <a:gd name="T0" fmla="*/ 18 w 19"/>
                <a:gd name="T1" fmla="*/ 12 h 39"/>
                <a:gd name="T2" fmla="*/ 9 w 19"/>
                <a:gd name="T3" fmla="*/ 0 h 39"/>
                <a:gd name="T4" fmla="*/ 0 w 19"/>
                <a:gd name="T5" fmla="*/ 0 h 39"/>
                <a:gd name="T6" fmla="*/ 0 w 19"/>
                <a:gd name="T7" fmla="*/ 39 h 39"/>
                <a:gd name="T8" fmla="*/ 5 w 19"/>
                <a:gd name="T9" fmla="*/ 39 h 39"/>
                <a:gd name="T10" fmla="*/ 5 w 19"/>
                <a:gd name="T11" fmla="*/ 22 h 39"/>
                <a:gd name="T12" fmla="*/ 8 w 19"/>
                <a:gd name="T13" fmla="*/ 22 h 39"/>
                <a:gd name="T14" fmla="*/ 14 w 19"/>
                <a:gd name="T15" fmla="*/ 39 h 39"/>
                <a:gd name="T16" fmla="*/ 19 w 19"/>
                <a:gd name="T17" fmla="*/ 39 h 39"/>
                <a:gd name="T18" fmla="*/ 13 w 19"/>
                <a:gd name="T19" fmla="*/ 21 h 39"/>
                <a:gd name="T20" fmla="*/ 18 w 19"/>
                <a:gd name="T21" fmla="*/ 12 h 39"/>
                <a:gd name="T22" fmla="*/ 8 w 19"/>
                <a:gd name="T23" fmla="*/ 17 h 39"/>
                <a:gd name="T24" fmla="*/ 5 w 19"/>
                <a:gd name="T25" fmla="*/ 17 h 39"/>
                <a:gd name="T26" fmla="*/ 5 w 19"/>
                <a:gd name="T27" fmla="*/ 6 h 39"/>
                <a:gd name="T28" fmla="*/ 8 w 19"/>
                <a:gd name="T29" fmla="*/ 6 h 39"/>
                <a:gd name="T30" fmla="*/ 13 w 19"/>
                <a:gd name="T31" fmla="*/ 12 h 39"/>
                <a:gd name="T32" fmla="*/ 8 w 19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39">
                  <a:moveTo>
                    <a:pt x="18" y="12"/>
                  </a:moveTo>
                  <a:cubicBezTo>
                    <a:pt x="18" y="4"/>
                    <a:pt x="15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7" y="19"/>
                    <a:pt x="18" y="16"/>
                    <a:pt x="18" y="12"/>
                  </a:cubicBezTo>
                  <a:close/>
                  <a:moveTo>
                    <a:pt x="8" y="17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6"/>
                    <a:pt x="13" y="8"/>
                    <a:pt x="13" y="12"/>
                  </a:cubicBezTo>
                  <a:cubicBezTo>
                    <a:pt x="13" y="15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DE0B7853-0288-403F-B41A-0FF3D6E9A9E5}"/>
                </a:ext>
              </a:extLst>
            </p:cNvPr>
            <p:cNvSpPr>
              <a:spLocks/>
            </p:cNvSpPr>
            <p:nvPr/>
          </p:nvSpPr>
          <p:spPr bwMode="gray">
            <a:xfrm>
              <a:off x="9752382" y="1076781"/>
              <a:ext cx="25413" cy="56272"/>
            </a:xfrm>
            <a:custGeom>
              <a:avLst/>
              <a:gdLst>
                <a:gd name="T0" fmla="*/ 9 w 18"/>
                <a:gd name="T1" fmla="*/ 0 h 39"/>
                <a:gd name="T2" fmla="*/ 0 w 18"/>
                <a:gd name="T3" fmla="*/ 9 h 39"/>
                <a:gd name="T4" fmla="*/ 0 w 18"/>
                <a:gd name="T5" fmla="*/ 30 h 39"/>
                <a:gd name="T6" fmla="*/ 9 w 18"/>
                <a:gd name="T7" fmla="*/ 39 h 39"/>
                <a:gd name="T8" fmla="*/ 18 w 18"/>
                <a:gd name="T9" fmla="*/ 30 h 39"/>
                <a:gd name="T10" fmla="*/ 18 w 18"/>
                <a:gd name="T11" fmla="*/ 18 h 39"/>
                <a:gd name="T12" fmla="*/ 8 w 18"/>
                <a:gd name="T13" fmla="*/ 18 h 39"/>
                <a:gd name="T14" fmla="*/ 8 w 18"/>
                <a:gd name="T15" fmla="*/ 22 h 39"/>
                <a:gd name="T16" fmla="*/ 13 w 18"/>
                <a:gd name="T17" fmla="*/ 22 h 39"/>
                <a:gd name="T18" fmla="*/ 13 w 18"/>
                <a:gd name="T19" fmla="*/ 30 h 39"/>
                <a:gd name="T20" fmla="*/ 9 w 18"/>
                <a:gd name="T21" fmla="*/ 34 h 39"/>
                <a:gd name="T22" fmla="*/ 5 w 18"/>
                <a:gd name="T23" fmla="*/ 30 h 39"/>
                <a:gd name="T24" fmla="*/ 5 w 18"/>
                <a:gd name="T25" fmla="*/ 9 h 39"/>
                <a:gd name="T26" fmla="*/ 9 w 18"/>
                <a:gd name="T27" fmla="*/ 6 h 39"/>
                <a:gd name="T28" fmla="*/ 13 w 18"/>
                <a:gd name="T29" fmla="*/ 9 h 39"/>
                <a:gd name="T30" fmla="*/ 13 w 18"/>
                <a:gd name="T31" fmla="*/ 11 h 39"/>
                <a:gd name="T32" fmla="*/ 18 w 18"/>
                <a:gd name="T33" fmla="*/ 11 h 39"/>
                <a:gd name="T34" fmla="*/ 18 w 18"/>
                <a:gd name="T35" fmla="*/ 9 h 39"/>
                <a:gd name="T36" fmla="*/ 9 w 18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" h="39">
                  <a:moveTo>
                    <a:pt x="9" y="0"/>
                  </a:moveTo>
                  <a:cubicBezTo>
                    <a:pt x="4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4" y="39"/>
                    <a:pt x="9" y="39"/>
                  </a:cubicBezTo>
                  <a:cubicBezTo>
                    <a:pt x="13" y="39"/>
                    <a:pt x="18" y="36"/>
                    <a:pt x="18" y="30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3"/>
                    <a:pt x="13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54C1358-E124-4F02-BC23-E5B781AC06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677" y="1076781"/>
              <a:ext cx="7261" cy="5627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08FD56F6-391B-447A-A737-8AAB216D79B5}"/>
                </a:ext>
              </a:extLst>
            </p:cNvPr>
            <p:cNvSpPr>
              <a:spLocks/>
            </p:cNvSpPr>
            <p:nvPr/>
          </p:nvSpPr>
          <p:spPr bwMode="gray">
            <a:xfrm>
              <a:off x="9831042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15FCDBC1-3795-477B-ACE1-DE02EA88DA42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01674" y="1076781"/>
              <a:ext cx="25413" cy="56272"/>
            </a:xfrm>
            <a:custGeom>
              <a:avLst/>
              <a:gdLst>
                <a:gd name="T0" fmla="*/ 0 w 42"/>
                <a:gd name="T1" fmla="*/ 15 h 93"/>
                <a:gd name="T2" fmla="*/ 14 w 42"/>
                <a:gd name="T3" fmla="*/ 15 h 93"/>
                <a:gd name="T4" fmla="*/ 14 w 42"/>
                <a:gd name="T5" fmla="*/ 93 h 93"/>
                <a:gd name="T6" fmla="*/ 28 w 42"/>
                <a:gd name="T7" fmla="*/ 93 h 93"/>
                <a:gd name="T8" fmla="*/ 28 w 42"/>
                <a:gd name="T9" fmla="*/ 15 h 93"/>
                <a:gd name="T10" fmla="*/ 42 w 42"/>
                <a:gd name="T11" fmla="*/ 15 h 93"/>
                <a:gd name="T12" fmla="*/ 42 w 42"/>
                <a:gd name="T13" fmla="*/ 0 h 93"/>
                <a:gd name="T14" fmla="*/ 0 w 42"/>
                <a:gd name="T15" fmla="*/ 0 h 93"/>
                <a:gd name="T16" fmla="*/ 0 w 42"/>
                <a:gd name="T17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93">
                  <a:moveTo>
                    <a:pt x="0" y="15"/>
                  </a:moveTo>
                  <a:lnTo>
                    <a:pt x="14" y="15"/>
                  </a:lnTo>
                  <a:lnTo>
                    <a:pt x="14" y="93"/>
                  </a:lnTo>
                  <a:lnTo>
                    <a:pt x="28" y="93"/>
                  </a:lnTo>
                  <a:lnTo>
                    <a:pt x="28" y="15"/>
                  </a:lnTo>
                  <a:lnTo>
                    <a:pt x="42" y="1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7A531E48-433C-4F05-BA41-C25CDBF43A29}"/>
                </a:ext>
              </a:extLst>
            </p:cNvPr>
            <p:cNvSpPr>
              <a:spLocks/>
            </p:cNvSpPr>
            <p:nvPr/>
          </p:nvSpPr>
          <p:spPr bwMode="gray">
            <a:xfrm>
              <a:off x="9928460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6D97BB57-75CF-4916-8A83-6D19EAD8937C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35559" y="1076781"/>
              <a:ext cx="27229" cy="56272"/>
            </a:xfrm>
            <a:custGeom>
              <a:avLst/>
              <a:gdLst>
                <a:gd name="T0" fmla="*/ 10 w 19"/>
                <a:gd name="T1" fmla="*/ 0 h 39"/>
                <a:gd name="T2" fmla="*/ 0 w 19"/>
                <a:gd name="T3" fmla="*/ 11 h 39"/>
                <a:gd name="T4" fmla="*/ 6 w 19"/>
                <a:gd name="T5" fmla="*/ 20 h 39"/>
                <a:gd name="T6" fmla="*/ 10 w 19"/>
                <a:gd name="T7" fmla="*/ 22 h 39"/>
                <a:gd name="T8" fmla="*/ 13 w 19"/>
                <a:gd name="T9" fmla="*/ 28 h 39"/>
                <a:gd name="T10" fmla="*/ 9 w 19"/>
                <a:gd name="T11" fmla="*/ 34 h 39"/>
                <a:gd name="T12" fmla="*/ 6 w 19"/>
                <a:gd name="T13" fmla="*/ 30 h 39"/>
                <a:gd name="T14" fmla="*/ 6 w 19"/>
                <a:gd name="T15" fmla="*/ 28 h 39"/>
                <a:gd name="T16" fmla="*/ 0 w 19"/>
                <a:gd name="T17" fmla="*/ 28 h 39"/>
                <a:gd name="T18" fmla="*/ 0 w 19"/>
                <a:gd name="T19" fmla="*/ 30 h 39"/>
                <a:gd name="T20" fmla="*/ 9 w 19"/>
                <a:gd name="T21" fmla="*/ 39 h 39"/>
                <a:gd name="T22" fmla="*/ 19 w 19"/>
                <a:gd name="T23" fmla="*/ 28 h 39"/>
                <a:gd name="T24" fmla="*/ 13 w 19"/>
                <a:gd name="T25" fmla="*/ 17 h 39"/>
                <a:gd name="T26" fmla="*/ 9 w 19"/>
                <a:gd name="T27" fmla="*/ 16 h 39"/>
                <a:gd name="T28" fmla="*/ 6 w 19"/>
                <a:gd name="T29" fmla="*/ 11 h 39"/>
                <a:gd name="T30" fmla="*/ 10 w 19"/>
                <a:gd name="T31" fmla="*/ 6 h 39"/>
                <a:gd name="T32" fmla="*/ 13 w 19"/>
                <a:gd name="T33" fmla="*/ 10 h 39"/>
                <a:gd name="T34" fmla="*/ 13 w 19"/>
                <a:gd name="T35" fmla="*/ 11 h 39"/>
                <a:gd name="T36" fmla="*/ 19 w 19"/>
                <a:gd name="T37" fmla="*/ 11 h 39"/>
                <a:gd name="T38" fmla="*/ 19 w 19"/>
                <a:gd name="T39" fmla="*/ 9 h 39"/>
                <a:gd name="T40" fmla="*/ 10 w 19"/>
                <a:gd name="T4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39">
                  <a:moveTo>
                    <a:pt x="10" y="0"/>
                  </a:moveTo>
                  <a:cubicBezTo>
                    <a:pt x="3" y="0"/>
                    <a:pt x="0" y="5"/>
                    <a:pt x="0" y="11"/>
                  </a:cubicBezTo>
                  <a:cubicBezTo>
                    <a:pt x="0" y="15"/>
                    <a:pt x="2" y="18"/>
                    <a:pt x="6" y="20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3" y="23"/>
                    <a:pt x="13" y="24"/>
                    <a:pt x="13" y="28"/>
                  </a:cubicBezTo>
                  <a:cubicBezTo>
                    <a:pt x="13" y="31"/>
                    <a:pt x="13" y="34"/>
                    <a:pt x="9" y="34"/>
                  </a:cubicBezTo>
                  <a:cubicBezTo>
                    <a:pt x="7" y="34"/>
                    <a:pt x="6" y="32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7" y="39"/>
                    <a:pt x="19" y="34"/>
                    <a:pt x="19" y="28"/>
                  </a:cubicBezTo>
                  <a:cubicBezTo>
                    <a:pt x="19" y="22"/>
                    <a:pt x="18" y="19"/>
                    <a:pt x="13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6" y="14"/>
                    <a:pt x="6" y="13"/>
                    <a:pt x="6" y="11"/>
                  </a:cubicBezTo>
                  <a:cubicBezTo>
                    <a:pt x="6" y="8"/>
                    <a:pt x="7" y="6"/>
                    <a:pt x="10" y="6"/>
                  </a:cubicBezTo>
                  <a:cubicBezTo>
                    <a:pt x="12" y="6"/>
                    <a:pt x="13" y="8"/>
                    <a:pt x="13" y="1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4"/>
                    <a:pt x="15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D47A5C04-1536-4C7C-8F35-A65E588B7661}"/>
                </a:ext>
              </a:extLst>
            </p:cNvPr>
            <p:cNvSpPr>
              <a:spLocks/>
            </p:cNvSpPr>
            <p:nvPr/>
          </p:nvSpPr>
          <p:spPr bwMode="gray">
            <a:xfrm>
              <a:off x="9964159" y="1076781"/>
              <a:ext cx="27229" cy="56272"/>
            </a:xfrm>
            <a:custGeom>
              <a:avLst/>
              <a:gdLst>
                <a:gd name="T0" fmla="*/ 31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2 w 45"/>
                <a:gd name="T9" fmla="*/ 93 h 93"/>
                <a:gd name="T10" fmla="*/ 12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1 w 45"/>
                <a:gd name="T19" fmla="*/ 0 h 93"/>
                <a:gd name="T20" fmla="*/ 31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1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2" y="93"/>
                  </a:lnTo>
                  <a:lnTo>
                    <a:pt x="12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1" y="0"/>
                  </a:lnTo>
                  <a:lnTo>
                    <a:pt x="31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EB202313-A68D-40E7-85FC-831D6C2FE64E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0631" y="1076781"/>
              <a:ext cx="27229" cy="56272"/>
            </a:xfrm>
            <a:custGeom>
              <a:avLst/>
              <a:gdLst>
                <a:gd name="T0" fmla="*/ 33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4 w 45"/>
                <a:gd name="T9" fmla="*/ 93 h 93"/>
                <a:gd name="T10" fmla="*/ 14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3 w 45"/>
                <a:gd name="T19" fmla="*/ 0 h 93"/>
                <a:gd name="T20" fmla="*/ 33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3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4" y="93"/>
                  </a:lnTo>
                  <a:lnTo>
                    <a:pt x="14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3" y="0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14298194-9135-486E-86D1-E9DCBEEF891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366341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7 w 18"/>
                <a:gd name="T7" fmla="*/ 39 h 39"/>
                <a:gd name="T8" fmla="*/ 18 w 18"/>
                <a:gd name="T9" fmla="*/ 28 h 39"/>
                <a:gd name="T10" fmla="*/ 18 w 18"/>
                <a:gd name="T11" fmla="*/ 26 h 39"/>
                <a:gd name="T12" fmla="*/ 14 w 18"/>
                <a:gd name="T13" fmla="*/ 19 h 39"/>
                <a:gd name="T14" fmla="*/ 18 w 18"/>
                <a:gd name="T15" fmla="*/ 11 h 39"/>
                <a:gd name="T16" fmla="*/ 18 w 18"/>
                <a:gd name="T17" fmla="*/ 10 h 39"/>
                <a:gd name="T18" fmla="*/ 8 w 18"/>
                <a:gd name="T19" fmla="*/ 0 h 39"/>
                <a:gd name="T20" fmla="*/ 8 w 18"/>
                <a:gd name="T21" fmla="*/ 33 h 39"/>
                <a:gd name="T22" fmla="*/ 5 w 18"/>
                <a:gd name="T23" fmla="*/ 33 h 39"/>
                <a:gd name="T24" fmla="*/ 5 w 18"/>
                <a:gd name="T25" fmla="*/ 21 h 39"/>
                <a:gd name="T26" fmla="*/ 8 w 18"/>
                <a:gd name="T27" fmla="*/ 21 h 39"/>
                <a:gd name="T28" fmla="*/ 13 w 18"/>
                <a:gd name="T29" fmla="*/ 27 h 39"/>
                <a:gd name="T30" fmla="*/ 8 w 18"/>
                <a:gd name="T31" fmla="*/ 33 h 39"/>
                <a:gd name="T32" fmla="*/ 8 w 18"/>
                <a:gd name="T33" fmla="*/ 16 h 39"/>
                <a:gd name="T34" fmla="*/ 5 w 18"/>
                <a:gd name="T35" fmla="*/ 16 h 39"/>
                <a:gd name="T36" fmla="*/ 5 w 18"/>
                <a:gd name="T37" fmla="*/ 6 h 39"/>
                <a:gd name="T38" fmla="*/ 8 w 18"/>
                <a:gd name="T39" fmla="*/ 6 h 39"/>
                <a:gd name="T40" fmla="*/ 13 w 18"/>
                <a:gd name="T41" fmla="*/ 11 h 39"/>
                <a:gd name="T42" fmla="*/ 8 w 18"/>
                <a:gd name="T43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2"/>
                    <a:pt x="16" y="20"/>
                    <a:pt x="14" y="19"/>
                  </a:cubicBezTo>
                  <a:cubicBezTo>
                    <a:pt x="16" y="17"/>
                    <a:pt x="18" y="16"/>
                    <a:pt x="18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5"/>
                    <a:pt x="15" y="0"/>
                    <a:pt x="8" y="0"/>
                  </a:cubicBezTo>
                  <a:close/>
                  <a:moveTo>
                    <a:pt x="8" y="33"/>
                  </a:moveTo>
                  <a:cubicBezTo>
                    <a:pt x="5" y="33"/>
                    <a:pt x="5" y="33"/>
                    <a:pt x="5" y="33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12" y="21"/>
                    <a:pt x="13" y="23"/>
                    <a:pt x="13" y="27"/>
                  </a:cubicBezTo>
                  <a:cubicBezTo>
                    <a:pt x="13" y="31"/>
                    <a:pt x="12" y="33"/>
                    <a:pt x="8" y="33"/>
                  </a:cubicBezTo>
                  <a:close/>
                  <a:moveTo>
                    <a:pt x="8" y="16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3" y="7"/>
                    <a:pt x="13" y="11"/>
                  </a:cubicBezTo>
                  <a:cubicBezTo>
                    <a:pt x="13" y="14"/>
                    <a:pt x="12" y="16"/>
                    <a:pt x="8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67A9CD8B-FC81-46C2-A0A1-D5DA27516FCE}"/>
                </a:ext>
              </a:extLst>
            </p:cNvPr>
            <p:cNvSpPr>
              <a:spLocks/>
            </p:cNvSpPr>
            <p:nvPr/>
          </p:nvSpPr>
          <p:spPr bwMode="gray">
            <a:xfrm>
              <a:off x="9479491" y="1076781"/>
              <a:ext cx="22993" cy="56272"/>
            </a:xfrm>
            <a:custGeom>
              <a:avLst/>
              <a:gdLst>
                <a:gd name="T0" fmla="*/ 0 w 38"/>
                <a:gd name="T1" fmla="*/ 93 h 93"/>
                <a:gd name="T2" fmla="*/ 38 w 38"/>
                <a:gd name="T3" fmla="*/ 93 h 93"/>
                <a:gd name="T4" fmla="*/ 38 w 38"/>
                <a:gd name="T5" fmla="*/ 79 h 93"/>
                <a:gd name="T6" fmla="*/ 12 w 38"/>
                <a:gd name="T7" fmla="*/ 79 h 93"/>
                <a:gd name="T8" fmla="*/ 12 w 38"/>
                <a:gd name="T9" fmla="*/ 53 h 93"/>
                <a:gd name="T10" fmla="*/ 36 w 38"/>
                <a:gd name="T11" fmla="*/ 53 h 93"/>
                <a:gd name="T12" fmla="*/ 36 w 38"/>
                <a:gd name="T13" fmla="*/ 41 h 93"/>
                <a:gd name="T14" fmla="*/ 12 w 38"/>
                <a:gd name="T15" fmla="*/ 41 h 93"/>
                <a:gd name="T16" fmla="*/ 12 w 38"/>
                <a:gd name="T17" fmla="*/ 15 h 93"/>
                <a:gd name="T18" fmla="*/ 38 w 38"/>
                <a:gd name="T19" fmla="*/ 15 h 93"/>
                <a:gd name="T20" fmla="*/ 38 w 38"/>
                <a:gd name="T21" fmla="*/ 0 h 93"/>
                <a:gd name="T22" fmla="*/ 0 w 38"/>
                <a:gd name="T23" fmla="*/ 0 h 93"/>
                <a:gd name="T24" fmla="*/ 0 w 38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93">
                  <a:moveTo>
                    <a:pt x="0" y="93"/>
                  </a:move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53"/>
                  </a:lnTo>
                  <a:lnTo>
                    <a:pt x="36" y="53"/>
                  </a:lnTo>
                  <a:lnTo>
                    <a:pt x="36" y="41"/>
                  </a:lnTo>
                  <a:lnTo>
                    <a:pt x="12" y="41"/>
                  </a:lnTo>
                  <a:lnTo>
                    <a:pt x="12" y="15"/>
                  </a:lnTo>
                  <a:lnTo>
                    <a:pt x="38" y="15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6" name="Freeform 40">
              <a:extLst>
                <a:ext uri="{FF2B5EF4-FFF2-40B4-BE49-F238E27FC236}">
                  <a16:creationId xmlns:a16="http://schemas.microsoft.com/office/drawing/2014/main" id="{18AC4361-5B40-4A2C-9E21-1EF0C521E863}"/>
                </a:ext>
              </a:extLst>
            </p:cNvPr>
            <p:cNvSpPr>
              <a:spLocks/>
            </p:cNvSpPr>
            <p:nvPr/>
          </p:nvSpPr>
          <p:spPr bwMode="gray">
            <a:xfrm>
              <a:off x="9438345" y="1076781"/>
              <a:ext cx="30254" cy="56272"/>
            </a:xfrm>
            <a:custGeom>
              <a:avLst/>
              <a:gdLst>
                <a:gd name="T0" fmla="*/ 26 w 50"/>
                <a:gd name="T1" fmla="*/ 64 h 93"/>
                <a:gd name="T2" fmla="*/ 14 w 50"/>
                <a:gd name="T3" fmla="*/ 0 h 93"/>
                <a:gd name="T4" fmla="*/ 0 w 50"/>
                <a:gd name="T5" fmla="*/ 0 h 93"/>
                <a:gd name="T6" fmla="*/ 19 w 50"/>
                <a:gd name="T7" fmla="*/ 93 h 93"/>
                <a:gd name="T8" fmla="*/ 31 w 50"/>
                <a:gd name="T9" fmla="*/ 93 h 93"/>
                <a:gd name="T10" fmla="*/ 50 w 50"/>
                <a:gd name="T11" fmla="*/ 0 h 93"/>
                <a:gd name="T12" fmla="*/ 35 w 50"/>
                <a:gd name="T13" fmla="*/ 0 h 93"/>
                <a:gd name="T14" fmla="*/ 26 w 50"/>
                <a:gd name="T15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93">
                  <a:moveTo>
                    <a:pt x="26" y="64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19" y="93"/>
                  </a:lnTo>
                  <a:lnTo>
                    <a:pt x="31" y="93"/>
                  </a:lnTo>
                  <a:lnTo>
                    <a:pt x="50" y="0"/>
                  </a:lnTo>
                  <a:lnTo>
                    <a:pt x="35" y="0"/>
                  </a:lnTo>
                  <a:lnTo>
                    <a:pt x="26" y="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7" name="Freeform 41">
              <a:extLst>
                <a:ext uri="{FF2B5EF4-FFF2-40B4-BE49-F238E27FC236}">
                  <a16:creationId xmlns:a16="http://schemas.microsoft.com/office/drawing/2014/main" id="{BA81B609-F59E-4AEE-83C6-E0CE30A6BE8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300387" y="1082832"/>
              <a:ext cx="32069" cy="50222"/>
            </a:xfrm>
            <a:custGeom>
              <a:avLst/>
              <a:gdLst>
                <a:gd name="T0" fmla="*/ 22 w 22"/>
                <a:gd name="T1" fmla="*/ 23 h 35"/>
                <a:gd name="T2" fmla="*/ 19 w 22"/>
                <a:gd name="T3" fmla="*/ 20 h 35"/>
                <a:gd name="T4" fmla="*/ 16 w 22"/>
                <a:gd name="T5" fmla="*/ 25 h 35"/>
                <a:gd name="T6" fmla="*/ 11 w 22"/>
                <a:gd name="T7" fmla="*/ 17 h 35"/>
                <a:gd name="T8" fmla="*/ 17 w 22"/>
                <a:gd name="T9" fmla="*/ 7 h 35"/>
                <a:gd name="T10" fmla="*/ 9 w 22"/>
                <a:gd name="T11" fmla="*/ 0 h 35"/>
                <a:gd name="T12" fmla="*/ 2 w 22"/>
                <a:gd name="T13" fmla="*/ 7 h 35"/>
                <a:gd name="T14" fmla="*/ 5 w 22"/>
                <a:gd name="T15" fmla="*/ 16 h 35"/>
                <a:gd name="T16" fmla="*/ 0 w 22"/>
                <a:gd name="T17" fmla="*/ 26 h 35"/>
                <a:gd name="T18" fmla="*/ 8 w 22"/>
                <a:gd name="T19" fmla="*/ 35 h 35"/>
                <a:gd name="T20" fmla="*/ 15 w 22"/>
                <a:gd name="T21" fmla="*/ 32 h 35"/>
                <a:gd name="T22" fmla="*/ 17 w 22"/>
                <a:gd name="T23" fmla="*/ 35 h 35"/>
                <a:gd name="T24" fmla="*/ 22 w 22"/>
                <a:gd name="T25" fmla="*/ 35 h 35"/>
                <a:gd name="T26" fmla="*/ 18 w 22"/>
                <a:gd name="T27" fmla="*/ 28 h 35"/>
                <a:gd name="T28" fmla="*/ 22 w 22"/>
                <a:gd name="T29" fmla="*/ 23 h 35"/>
                <a:gd name="T30" fmla="*/ 9 w 22"/>
                <a:gd name="T31" fmla="*/ 4 h 35"/>
                <a:gd name="T32" fmla="*/ 12 w 22"/>
                <a:gd name="T33" fmla="*/ 7 h 35"/>
                <a:gd name="T34" fmla="*/ 9 w 22"/>
                <a:gd name="T35" fmla="*/ 13 h 35"/>
                <a:gd name="T36" fmla="*/ 7 w 22"/>
                <a:gd name="T37" fmla="*/ 7 h 35"/>
                <a:gd name="T38" fmla="*/ 9 w 22"/>
                <a:gd name="T39" fmla="*/ 4 h 35"/>
                <a:gd name="T40" fmla="*/ 9 w 22"/>
                <a:gd name="T41" fmla="*/ 31 h 35"/>
                <a:gd name="T42" fmla="*/ 5 w 22"/>
                <a:gd name="T43" fmla="*/ 26 h 35"/>
                <a:gd name="T44" fmla="*/ 8 w 22"/>
                <a:gd name="T45" fmla="*/ 20 h 35"/>
                <a:gd name="T46" fmla="*/ 13 w 22"/>
                <a:gd name="T47" fmla="*/ 28 h 35"/>
                <a:gd name="T48" fmla="*/ 9 w 22"/>
                <a:gd name="T49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35">
                  <a:moveTo>
                    <a:pt x="22" y="23"/>
                  </a:moveTo>
                  <a:cubicBezTo>
                    <a:pt x="19" y="20"/>
                    <a:pt x="19" y="20"/>
                    <a:pt x="19" y="20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4" y="22"/>
                    <a:pt x="12" y="19"/>
                    <a:pt x="11" y="17"/>
                  </a:cubicBezTo>
                  <a:cubicBezTo>
                    <a:pt x="14" y="14"/>
                    <a:pt x="17" y="10"/>
                    <a:pt x="17" y="7"/>
                  </a:cubicBezTo>
                  <a:cubicBezTo>
                    <a:pt x="17" y="3"/>
                    <a:pt x="14" y="0"/>
                    <a:pt x="9" y="0"/>
                  </a:cubicBezTo>
                  <a:cubicBezTo>
                    <a:pt x="4" y="0"/>
                    <a:pt x="2" y="3"/>
                    <a:pt x="2" y="7"/>
                  </a:cubicBezTo>
                  <a:cubicBezTo>
                    <a:pt x="2" y="11"/>
                    <a:pt x="3" y="13"/>
                    <a:pt x="5" y="16"/>
                  </a:cubicBezTo>
                  <a:cubicBezTo>
                    <a:pt x="2" y="19"/>
                    <a:pt x="0" y="22"/>
                    <a:pt x="0" y="26"/>
                  </a:cubicBezTo>
                  <a:cubicBezTo>
                    <a:pt x="0" y="31"/>
                    <a:pt x="3" y="35"/>
                    <a:pt x="8" y="35"/>
                  </a:cubicBezTo>
                  <a:cubicBezTo>
                    <a:pt x="11" y="35"/>
                    <a:pt x="13" y="34"/>
                    <a:pt x="15" y="32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8" y="28"/>
                    <a:pt x="18" y="28"/>
                    <a:pt x="18" y="28"/>
                  </a:cubicBezTo>
                  <a:lnTo>
                    <a:pt x="22" y="23"/>
                  </a:lnTo>
                  <a:close/>
                  <a:moveTo>
                    <a:pt x="9" y="4"/>
                  </a:moveTo>
                  <a:cubicBezTo>
                    <a:pt x="11" y="4"/>
                    <a:pt x="12" y="6"/>
                    <a:pt x="12" y="7"/>
                  </a:cubicBezTo>
                  <a:cubicBezTo>
                    <a:pt x="12" y="10"/>
                    <a:pt x="10" y="12"/>
                    <a:pt x="9" y="13"/>
                  </a:cubicBezTo>
                  <a:cubicBezTo>
                    <a:pt x="8" y="11"/>
                    <a:pt x="7" y="9"/>
                    <a:pt x="7" y="7"/>
                  </a:cubicBezTo>
                  <a:cubicBezTo>
                    <a:pt x="7" y="6"/>
                    <a:pt x="8" y="4"/>
                    <a:pt x="9" y="4"/>
                  </a:cubicBezTo>
                  <a:close/>
                  <a:moveTo>
                    <a:pt x="9" y="31"/>
                  </a:moveTo>
                  <a:cubicBezTo>
                    <a:pt x="6" y="31"/>
                    <a:pt x="5" y="29"/>
                    <a:pt x="5" y="26"/>
                  </a:cubicBezTo>
                  <a:cubicBezTo>
                    <a:pt x="5" y="24"/>
                    <a:pt x="6" y="22"/>
                    <a:pt x="8" y="20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9"/>
                    <a:pt x="11" y="31"/>
                    <a:pt x="9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8" name="Freeform 42">
              <a:extLst>
                <a:ext uri="{FF2B5EF4-FFF2-40B4-BE49-F238E27FC236}">
                  <a16:creationId xmlns:a16="http://schemas.microsoft.com/office/drawing/2014/main" id="{BD416A4A-05E8-4E99-A753-977D0E04552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551495" y="1076781"/>
              <a:ext cx="30254" cy="56272"/>
            </a:xfrm>
            <a:custGeom>
              <a:avLst/>
              <a:gdLst>
                <a:gd name="T0" fmla="*/ 19 w 50"/>
                <a:gd name="T1" fmla="*/ 0 h 93"/>
                <a:gd name="T2" fmla="*/ 0 w 50"/>
                <a:gd name="T3" fmla="*/ 93 h 93"/>
                <a:gd name="T4" fmla="*/ 12 w 50"/>
                <a:gd name="T5" fmla="*/ 93 h 93"/>
                <a:gd name="T6" fmla="*/ 17 w 50"/>
                <a:gd name="T7" fmla="*/ 72 h 93"/>
                <a:gd name="T8" fmla="*/ 33 w 50"/>
                <a:gd name="T9" fmla="*/ 72 h 93"/>
                <a:gd name="T10" fmla="*/ 38 w 50"/>
                <a:gd name="T11" fmla="*/ 93 h 93"/>
                <a:gd name="T12" fmla="*/ 50 w 50"/>
                <a:gd name="T13" fmla="*/ 93 h 93"/>
                <a:gd name="T14" fmla="*/ 31 w 50"/>
                <a:gd name="T15" fmla="*/ 0 h 93"/>
                <a:gd name="T16" fmla="*/ 19 w 50"/>
                <a:gd name="T17" fmla="*/ 0 h 93"/>
                <a:gd name="T18" fmla="*/ 19 w 50"/>
                <a:gd name="T19" fmla="*/ 60 h 93"/>
                <a:gd name="T20" fmla="*/ 24 w 50"/>
                <a:gd name="T21" fmla="*/ 27 h 93"/>
                <a:gd name="T22" fmla="*/ 31 w 50"/>
                <a:gd name="T23" fmla="*/ 60 h 93"/>
                <a:gd name="T24" fmla="*/ 19 w 50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93">
                  <a:moveTo>
                    <a:pt x="19" y="0"/>
                  </a:moveTo>
                  <a:lnTo>
                    <a:pt x="0" y="93"/>
                  </a:lnTo>
                  <a:lnTo>
                    <a:pt x="12" y="93"/>
                  </a:lnTo>
                  <a:lnTo>
                    <a:pt x="17" y="72"/>
                  </a:lnTo>
                  <a:lnTo>
                    <a:pt x="33" y="72"/>
                  </a:lnTo>
                  <a:lnTo>
                    <a:pt x="38" y="93"/>
                  </a:lnTo>
                  <a:lnTo>
                    <a:pt x="50" y="93"/>
                  </a:lnTo>
                  <a:lnTo>
                    <a:pt x="31" y="0"/>
                  </a:lnTo>
                  <a:lnTo>
                    <a:pt x="19" y="0"/>
                  </a:lnTo>
                  <a:close/>
                  <a:moveTo>
                    <a:pt x="19" y="60"/>
                  </a:moveTo>
                  <a:lnTo>
                    <a:pt x="24" y="27"/>
                  </a:lnTo>
                  <a:lnTo>
                    <a:pt x="31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9" name="Freeform 43">
              <a:extLst>
                <a:ext uri="{FF2B5EF4-FFF2-40B4-BE49-F238E27FC236}">
                  <a16:creationId xmlns:a16="http://schemas.microsoft.com/office/drawing/2014/main" id="{1B1E40BB-365D-4F79-B5A0-8340521431FC}"/>
                </a:ext>
              </a:extLst>
            </p:cNvPr>
            <p:cNvSpPr>
              <a:spLocks/>
            </p:cNvSpPr>
            <p:nvPr/>
          </p:nvSpPr>
          <p:spPr bwMode="gray">
            <a:xfrm>
              <a:off x="9591430" y="1076781"/>
              <a:ext cx="27229" cy="56272"/>
            </a:xfrm>
            <a:custGeom>
              <a:avLst/>
              <a:gdLst>
                <a:gd name="T0" fmla="*/ 10 w 19"/>
                <a:gd name="T1" fmla="*/ 0 h 39"/>
                <a:gd name="T2" fmla="*/ 0 w 19"/>
                <a:gd name="T3" fmla="*/ 9 h 39"/>
                <a:gd name="T4" fmla="*/ 0 w 19"/>
                <a:gd name="T5" fmla="*/ 30 h 39"/>
                <a:gd name="T6" fmla="*/ 10 w 19"/>
                <a:gd name="T7" fmla="*/ 39 h 39"/>
                <a:gd name="T8" fmla="*/ 19 w 19"/>
                <a:gd name="T9" fmla="*/ 30 h 39"/>
                <a:gd name="T10" fmla="*/ 19 w 19"/>
                <a:gd name="T11" fmla="*/ 18 h 39"/>
                <a:gd name="T12" fmla="*/ 9 w 19"/>
                <a:gd name="T13" fmla="*/ 18 h 39"/>
                <a:gd name="T14" fmla="*/ 9 w 19"/>
                <a:gd name="T15" fmla="*/ 22 h 39"/>
                <a:gd name="T16" fmla="*/ 13 w 19"/>
                <a:gd name="T17" fmla="*/ 22 h 39"/>
                <a:gd name="T18" fmla="*/ 13 w 19"/>
                <a:gd name="T19" fmla="*/ 30 h 39"/>
                <a:gd name="T20" fmla="*/ 10 w 19"/>
                <a:gd name="T21" fmla="*/ 34 h 39"/>
                <a:gd name="T22" fmla="*/ 6 w 19"/>
                <a:gd name="T23" fmla="*/ 30 h 39"/>
                <a:gd name="T24" fmla="*/ 6 w 19"/>
                <a:gd name="T25" fmla="*/ 9 h 39"/>
                <a:gd name="T26" fmla="*/ 10 w 19"/>
                <a:gd name="T27" fmla="*/ 6 h 39"/>
                <a:gd name="T28" fmla="*/ 13 w 19"/>
                <a:gd name="T29" fmla="*/ 9 h 39"/>
                <a:gd name="T30" fmla="*/ 13 w 19"/>
                <a:gd name="T31" fmla="*/ 11 h 39"/>
                <a:gd name="T32" fmla="*/ 19 w 19"/>
                <a:gd name="T33" fmla="*/ 11 h 39"/>
                <a:gd name="T34" fmla="*/ 19 w 19"/>
                <a:gd name="T35" fmla="*/ 9 h 39"/>
                <a:gd name="T36" fmla="*/ 10 w 19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39">
                  <a:moveTo>
                    <a:pt x="10" y="0"/>
                  </a:moveTo>
                  <a:cubicBezTo>
                    <a:pt x="5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5" y="39"/>
                    <a:pt x="10" y="39"/>
                  </a:cubicBezTo>
                  <a:cubicBezTo>
                    <a:pt x="14" y="39"/>
                    <a:pt x="19" y="36"/>
                    <a:pt x="19" y="3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2"/>
                    <a:pt x="12" y="34"/>
                    <a:pt x="10" y="34"/>
                  </a:cubicBezTo>
                  <a:cubicBezTo>
                    <a:pt x="8" y="34"/>
                    <a:pt x="6" y="32"/>
                    <a:pt x="6" y="3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7"/>
                    <a:pt x="8" y="6"/>
                    <a:pt x="10" y="6"/>
                  </a:cubicBezTo>
                  <a:cubicBezTo>
                    <a:pt x="12" y="6"/>
                    <a:pt x="13" y="7"/>
                    <a:pt x="13" y="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3"/>
                    <a:pt x="14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0" name="Freeform 44">
              <a:extLst>
                <a:ext uri="{FF2B5EF4-FFF2-40B4-BE49-F238E27FC236}">
                  <a16:creationId xmlns:a16="http://schemas.microsoft.com/office/drawing/2014/main" id="{747BFFDC-2087-4F5E-8345-70D70D0EFE39}"/>
                </a:ext>
              </a:extLst>
            </p:cNvPr>
            <p:cNvSpPr>
              <a:spLocks/>
            </p:cNvSpPr>
            <p:nvPr/>
          </p:nvSpPr>
          <p:spPr bwMode="gray">
            <a:xfrm>
              <a:off x="9631971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E5FECB4-14BD-4CBE-846C-5B7E8B3BF56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688848" y="1076781"/>
              <a:ext cx="7261" cy="5627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2" name="Freeform 46">
              <a:extLst>
                <a:ext uri="{FF2B5EF4-FFF2-40B4-BE49-F238E27FC236}">
                  <a16:creationId xmlns:a16="http://schemas.microsoft.com/office/drawing/2014/main" id="{D6495F3D-E2B6-47D5-83BE-7F525B6B7C0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513980" y="1076781"/>
              <a:ext cx="29044" cy="56272"/>
            </a:xfrm>
            <a:custGeom>
              <a:avLst/>
              <a:gdLst>
                <a:gd name="T0" fmla="*/ 19 w 20"/>
                <a:gd name="T1" fmla="*/ 12 h 39"/>
                <a:gd name="T2" fmla="*/ 9 w 20"/>
                <a:gd name="T3" fmla="*/ 0 h 39"/>
                <a:gd name="T4" fmla="*/ 0 w 20"/>
                <a:gd name="T5" fmla="*/ 0 h 39"/>
                <a:gd name="T6" fmla="*/ 0 w 20"/>
                <a:gd name="T7" fmla="*/ 39 h 39"/>
                <a:gd name="T8" fmla="*/ 6 w 20"/>
                <a:gd name="T9" fmla="*/ 39 h 39"/>
                <a:gd name="T10" fmla="*/ 6 w 20"/>
                <a:gd name="T11" fmla="*/ 22 h 39"/>
                <a:gd name="T12" fmla="*/ 9 w 20"/>
                <a:gd name="T13" fmla="*/ 22 h 39"/>
                <a:gd name="T14" fmla="*/ 14 w 20"/>
                <a:gd name="T15" fmla="*/ 39 h 39"/>
                <a:gd name="T16" fmla="*/ 20 w 20"/>
                <a:gd name="T17" fmla="*/ 39 h 39"/>
                <a:gd name="T18" fmla="*/ 14 w 20"/>
                <a:gd name="T19" fmla="*/ 21 h 39"/>
                <a:gd name="T20" fmla="*/ 19 w 20"/>
                <a:gd name="T21" fmla="*/ 12 h 39"/>
                <a:gd name="T22" fmla="*/ 9 w 20"/>
                <a:gd name="T23" fmla="*/ 17 h 39"/>
                <a:gd name="T24" fmla="*/ 6 w 20"/>
                <a:gd name="T25" fmla="*/ 17 h 39"/>
                <a:gd name="T26" fmla="*/ 6 w 20"/>
                <a:gd name="T27" fmla="*/ 6 h 39"/>
                <a:gd name="T28" fmla="*/ 9 w 20"/>
                <a:gd name="T29" fmla="*/ 6 h 39"/>
                <a:gd name="T30" fmla="*/ 13 w 20"/>
                <a:gd name="T31" fmla="*/ 12 h 39"/>
                <a:gd name="T32" fmla="*/ 9 w 20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39">
                  <a:moveTo>
                    <a:pt x="19" y="12"/>
                  </a:moveTo>
                  <a:cubicBezTo>
                    <a:pt x="19" y="4"/>
                    <a:pt x="16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8" y="19"/>
                    <a:pt x="19" y="16"/>
                    <a:pt x="19" y="12"/>
                  </a:cubicBezTo>
                  <a:close/>
                  <a:moveTo>
                    <a:pt x="9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3" y="6"/>
                    <a:pt x="13" y="8"/>
                    <a:pt x="13" y="12"/>
                  </a:cubicBezTo>
                  <a:cubicBezTo>
                    <a:pt x="13" y="15"/>
                    <a:pt x="13" y="17"/>
                    <a:pt x="9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93" name="Group 50">
            <a:extLst>
              <a:ext uri="{FF2B5EF4-FFF2-40B4-BE49-F238E27FC236}">
                <a16:creationId xmlns:a16="http://schemas.microsoft.com/office/drawing/2014/main" id="{02D7E0EF-B0D3-4620-A982-1CE888F2DD8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2816954" y="1126132"/>
            <a:ext cx="2465304" cy="464579"/>
            <a:chOff x="545" y="1181"/>
            <a:chExt cx="4670" cy="880"/>
          </a:xfrm>
          <a:solidFill>
            <a:schemeClr val="tx1"/>
          </a:solidFill>
          <a:effectLst/>
        </p:grpSpPr>
        <p:sp>
          <p:nvSpPr>
            <p:cNvPr id="94" name="Freeform 51">
              <a:extLst>
                <a:ext uri="{FF2B5EF4-FFF2-40B4-BE49-F238E27FC236}">
                  <a16:creationId xmlns:a16="http://schemas.microsoft.com/office/drawing/2014/main" id="{ADFF85AE-31FF-4038-9B15-3962C2B655E5}"/>
                </a:ext>
              </a:extLst>
            </p:cNvPr>
            <p:cNvSpPr>
              <a:spLocks/>
            </p:cNvSpPr>
            <p:nvPr/>
          </p:nvSpPr>
          <p:spPr bwMode="gray">
            <a:xfrm>
              <a:off x="3048" y="1329"/>
              <a:ext cx="99" cy="121"/>
            </a:xfrm>
            <a:custGeom>
              <a:avLst/>
              <a:gdLst>
                <a:gd name="T0" fmla="*/ 32 w 42"/>
                <a:gd name="T1" fmla="*/ 51 h 51"/>
                <a:gd name="T2" fmla="*/ 12 w 42"/>
                <a:gd name="T3" fmla="*/ 20 h 51"/>
                <a:gd name="T4" fmla="*/ 6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9 w 42"/>
                <a:gd name="T15" fmla="*/ 0 h 51"/>
                <a:gd name="T16" fmla="*/ 29 w 42"/>
                <a:gd name="T17" fmla="*/ 31 h 51"/>
                <a:gd name="T18" fmla="*/ 35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2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6" y="9"/>
                  </a:cubicBezTo>
                  <a:cubicBezTo>
                    <a:pt x="6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8"/>
                    <a:pt x="35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5" name="Freeform 52">
              <a:extLst>
                <a:ext uri="{FF2B5EF4-FFF2-40B4-BE49-F238E27FC236}">
                  <a16:creationId xmlns:a16="http://schemas.microsoft.com/office/drawing/2014/main" id="{EFA2236A-3E47-4017-91DA-B3F919B6AB3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180" y="1329"/>
              <a:ext cx="109" cy="121"/>
            </a:xfrm>
            <a:custGeom>
              <a:avLst/>
              <a:gdLst>
                <a:gd name="T0" fmla="*/ 38 w 46"/>
                <a:gd name="T1" fmla="*/ 51 h 51"/>
                <a:gd name="T2" fmla="*/ 34 w 46"/>
                <a:gd name="T3" fmla="*/ 39 h 51"/>
                <a:gd name="T4" fmla="*/ 12 w 46"/>
                <a:gd name="T5" fmla="*/ 39 h 51"/>
                <a:gd name="T6" fmla="*/ 7 w 46"/>
                <a:gd name="T7" fmla="*/ 51 h 51"/>
                <a:gd name="T8" fmla="*/ 0 w 46"/>
                <a:gd name="T9" fmla="*/ 51 h 51"/>
                <a:gd name="T10" fmla="*/ 19 w 46"/>
                <a:gd name="T11" fmla="*/ 0 h 51"/>
                <a:gd name="T12" fmla="*/ 27 w 46"/>
                <a:gd name="T13" fmla="*/ 0 h 51"/>
                <a:gd name="T14" fmla="*/ 46 w 46"/>
                <a:gd name="T15" fmla="*/ 51 h 51"/>
                <a:gd name="T16" fmla="*/ 38 w 46"/>
                <a:gd name="T17" fmla="*/ 51 h 51"/>
                <a:gd name="T18" fmla="*/ 25 w 46"/>
                <a:gd name="T19" fmla="*/ 15 h 51"/>
                <a:gd name="T20" fmla="*/ 23 w 46"/>
                <a:gd name="T21" fmla="*/ 8 h 51"/>
                <a:gd name="T22" fmla="*/ 23 w 46"/>
                <a:gd name="T23" fmla="*/ 8 h 51"/>
                <a:gd name="T24" fmla="*/ 20 w 46"/>
                <a:gd name="T25" fmla="*/ 15 h 51"/>
                <a:gd name="T26" fmla="*/ 13 w 46"/>
                <a:gd name="T27" fmla="*/ 34 h 51"/>
                <a:gd name="T28" fmla="*/ 32 w 46"/>
                <a:gd name="T29" fmla="*/ 34 h 51"/>
                <a:gd name="T30" fmla="*/ 25 w 46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" h="51">
                  <a:moveTo>
                    <a:pt x="38" y="5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46" y="51"/>
                    <a:pt x="46" y="51"/>
                    <a:pt x="46" y="51"/>
                  </a:cubicBezTo>
                  <a:lnTo>
                    <a:pt x="38" y="51"/>
                  </a:lnTo>
                  <a:close/>
                  <a:moveTo>
                    <a:pt x="25" y="15"/>
                  </a:moveTo>
                  <a:cubicBezTo>
                    <a:pt x="24" y="12"/>
                    <a:pt x="23" y="10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10"/>
                    <a:pt x="21" y="12"/>
                    <a:pt x="20" y="15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32" y="34"/>
                    <a:pt x="32" y="34"/>
                    <a:pt x="32" y="34"/>
                  </a:cubicBezTo>
                  <a:lnTo>
                    <a:pt x="25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6" name="Freeform 53">
              <a:extLst>
                <a:ext uri="{FF2B5EF4-FFF2-40B4-BE49-F238E27FC236}">
                  <a16:creationId xmlns:a16="http://schemas.microsoft.com/office/drawing/2014/main" id="{F4CE0D23-7CF7-43C7-BBE5-CC94A6D7E94E}"/>
                </a:ext>
              </a:extLst>
            </p:cNvPr>
            <p:cNvSpPr>
              <a:spLocks/>
            </p:cNvSpPr>
            <p:nvPr/>
          </p:nvSpPr>
          <p:spPr bwMode="gray">
            <a:xfrm>
              <a:off x="3296" y="1329"/>
              <a:ext cx="90" cy="121"/>
            </a:xfrm>
            <a:custGeom>
              <a:avLst/>
              <a:gdLst>
                <a:gd name="T0" fmla="*/ 52 w 90"/>
                <a:gd name="T1" fmla="*/ 14 h 121"/>
                <a:gd name="T2" fmla="*/ 52 w 90"/>
                <a:gd name="T3" fmla="*/ 121 h 121"/>
                <a:gd name="T4" fmla="*/ 36 w 90"/>
                <a:gd name="T5" fmla="*/ 121 h 121"/>
                <a:gd name="T6" fmla="*/ 36 w 90"/>
                <a:gd name="T7" fmla="*/ 14 h 121"/>
                <a:gd name="T8" fmla="*/ 0 w 90"/>
                <a:gd name="T9" fmla="*/ 14 h 121"/>
                <a:gd name="T10" fmla="*/ 0 w 90"/>
                <a:gd name="T11" fmla="*/ 0 h 121"/>
                <a:gd name="T12" fmla="*/ 90 w 90"/>
                <a:gd name="T13" fmla="*/ 0 h 121"/>
                <a:gd name="T14" fmla="*/ 90 w 90"/>
                <a:gd name="T15" fmla="*/ 14 h 121"/>
                <a:gd name="T16" fmla="*/ 52 w 90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90" y="0"/>
                  </a:lnTo>
                  <a:lnTo>
                    <a:pt x="90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7" name="Freeform 54">
              <a:extLst>
                <a:ext uri="{FF2B5EF4-FFF2-40B4-BE49-F238E27FC236}">
                  <a16:creationId xmlns:a16="http://schemas.microsoft.com/office/drawing/2014/main" id="{7967B0A4-ADD8-4E7B-92E9-53C1412B7CC6}"/>
                </a:ext>
              </a:extLst>
            </p:cNvPr>
            <p:cNvSpPr>
              <a:spLocks/>
            </p:cNvSpPr>
            <p:nvPr/>
          </p:nvSpPr>
          <p:spPr bwMode="gray">
            <a:xfrm>
              <a:off x="3415" y="1329"/>
              <a:ext cx="97" cy="123"/>
            </a:xfrm>
            <a:custGeom>
              <a:avLst/>
              <a:gdLst>
                <a:gd name="T0" fmla="*/ 19 w 41"/>
                <a:gd name="T1" fmla="*/ 52 h 52"/>
                <a:gd name="T2" fmla="*/ 0 w 41"/>
                <a:gd name="T3" fmla="*/ 34 h 52"/>
                <a:gd name="T4" fmla="*/ 0 w 41"/>
                <a:gd name="T5" fmla="*/ 0 h 52"/>
                <a:gd name="T6" fmla="*/ 7 w 41"/>
                <a:gd name="T7" fmla="*/ 0 h 52"/>
                <a:gd name="T8" fmla="*/ 7 w 41"/>
                <a:gd name="T9" fmla="*/ 34 h 52"/>
                <a:gd name="T10" fmla="*/ 20 w 41"/>
                <a:gd name="T11" fmla="*/ 46 h 52"/>
                <a:gd name="T12" fmla="*/ 33 w 41"/>
                <a:gd name="T13" fmla="*/ 32 h 52"/>
                <a:gd name="T14" fmla="*/ 33 w 41"/>
                <a:gd name="T15" fmla="*/ 0 h 52"/>
                <a:gd name="T16" fmla="*/ 41 w 41"/>
                <a:gd name="T17" fmla="*/ 0 h 52"/>
                <a:gd name="T18" fmla="*/ 41 w 41"/>
                <a:gd name="T19" fmla="*/ 32 h 52"/>
                <a:gd name="T20" fmla="*/ 19 w 41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" h="52">
                  <a:moveTo>
                    <a:pt x="19" y="52"/>
                  </a:moveTo>
                  <a:cubicBezTo>
                    <a:pt x="3" y="52"/>
                    <a:pt x="0" y="43"/>
                    <a:pt x="0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41"/>
                    <a:pt x="9" y="46"/>
                    <a:pt x="20" y="46"/>
                  </a:cubicBezTo>
                  <a:cubicBezTo>
                    <a:pt x="29" y="46"/>
                    <a:pt x="33" y="43"/>
                    <a:pt x="33" y="3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45"/>
                    <a:pt x="33" y="52"/>
                    <a:pt x="19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8" name="Freeform 55">
              <a:extLst>
                <a:ext uri="{FF2B5EF4-FFF2-40B4-BE49-F238E27FC236}">
                  <a16:creationId xmlns:a16="http://schemas.microsoft.com/office/drawing/2014/main" id="{DC56CF80-3E58-4B90-A70F-FEB4F9218AE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559" y="1329"/>
              <a:ext cx="83" cy="121"/>
            </a:xfrm>
            <a:custGeom>
              <a:avLst/>
              <a:gdLst>
                <a:gd name="T0" fmla="*/ 26 w 35"/>
                <a:gd name="T1" fmla="*/ 51 h 51"/>
                <a:gd name="T2" fmla="*/ 8 w 35"/>
                <a:gd name="T3" fmla="*/ 28 h 51"/>
                <a:gd name="T4" fmla="*/ 7 w 35"/>
                <a:gd name="T5" fmla="*/ 28 h 51"/>
                <a:gd name="T6" fmla="*/ 7 w 35"/>
                <a:gd name="T7" fmla="*/ 51 h 51"/>
                <a:gd name="T8" fmla="*/ 0 w 35"/>
                <a:gd name="T9" fmla="*/ 51 h 51"/>
                <a:gd name="T10" fmla="*/ 0 w 35"/>
                <a:gd name="T11" fmla="*/ 0 h 51"/>
                <a:gd name="T12" fmla="*/ 13 w 35"/>
                <a:gd name="T13" fmla="*/ 0 h 51"/>
                <a:gd name="T14" fmla="*/ 31 w 35"/>
                <a:gd name="T15" fmla="*/ 13 h 51"/>
                <a:gd name="T16" fmla="*/ 16 w 35"/>
                <a:gd name="T17" fmla="*/ 28 h 51"/>
                <a:gd name="T18" fmla="*/ 20 w 35"/>
                <a:gd name="T19" fmla="*/ 33 h 51"/>
                <a:gd name="T20" fmla="*/ 35 w 35"/>
                <a:gd name="T21" fmla="*/ 51 h 51"/>
                <a:gd name="T22" fmla="*/ 26 w 35"/>
                <a:gd name="T23" fmla="*/ 51 h 51"/>
                <a:gd name="T24" fmla="*/ 12 w 35"/>
                <a:gd name="T25" fmla="*/ 5 h 51"/>
                <a:gd name="T26" fmla="*/ 7 w 35"/>
                <a:gd name="T27" fmla="*/ 6 h 51"/>
                <a:gd name="T28" fmla="*/ 7 w 35"/>
                <a:gd name="T29" fmla="*/ 23 h 51"/>
                <a:gd name="T30" fmla="*/ 12 w 35"/>
                <a:gd name="T31" fmla="*/ 23 h 51"/>
                <a:gd name="T32" fmla="*/ 24 w 35"/>
                <a:gd name="T33" fmla="*/ 14 h 51"/>
                <a:gd name="T34" fmla="*/ 12 w 35"/>
                <a:gd name="T35" fmla="*/ 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51">
                  <a:moveTo>
                    <a:pt x="26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3" y="0"/>
                  </a:cubicBezTo>
                  <a:cubicBezTo>
                    <a:pt x="24" y="0"/>
                    <a:pt x="31" y="3"/>
                    <a:pt x="31" y="13"/>
                  </a:cubicBezTo>
                  <a:cubicBezTo>
                    <a:pt x="31" y="22"/>
                    <a:pt x="24" y="27"/>
                    <a:pt x="16" y="28"/>
                  </a:cubicBezTo>
                  <a:cubicBezTo>
                    <a:pt x="17" y="29"/>
                    <a:pt x="19" y="31"/>
                    <a:pt x="20" y="33"/>
                  </a:cubicBezTo>
                  <a:cubicBezTo>
                    <a:pt x="35" y="51"/>
                    <a:pt x="35" y="51"/>
                    <a:pt x="35" y="51"/>
                  </a:cubicBezTo>
                  <a:lnTo>
                    <a:pt x="26" y="51"/>
                  </a:lnTo>
                  <a:close/>
                  <a:moveTo>
                    <a:pt x="12" y="5"/>
                  </a:moveTo>
                  <a:cubicBezTo>
                    <a:pt x="10" y="5"/>
                    <a:pt x="9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3"/>
                    <a:pt x="10" y="23"/>
                    <a:pt x="12" y="23"/>
                  </a:cubicBezTo>
                  <a:cubicBezTo>
                    <a:pt x="19" y="23"/>
                    <a:pt x="24" y="20"/>
                    <a:pt x="24" y="14"/>
                  </a:cubicBezTo>
                  <a:cubicBezTo>
                    <a:pt x="24" y="8"/>
                    <a:pt x="20" y="5"/>
                    <a:pt x="12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9" name="Freeform 56">
              <a:extLst>
                <a:ext uri="{FF2B5EF4-FFF2-40B4-BE49-F238E27FC236}">
                  <a16:creationId xmlns:a16="http://schemas.microsoft.com/office/drawing/2014/main" id="{DE419544-7954-4BF4-B186-FEA37DC57F1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63" y="1329"/>
              <a:ext cx="111" cy="121"/>
            </a:xfrm>
            <a:custGeom>
              <a:avLst/>
              <a:gdLst>
                <a:gd name="T0" fmla="*/ 39 w 47"/>
                <a:gd name="T1" fmla="*/ 51 h 51"/>
                <a:gd name="T2" fmla="*/ 35 w 47"/>
                <a:gd name="T3" fmla="*/ 39 h 51"/>
                <a:gd name="T4" fmla="*/ 12 w 47"/>
                <a:gd name="T5" fmla="*/ 39 h 51"/>
                <a:gd name="T6" fmla="*/ 8 w 47"/>
                <a:gd name="T7" fmla="*/ 51 h 51"/>
                <a:gd name="T8" fmla="*/ 0 w 47"/>
                <a:gd name="T9" fmla="*/ 51 h 51"/>
                <a:gd name="T10" fmla="*/ 20 w 47"/>
                <a:gd name="T11" fmla="*/ 0 h 51"/>
                <a:gd name="T12" fmla="*/ 28 w 47"/>
                <a:gd name="T13" fmla="*/ 0 h 51"/>
                <a:gd name="T14" fmla="*/ 47 w 47"/>
                <a:gd name="T15" fmla="*/ 51 h 51"/>
                <a:gd name="T16" fmla="*/ 39 w 47"/>
                <a:gd name="T17" fmla="*/ 51 h 51"/>
                <a:gd name="T18" fmla="*/ 26 w 47"/>
                <a:gd name="T19" fmla="*/ 15 h 51"/>
                <a:gd name="T20" fmla="*/ 24 w 47"/>
                <a:gd name="T21" fmla="*/ 8 h 51"/>
                <a:gd name="T22" fmla="*/ 23 w 47"/>
                <a:gd name="T23" fmla="*/ 8 h 51"/>
                <a:gd name="T24" fmla="*/ 21 w 47"/>
                <a:gd name="T25" fmla="*/ 15 h 51"/>
                <a:gd name="T26" fmla="*/ 14 w 47"/>
                <a:gd name="T27" fmla="*/ 34 h 51"/>
                <a:gd name="T28" fmla="*/ 33 w 47"/>
                <a:gd name="T29" fmla="*/ 34 h 51"/>
                <a:gd name="T30" fmla="*/ 26 w 47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51">
                  <a:moveTo>
                    <a:pt x="39" y="51"/>
                  </a:moveTo>
                  <a:cubicBezTo>
                    <a:pt x="35" y="39"/>
                    <a:pt x="35" y="39"/>
                    <a:pt x="35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7" y="51"/>
                    <a:pt x="47" y="51"/>
                    <a:pt x="47" y="51"/>
                  </a:cubicBezTo>
                  <a:lnTo>
                    <a:pt x="39" y="51"/>
                  </a:lnTo>
                  <a:close/>
                  <a:moveTo>
                    <a:pt x="26" y="15"/>
                  </a:moveTo>
                  <a:cubicBezTo>
                    <a:pt x="25" y="12"/>
                    <a:pt x="24" y="10"/>
                    <a:pt x="24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10"/>
                    <a:pt x="22" y="12"/>
                    <a:pt x="21" y="15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4"/>
                    <a:pt x="33" y="34"/>
                    <a:pt x="33" y="34"/>
                  </a:cubicBezTo>
                  <a:lnTo>
                    <a:pt x="26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0" name="Freeform 57">
              <a:extLst>
                <a:ext uri="{FF2B5EF4-FFF2-40B4-BE49-F238E27FC236}">
                  <a16:creationId xmlns:a16="http://schemas.microsoft.com/office/drawing/2014/main" id="{88422FB1-B44E-4F3B-A9C1-F79C1A031A33}"/>
                </a:ext>
              </a:extLst>
            </p:cNvPr>
            <p:cNvSpPr>
              <a:spLocks/>
            </p:cNvSpPr>
            <p:nvPr/>
          </p:nvSpPr>
          <p:spPr bwMode="gray">
            <a:xfrm>
              <a:off x="3807" y="1329"/>
              <a:ext cx="62" cy="121"/>
            </a:xfrm>
            <a:custGeom>
              <a:avLst/>
              <a:gdLst>
                <a:gd name="T0" fmla="*/ 0 w 62"/>
                <a:gd name="T1" fmla="*/ 121 h 121"/>
                <a:gd name="T2" fmla="*/ 0 w 62"/>
                <a:gd name="T3" fmla="*/ 0 h 121"/>
                <a:gd name="T4" fmla="*/ 17 w 62"/>
                <a:gd name="T5" fmla="*/ 0 h 121"/>
                <a:gd name="T6" fmla="*/ 17 w 62"/>
                <a:gd name="T7" fmla="*/ 107 h 121"/>
                <a:gd name="T8" fmla="*/ 62 w 62"/>
                <a:gd name="T9" fmla="*/ 107 h 121"/>
                <a:gd name="T10" fmla="*/ 62 w 62"/>
                <a:gd name="T11" fmla="*/ 121 h 121"/>
                <a:gd name="T12" fmla="*/ 0 w 62"/>
                <a:gd name="T13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121">
                  <a:moveTo>
                    <a:pt x="0" y="121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107"/>
                  </a:lnTo>
                  <a:lnTo>
                    <a:pt x="62" y="107"/>
                  </a:lnTo>
                  <a:lnTo>
                    <a:pt x="62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1" name="Rectangle 58">
              <a:extLst>
                <a:ext uri="{FF2B5EF4-FFF2-40B4-BE49-F238E27FC236}">
                  <a16:creationId xmlns:a16="http://schemas.microsoft.com/office/drawing/2014/main" id="{FB539FC4-8A7E-42AA-9BDC-8DA9ECA8A0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78" y="1329"/>
              <a:ext cx="16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2" name="Freeform 59">
              <a:extLst>
                <a:ext uri="{FF2B5EF4-FFF2-40B4-BE49-F238E27FC236}">
                  <a16:creationId xmlns:a16="http://schemas.microsoft.com/office/drawing/2014/main" id="{C0E5B1DD-5385-4CE2-8A9E-4311B16B30E6}"/>
                </a:ext>
              </a:extLst>
            </p:cNvPr>
            <p:cNvSpPr>
              <a:spLocks/>
            </p:cNvSpPr>
            <p:nvPr/>
          </p:nvSpPr>
          <p:spPr bwMode="gray">
            <a:xfrm>
              <a:off x="4053" y="1329"/>
              <a:ext cx="100" cy="121"/>
            </a:xfrm>
            <a:custGeom>
              <a:avLst/>
              <a:gdLst>
                <a:gd name="T0" fmla="*/ 32 w 42"/>
                <a:gd name="T1" fmla="*/ 51 h 51"/>
                <a:gd name="T2" fmla="*/ 12 w 42"/>
                <a:gd name="T3" fmla="*/ 20 h 51"/>
                <a:gd name="T4" fmla="*/ 6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9 w 42"/>
                <a:gd name="T15" fmla="*/ 0 h 51"/>
                <a:gd name="T16" fmla="*/ 29 w 42"/>
                <a:gd name="T17" fmla="*/ 31 h 51"/>
                <a:gd name="T18" fmla="*/ 35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2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6" y="9"/>
                  </a:cubicBezTo>
                  <a:cubicBezTo>
                    <a:pt x="6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8"/>
                    <a:pt x="35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3" name="Freeform 60">
              <a:extLst>
                <a:ext uri="{FF2B5EF4-FFF2-40B4-BE49-F238E27FC236}">
                  <a16:creationId xmlns:a16="http://schemas.microsoft.com/office/drawing/2014/main" id="{5B8DCB9F-2A20-40F0-82CA-4CEF3A01948A}"/>
                </a:ext>
              </a:extLst>
            </p:cNvPr>
            <p:cNvSpPr>
              <a:spLocks/>
            </p:cNvSpPr>
            <p:nvPr/>
          </p:nvSpPr>
          <p:spPr bwMode="gray">
            <a:xfrm>
              <a:off x="4195" y="1326"/>
              <a:ext cx="105" cy="126"/>
            </a:xfrm>
            <a:custGeom>
              <a:avLst/>
              <a:gdLst>
                <a:gd name="T0" fmla="*/ 26 w 44"/>
                <a:gd name="T1" fmla="*/ 53 h 53"/>
                <a:gd name="T2" fmla="*/ 0 w 44"/>
                <a:gd name="T3" fmla="*/ 28 h 53"/>
                <a:gd name="T4" fmla="*/ 29 w 44"/>
                <a:gd name="T5" fmla="*/ 0 h 53"/>
                <a:gd name="T6" fmla="*/ 43 w 44"/>
                <a:gd name="T7" fmla="*/ 3 h 53"/>
                <a:gd name="T8" fmla="*/ 42 w 44"/>
                <a:gd name="T9" fmla="*/ 9 h 53"/>
                <a:gd name="T10" fmla="*/ 28 w 44"/>
                <a:gd name="T11" fmla="*/ 6 h 53"/>
                <a:gd name="T12" fmla="*/ 8 w 44"/>
                <a:gd name="T13" fmla="*/ 27 h 53"/>
                <a:gd name="T14" fmla="*/ 27 w 44"/>
                <a:gd name="T15" fmla="*/ 47 h 53"/>
                <a:gd name="T16" fmla="*/ 37 w 44"/>
                <a:gd name="T17" fmla="*/ 46 h 53"/>
                <a:gd name="T18" fmla="*/ 37 w 44"/>
                <a:gd name="T19" fmla="*/ 26 h 53"/>
                <a:gd name="T20" fmla="*/ 44 w 44"/>
                <a:gd name="T21" fmla="*/ 26 h 53"/>
                <a:gd name="T22" fmla="*/ 44 w 44"/>
                <a:gd name="T23" fmla="*/ 50 h 53"/>
                <a:gd name="T24" fmla="*/ 26 w 44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53">
                  <a:moveTo>
                    <a:pt x="26" y="53"/>
                  </a:moveTo>
                  <a:cubicBezTo>
                    <a:pt x="10" y="53"/>
                    <a:pt x="0" y="44"/>
                    <a:pt x="0" y="28"/>
                  </a:cubicBezTo>
                  <a:cubicBezTo>
                    <a:pt x="0" y="12"/>
                    <a:pt x="11" y="0"/>
                    <a:pt x="29" y="0"/>
                  </a:cubicBezTo>
                  <a:cubicBezTo>
                    <a:pt x="34" y="0"/>
                    <a:pt x="39" y="1"/>
                    <a:pt x="43" y="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7" y="7"/>
                    <a:pt x="33" y="6"/>
                    <a:pt x="28" y="6"/>
                  </a:cubicBezTo>
                  <a:cubicBezTo>
                    <a:pt x="17" y="6"/>
                    <a:pt x="8" y="13"/>
                    <a:pt x="8" y="27"/>
                  </a:cubicBezTo>
                  <a:cubicBezTo>
                    <a:pt x="8" y="40"/>
                    <a:pt x="16" y="47"/>
                    <a:pt x="27" y="47"/>
                  </a:cubicBezTo>
                  <a:cubicBezTo>
                    <a:pt x="31" y="47"/>
                    <a:pt x="34" y="46"/>
                    <a:pt x="37" y="4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39" y="52"/>
                    <a:pt x="32" y="53"/>
                    <a:pt x="26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4" name="Freeform 61">
              <a:extLst>
                <a:ext uri="{FF2B5EF4-FFF2-40B4-BE49-F238E27FC236}">
                  <a16:creationId xmlns:a16="http://schemas.microsoft.com/office/drawing/2014/main" id="{ECDCF566-7B41-4DFF-88DE-E6C74491899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349" y="1329"/>
              <a:ext cx="81" cy="121"/>
            </a:xfrm>
            <a:custGeom>
              <a:avLst/>
              <a:gdLst>
                <a:gd name="T0" fmla="*/ 25 w 34"/>
                <a:gd name="T1" fmla="*/ 51 h 51"/>
                <a:gd name="T2" fmla="*/ 8 w 34"/>
                <a:gd name="T3" fmla="*/ 28 h 51"/>
                <a:gd name="T4" fmla="*/ 7 w 34"/>
                <a:gd name="T5" fmla="*/ 28 h 51"/>
                <a:gd name="T6" fmla="*/ 7 w 34"/>
                <a:gd name="T7" fmla="*/ 51 h 51"/>
                <a:gd name="T8" fmla="*/ 0 w 34"/>
                <a:gd name="T9" fmla="*/ 51 h 51"/>
                <a:gd name="T10" fmla="*/ 0 w 34"/>
                <a:gd name="T11" fmla="*/ 0 h 51"/>
                <a:gd name="T12" fmla="*/ 13 w 34"/>
                <a:gd name="T13" fmla="*/ 0 h 51"/>
                <a:gd name="T14" fmla="*/ 31 w 34"/>
                <a:gd name="T15" fmla="*/ 13 h 51"/>
                <a:gd name="T16" fmla="*/ 15 w 34"/>
                <a:gd name="T17" fmla="*/ 28 h 51"/>
                <a:gd name="T18" fmla="*/ 20 w 34"/>
                <a:gd name="T19" fmla="*/ 33 h 51"/>
                <a:gd name="T20" fmla="*/ 34 w 34"/>
                <a:gd name="T21" fmla="*/ 51 h 51"/>
                <a:gd name="T22" fmla="*/ 25 w 34"/>
                <a:gd name="T23" fmla="*/ 51 h 51"/>
                <a:gd name="T24" fmla="*/ 11 w 34"/>
                <a:gd name="T25" fmla="*/ 5 h 51"/>
                <a:gd name="T26" fmla="*/ 7 w 34"/>
                <a:gd name="T27" fmla="*/ 6 h 51"/>
                <a:gd name="T28" fmla="*/ 7 w 34"/>
                <a:gd name="T29" fmla="*/ 23 h 51"/>
                <a:gd name="T30" fmla="*/ 11 w 34"/>
                <a:gd name="T31" fmla="*/ 23 h 51"/>
                <a:gd name="T32" fmla="*/ 23 w 34"/>
                <a:gd name="T33" fmla="*/ 14 h 51"/>
                <a:gd name="T34" fmla="*/ 11 w 34"/>
                <a:gd name="T35" fmla="*/ 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1">
                  <a:moveTo>
                    <a:pt x="25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7" y="0"/>
                    <a:pt x="13" y="0"/>
                  </a:cubicBezTo>
                  <a:cubicBezTo>
                    <a:pt x="23" y="0"/>
                    <a:pt x="31" y="3"/>
                    <a:pt x="31" y="13"/>
                  </a:cubicBezTo>
                  <a:cubicBezTo>
                    <a:pt x="31" y="22"/>
                    <a:pt x="24" y="27"/>
                    <a:pt x="15" y="28"/>
                  </a:cubicBezTo>
                  <a:cubicBezTo>
                    <a:pt x="17" y="29"/>
                    <a:pt x="18" y="31"/>
                    <a:pt x="20" y="33"/>
                  </a:cubicBezTo>
                  <a:cubicBezTo>
                    <a:pt x="34" y="51"/>
                    <a:pt x="34" y="51"/>
                    <a:pt x="34" y="51"/>
                  </a:cubicBezTo>
                  <a:lnTo>
                    <a:pt x="25" y="51"/>
                  </a:lnTo>
                  <a:close/>
                  <a:moveTo>
                    <a:pt x="11" y="5"/>
                  </a:moveTo>
                  <a:cubicBezTo>
                    <a:pt x="10" y="5"/>
                    <a:pt x="8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9" y="23"/>
                    <a:pt x="11" y="23"/>
                  </a:cubicBezTo>
                  <a:cubicBezTo>
                    <a:pt x="19" y="23"/>
                    <a:pt x="23" y="20"/>
                    <a:pt x="23" y="14"/>
                  </a:cubicBezTo>
                  <a:cubicBezTo>
                    <a:pt x="23" y="8"/>
                    <a:pt x="19" y="5"/>
                    <a:pt x="11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5" name="Freeform 62">
              <a:extLst>
                <a:ext uri="{FF2B5EF4-FFF2-40B4-BE49-F238E27FC236}">
                  <a16:creationId xmlns:a16="http://schemas.microsoft.com/office/drawing/2014/main" id="{4F029FC5-A4EF-495E-8EDE-46A3303B3050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" y="1329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6" name="Freeform 63">
              <a:extLst>
                <a:ext uri="{FF2B5EF4-FFF2-40B4-BE49-F238E27FC236}">
                  <a16:creationId xmlns:a16="http://schemas.microsoft.com/office/drawing/2014/main" id="{84AC118C-EC32-4EA8-A621-821491C30A0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576" y="1329"/>
              <a:ext cx="100" cy="123"/>
            </a:xfrm>
            <a:custGeom>
              <a:avLst/>
              <a:gdLst>
                <a:gd name="T0" fmla="*/ 13 w 42"/>
                <a:gd name="T1" fmla="*/ 52 h 52"/>
                <a:gd name="T2" fmla="*/ 0 w 42"/>
                <a:gd name="T3" fmla="*/ 51 h 52"/>
                <a:gd name="T4" fmla="*/ 0 w 42"/>
                <a:gd name="T5" fmla="*/ 0 h 52"/>
                <a:gd name="T6" fmla="*/ 15 w 42"/>
                <a:gd name="T7" fmla="*/ 0 h 52"/>
                <a:gd name="T8" fmla="*/ 42 w 42"/>
                <a:gd name="T9" fmla="*/ 25 h 52"/>
                <a:gd name="T10" fmla="*/ 13 w 42"/>
                <a:gd name="T11" fmla="*/ 52 h 52"/>
                <a:gd name="T12" fmla="*/ 15 w 42"/>
                <a:gd name="T13" fmla="*/ 6 h 52"/>
                <a:gd name="T14" fmla="*/ 7 w 42"/>
                <a:gd name="T15" fmla="*/ 6 h 52"/>
                <a:gd name="T16" fmla="*/ 7 w 42"/>
                <a:gd name="T17" fmla="*/ 45 h 52"/>
                <a:gd name="T18" fmla="*/ 14 w 42"/>
                <a:gd name="T19" fmla="*/ 46 h 52"/>
                <a:gd name="T20" fmla="*/ 35 w 42"/>
                <a:gd name="T21" fmla="*/ 26 h 52"/>
                <a:gd name="T22" fmla="*/ 15 w 42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52">
                  <a:moveTo>
                    <a:pt x="13" y="52"/>
                  </a:moveTo>
                  <a:cubicBezTo>
                    <a:pt x="8" y="52"/>
                    <a:pt x="3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10" y="0"/>
                    <a:pt x="15" y="0"/>
                  </a:cubicBezTo>
                  <a:cubicBezTo>
                    <a:pt x="32" y="0"/>
                    <a:pt x="42" y="8"/>
                    <a:pt x="42" y="25"/>
                  </a:cubicBezTo>
                  <a:cubicBezTo>
                    <a:pt x="42" y="43"/>
                    <a:pt x="30" y="52"/>
                    <a:pt x="13" y="52"/>
                  </a:cubicBezTo>
                  <a:close/>
                  <a:moveTo>
                    <a:pt x="15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9" y="46"/>
                    <a:pt x="12" y="46"/>
                    <a:pt x="14" y="46"/>
                  </a:cubicBezTo>
                  <a:cubicBezTo>
                    <a:pt x="26" y="46"/>
                    <a:pt x="35" y="40"/>
                    <a:pt x="35" y="26"/>
                  </a:cubicBezTo>
                  <a:cubicBezTo>
                    <a:pt x="35" y="13"/>
                    <a:pt x="28" y="6"/>
                    <a:pt x="15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7" name="Rectangle 64">
              <a:extLst>
                <a:ext uri="{FF2B5EF4-FFF2-40B4-BE49-F238E27FC236}">
                  <a16:creationId xmlns:a16="http://schemas.microsoft.com/office/drawing/2014/main" id="{F5EC05AE-B9AB-466C-9C84-B3EA2232E5C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718" y="1329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3DD47D0E-165C-46D7-9188-E1138A49E262}"/>
                </a:ext>
              </a:extLst>
            </p:cNvPr>
            <p:cNvSpPr>
              <a:spLocks/>
            </p:cNvSpPr>
            <p:nvPr/>
          </p:nvSpPr>
          <p:spPr bwMode="gray">
            <a:xfrm>
              <a:off x="4789" y="1329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9" name="Freeform 66">
              <a:extLst>
                <a:ext uri="{FF2B5EF4-FFF2-40B4-BE49-F238E27FC236}">
                  <a16:creationId xmlns:a16="http://schemas.microsoft.com/office/drawing/2014/main" id="{E59DF623-F25C-476C-B483-EF34D315FA42}"/>
                </a:ext>
              </a:extLst>
            </p:cNvPr>
            <p:cNvSpPr>
              <a:spLocks/>
            </p:cNvSpPr>
            <p:nvPr/>
          </p:nvSpPr>
          <p:spPr bwMode="gray">
            <a:xfrm>
              <a:off x="4898" y="1329"/>
              <a:ext cx="99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20 h 51"/>
                <a:gd name="T4" fmla="*/ 7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29 w 42"/>
                <a:gd name="T17" fmla="*/ 31 h 51"/>
                <a:gd name="T18" fmla="*/ 36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2" y="35"/>
                    <a:pt x="34" y="38"/>
                    <a:pt x="36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0" name="Freeform 67">
              <a:extLst>
                <a:ext uri="{FF2B5EF4-FFF2-40B4-BE49-F238E27FC236}">
                  <a16:creationId xmlns:a16="http://schemas.microsoft.com/office/drawing/2014/main" id="{E5C6A0D7-539F-434E-BCCD-C127A0392603}"/>
                </a:ext>
              </a:extLst>
            </p:cNvPr>
            <p:cNvSpPr>
              <a:spLocks/>
            </p:cNvSpPr>
            <p:nvPr/>
          </p:nvSpPr>
          <p:spPr bwMode="gray">
            <a:xfrm>
              <a:off x="5031" y="1329"/>
              <a:ext cx="89" cy="121"/>
            </a:xfrm>
            <a:custGeom>
              <a:avLst/>
              <a:gdLst>
                <a:gd name="T0" fmla="*/ 54 w 89"/>
                <a:gd name="T1" fmla="*/ 14 h 121"/>
                <a:gd name="T2" fmla="*/ 54 w 89"/>
                <a:gd name="T3" fmla="*/ 121 h 121"/>
                <a:gd name="T4" fmla="*/ 35 w 89"/>
                <a:gd name="T5" fmla="*/ 121 h 121"/>
                <a:gd name="T6" fmla="*/ 35 w 89"/>
                <a:gd name="T7" fmla="*/ 14 h 121"/>
                <a:gd name="T8" fmla="*/ 0 w 89"/>
                <a:gd name="T9" fmla="*/ 14 h 121"/>
                <a:gd name="T10" fmla="*/ 0 w 89"/>
                <a:gd name="T11" fmla="*/ 0 h 121"/>
                <a:gd name="T12" fmla="*/ 89 w 89"/>
                <a:gd name="T13" fmla="*/ 0 h 121"/>
                <a:gd name="T14" fmla="*/ 89 w 89"/>
                <a:gd name="T15" fmla="*/ 14 h 121"/>
                <a:gd name="T16" fmla="*/ 54 w 89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121">
                  <a:moveTo>
                    <a:pt x="54" y="14"/>
                  </a:moveTo>
                  <a:lnTo>
                    <a:pt x="54" y="121"/>
                  </a:lnTo>
                  <a:lnTo>
                    <a:pt x="35" y="121"/>
                  </a:lnTo>
                  <a:lnTo>
                    <a:pt x="35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9" y="0"/>
                  </a:lnTo>
                  <a:lnTo>
                    <a:pt x="89" y="14"/>
                  </a:lnTo>
                  <a:lnTo>
                    <a:pt x="54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1" name="Freeform 68">
              <a:extLst>
                <a:ext uri="{FF2B5EF4-FFF2-40B4-BE49-F238E27FC236}">
                  <a16:creationId xmlns:a16="http://schemas.microsoft.com/office/drawing/2014/main" id="{AB7BC67D-F9F8-4D1A-9C5B-C1D3045D2B5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39" y="1326"/>
              <a:ext cx="76" cy="126"/>
            </a:xfrm>
            <a:custGeom>
              <a:avLst/>
              <a:gdLst>
                <a:gd name="T0" fmla="*/ 12 w 32"/>
                <a:gd name="T1" fmla="*/ 53 h 53"/>
                <a:gd name="T2" fmla="*/ 0 w 32"/>
                <a:gd name="T3" fmla="*/ 52 h 53"/>
                <a:gd name="T4" fmla="*/ 1 w 32"/>
                <a:gd name="T5" fmla="*/ 45 h 53"/>
                <a:gd name="T6" fmla="*/ 12 w 32"/>
                <a:gd name="T7" fmla="*/ 47 h 53"/>
                <a:gd name="T8" fmla="*/ 24 w 32"/>
                <a:gd name="T9" fmla="*/ 38 h 53"/>
                <a:gd name="T10" fmla="*/ 0 w 32"/>
                <a:gd name="T11" fmla="*/ 15 h 53"/>
                <a:gd name="T12" fmla="*/ 18 w 32"/>
                <a:gd name="T13" fmla="*/ 0 h 53"/>
                <a:gd name="T14" fmla="*/ 28 w 32"/>
                <a:gd name="T15" fmla="*/ 1 h 53"/>
                <a:gd name="T16" fmla="*/ 27 w 32"/>
                <a:gd name="T17" fmla="*/ 8 h 53"/>
                <a:gd name="T18" fmla="*/ 18 w 32"/>
                <a:gd name="T19" fmla="*/ 6 h 53"/>
                <a:gd name="T20" fmla="*/ 7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3"/>
                    <a:pt x="0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9" y="47"/>
                    <a:pt x="12" y="47"/>
                  </a:cubicBezTo>
                  <a:cubicBezTo>
                    <a:pt x="19" y="47"/>
                    <a:pt x="24" y="45"/>
                    <a:pt x="24" y="38"/>
                  </a:cubicBezTo>
                  <a:cubicBezTo>
                    <a:pt x="24" y="27"/>
                    <a:pt x="0" y="31"/>
                    <a:pt x="0" y="15"/>
                  </a:cubicBezTo>
                  <a:cubicBezTo>
                    <a:pt x="0" y="6"/>
                    <a:pt x="7" y="0"/>
                    <a:pt x="18" y="0"/>
                  </a:cubicBezTo>
                  <a:cubicBezTo>
                    <a:pt x="22" y="0"/>
                    <a:pt x="25" y="1"/>
                    <a:pt x="28" y="1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4" y="7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2" y="21"/>
                    <a:pt x="32" y="37"/>
                  </a:cubicBezTo>
                  <a:cubicBezTo>
                    <a:pt x="32" y="47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2" name="Rectangle 69">
              <a:extLst>
                <a:ext uri="{FF2B5EF4-FFF2-40B4-BE49-F238E27FC236}">
                  <a16:creationId xmlns:a16="http://schemas.microsoft.com/office/drawing/2014/main" id="{15AD0158-68EA-40B6-8BDD-92867738960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48" y="1562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3" name="Freeform 70">
              <a:extLst>
                <a:ext uri="{FF2B5EF4-FFF2-40B4-BE49-F238E27FC236}">
                  <a16:creationId xmlns:a16="http://schemas.microsoft.com/office/drawing/2014/main" id="{E54FE512-F321-4F6E-85B4-9D8DD26B9BFE}"/>
                </a:ext>
              </a:extLst>
            </p:cNvPr>
            <p:cNvSpPr>
              <a:spLocks/>
            </p:cNvSpPr>
            <p:nvPr/>
          </p:nvSpPr>
          <p:spPr bwMode="gray">
            <a:xfrm>
              <a:off x="3121" y="1562"/>
              <a:ext cx="100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19 h 51"/>
                <a:gd name="T4" fmla="*/ 7 w 42"/>
                <a:gd name="T5" fmla="*/ 8 h 51"/>
                <a:gd name="T6" fmla="*/ 7 w 42"/>
                <a:gd name="T7" fmla="*/ 34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29 w 42"/>
                <a:gd name="T17" fmla="*/ 30 h 51"/>
                <a:gd name="T18" fmla="*/ 36 w 42"/>
                <a:gd name="T19" fmla="*/ 42 h 51"/>
                <a:gd name="T20" fmla="*/ 35 w 42"/>
                <a:gd name="T21" fmla="*/ 14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19"/>
                    <a:pt x="13" y="19"/>
                    <a:pt x="13" y="19"/>
                  </a:cubicBezTo>
                  <a:cubicBezTo>
                    <a:pt x="10" y="15"/>
                    <a:pt x="8" y="12"/>
                    <a:pt x="7" y="8"/>
                  </a:cubicBezTo>
                  <a:cubicBezTo>
                    <a:pt x="7" y="14"/>
                    <a:pt x="7" y="26"/>
                    <a:pt x="7" y="34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32" y="34"/>
                    <a:pt x="34" y="38"/>
                    <a:pt x="36" y="42"/>
                  </a:cubicBezTo>
                  <a:cubicBezTo>
                    <a:pt x="36" y="35"/>
                    <a:pt x="35" y="23"/>
                    <a:pt x="35" y="14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4" name="Freeform 71">
              <a:extLst>
                <a:ext uri="{FF2B5EF4-FFF2-40B4-BE49-F238E27FC236}">
                  <a16:creationId xmlns:a16="http://schemas.microsoft.com/office/drawing/2014/main" id="{AE5D0EFF-19A9-4CFC-95A1-4900D34D11E1}"/>
                </a:ext>
              </a:extLst>
            </p:cNvPr>
            <p:cNvSpPr>
              <a:spLocks/>
            </p:cNvSpPr>
            <p:nvPr/>
          </p:nvSpPr>
          <p:spPr bwMode="gray">
            <a:xfrm>
              <a:off x="3270" y="1559"/>
              <a:ext cx="102" cy="127"/>
            </a:xfrm>
            <a:custGeom>
              <a:avLst/>
              <a:gdLst>
                <a:gd name="T0" fmla="*/ 26 w 43"/>
                <a:gd name="T1" fmla="*/ 53 h 53"/>
                <a:gd name="T2" fmla="*/ 0 w 43"/>
                <a:gd name="T3" fmla="*/ 27 h 53"/>
                <a:gd name="T4" fmla="*/ 28 w 43"/>
                <a:gd name="T5" fmla="*/ 0 h 53"/>
                <a:gd name="T6" fmla="*/ 43 w 43"/>
                <a:gd name="T7" fmla="*/ 2 h 53"/>
                <a:gd name="T8" fmla="*/ 41 w 43"/>
                <a:gd name="T9" fmla="*/ 8 h 53"/>
                <a:gd name="T10" fmla="*/ 27 w 43"/>
                <a:gd name="T11" fmla="*/ 6 h 53"/>
                <a:gd name="T12" fmla="*/ 7 w 43"/>
                <a:gd name="T13" fmla="*/ 26 h 53"/>
                <a:gd name="T14" fmla="*/ 27 w 43"/>
                <a:gd name="T15" fmla="*/ 47 h 53"/>
                <a:gd name="T16" fmla="*/ 36 w 43"/>
                <a:gd name="T17" fmla="*/ 45 h 53"/>
                <a:gd name="T18" fmla="*/ 36 w 43"/>
                <a:gd name="T19" fmla="*/ 26 h 53"/>
                <a:gd name="T20" fmla="*/ 43 w 43"/>
                <a:gd name="T21" fmla="*/ 26 h 53"/>
                <a:gd name="T22" fmla="*/ 43 w 43"/>
                <a:gd name="T23" fmla="*/ 50 h 53"/>
                <a:gd name="T24" fmla="*/ 26 w 43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53">
                  <a:moveTo>
                    <a:pt x="26" y="53"/>
                  </a:moveTo>
                  <a:cubicBezTo>
                    <a:pt x="10" y="53"/>
                    <a:pt x="0" y="43"/>
                    <a:pt x="0" y="27"/>
                  </a:cubicBezTo>
                  <a:cubicBezTo>
                    <a:pt x="0" y="12"/>
                    <a:pt x="10" y="0"/>
                    <a:pt x="28" y="0"/>
                  </a:cubicBezTo>
                  <a:cubicBezTo>
                    <a:pt x="33" y="0"/>
                    <a:pt x="38" y="1"/>
                    <a:pt x="43" y="2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37" y="7"/>
                    <a:pt x="32" y="6"/>
                    <a:pt x="27" y="6"/>
                  </a:cubicBezTo>
                  <a:cubicBezTo>
                    <a:pt x="16" y="6"/>
                    <a:pt x="7" y="13"/>
                    <a:pt x="7" y="26"/>
                  </a:cubicBezTo>
                  <a:cubicBezTo>
                    <a:pt x="7" y="39"/>
                    <a:pt x="15" y="47"/>
                    <a:pt x="27" y="47"/>
                  </a:cubicBezTo>
                  <a:cubicBezTo>
                    <a:pt x="30" y="47"/>
                    <a:pt x="33" y="46"/>
                    <a:pt x="36" y="4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38" y="52"/>
                    <a:pt x="32" y="53"/>
                    <a:pt x="26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5" name="Freeform 72">
              <a:extLst>
                <a:ext uri="{FF2B5EF4-FFF2-40B4-BE49-F238E27FC236}">
                  <a16:creationId xmlns:a16="http://schemas.microsoft.com/office/drawing/2014/main" id="{D7C3BDB7-AB8C-4C21-A6F0-1107939BE3E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431" y="1559"/>
              <a:ext cx="81" cy="124"/>
            </a:xfrm>
            <a:custGeom>
              <a:avLst/>
              <a:gdLst>
                <a:gd name="T0" fmla="*/ 25 w 34"/>
                <a:gd name="T1" fmla="*/ 52 h 52"/>
                <a:gd name="T2" fmla="*/ 8 w 34"/>
                <a:gd name="T3" fmla="*/ 29 h 52"/>
                <a:gd name="T4" fmla="*/ 7 w 34"/>
                <a:gd name="T5" fmla="*/ 29 h 52"/>
                <a:gd name="T6" fmla="*/ 7 w 34"/>
                <a:gd name="T7" fmla="*/ 52 h 52"/>
                <a:gd name="T8" fmla="*/ 0 w 34"/>
                <a:gd name="T9" fmla="*/ 52 h 52"/>
                <a:gd name="T10" fmla="*/ 0 w 34"/>
                <a:gd name="T11" fmla="*/ 1 h 52"/>
                <a:gd name="T12" fmla="*/ 13 w 34"/>
                <a:gd name="T13" fmla="*/ 0 h 52"/>
                <a:gd name="T14" fmla="*/ 31 w 34"/>
                <a:gd name="T15" fmla="*/ 14 h 52"/>
                <a:gd name="T16" fmla="*/ 16 w 34"/>
                <a:gd name="T17" fmla="*/ 28 h 52"/>
                <a:gd name="T18" fmla="*/ 20 w 34"/>
                <a:gd name="T19" fmla="*/ 34 h 52"/>
                <a:gd name="T20" fmla="*/ 34 w 34"/>
                <a:gd name="T21" fmla="*/ 52 h 52"/>
                <a:gd name="T22" fmla="*/ 25 w 34"/>
                <a:gd name="T23" fmla="*/ 52 h 52"/>
                <a:gd name="T24" fmla="*/ 12 w 34"/>
                <a:gd name="T25" fmla="*/ 6 h 52"/>
                <a:gd name="T26" fmla="*/ 7 w 34"/>
                <a:gd name="T27" fmla="*/ 6 h 52"/>
                <a:gd name="T28" fmla="*/ 7 w 34"/>
                <a:gd name="T29" fmla="*/ 24 h 52"/>
                <a:gd name="T30" fmla="*/ 12 w 34"/>
                <a:gd name="T31" fmla="*/ 24 h 52"/>
                <a:gd name="T32" fmla="*/ 24 w 34"/>
                <a:gd name="T33" fmla="*/ 15 h 52"/>
                <a:gd name="T34" fmla="*/ 12 w 34"/>
                <a:gd name="T35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2">
                  <a:moveTo>
                    <a:pt x="25" y="52"/>
                  </a:moveTo>
                  <a:cubicBezTo>
                    <a:pt x="8" y="29"/>
                    <a:pt x="8" y="29"/>
                    <a:pt x="8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0"/>
                    <a:pt x="7" y="0"/>
                    <a:pt x="13" y="0"/>
                  </a:cubicBezTo>
                  <a:cubicBezTo>
                    <a:pt x="24" y="0"/>
                    <a:pt x="31" y="4"/>
                    <a:pt x="31" y="14"/>
                  </a:cubicBezTo>
                  <a:cubicBezTo>
                    <a:pt x="31" y="22"/>
                    <a:pt x="24" y="28"/>
                    <a:pt x="16" y="28"/>
                  </a:cubicBezTo>
                  <a:cubicBezTo>
                    <a:pt x="17" y="30"/>
                    <a:pt x="19" y="32"/>
                    <a:pt x="20" y="34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25" y="52"/>
                  </a:lnTo>
                  <a:close/>
                  <a:moveTo>
                    <a:pt x="12" y="6"/>
                  </a:moveTo>
                  <a:cubicBezTo>
                    <a:pt x="10" y="6"/>
                    <a:pt x="8" y="6"/>
                    <a:pt x="7" y="6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8" y="24"/>
                    <a:pt x="9" y="24"/>
                    <a:pt x="12" y="24"/>
                  </a:cubicBezTo>
                  <a:cubicBezTo>
                    <a:pt x="19" y="24"/>
                    <a:pt x="24" y="20"/>
                    <a:pt x="24" y="15"/>
                  </a:cubicBezTo>
                  <a:cubicBezTo>
                    <a:pt x="24" y="8"/>
                    <a:pt x="20" y="6"/>
                    <a:pt x="12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6" name="Freeform 73">
              <a:extLst>
                <a:ext uri="{FF2B5EF4-FFF2-40B4-BE49-F238E27FC236}">
                  <a16:creationId xmlns:a16="http://schemas.microsoft.com/office/drawing/2014/main" id="{99E4770C-A68E-4D50-85BD-0C48F739D4CA}"/>
                </a:ext>
              </a:extLst>
            </p:cNvPr>
            <p:cNvSpPr>
              <a:spLocks/>
            </p:cNvSpPr>
            <p:nvPr/>
          </p:nvSpPr>
          <p:spPr bwMode="gray">
            <a:xfrm>
              <a:off x="3557" y="1562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2 h 121"/>
                <a:gd name="T8" fmla="*/ 16 w 64"/>
                <a:gd name="T9" fmla="*/ 12 h 121"/>
                <a:gd name="T10" fmla="*/ 16 w 64"/>
                <a:gd name="T11" fmla="*/ 52 h 121"/>
                <a:gd name="T12" fmla="*/ 61 w 64"/>
                <a:gd name="T13" fmla="*/ 52 h 121"/>
                <a:gd name="T14" fmla="*/ 61 w 64"/>
                <a:gd name="T15" fmla="*/ 64 h 121"/>
                <a:gd name="T16" fmla="*/ 16 w 64"/>
                <a:gd name="T17" fmla="*/ 64 h 121"/>
                <a:gd name="T18" fmla="*/ 16 w 64"/>
                <a:gd name="T19" fmla="*/ 107 h 121"/>
                <a:gd name="T20" fmla="*/ 64 w 64"/>
                <a:gd name="T21" fmla="*/ 107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2"/>
                  </a:lnTo>
                  <a:lnTo>
                    <a:pt x="16" y="12"/>
                  </a:lnTo>
                  <a:lnTo>
                    <a:pt x="16" y="52"/>
                  </a:lnTo>
                  <a:lnTo>
                    <a:pt x="61" y="52"/>
                  </a:lnTo>
                  <a:lnTo>
                    <a:pt x="61" y="64"/>
                  </a:lnTo>
                  <a:lnTo>
                    <a:pt x="16" y="64"/>
                  </a:lnTo>
                  <a:lnTo>
                    <a:pt x="16" y="107"/>
                  </a:lnTo>
                  <a:lnTo>
                    <a:pt x="64" y="107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7" name="Freeform 74">
              <a:extLst>
                <a:ext uri="{FF2B5EF4-FFF2-40B4-BE49-F238E27FC236}">
                  <a16:creationId xmlns:a16="http://schemas.microsoft.com/office/drawing/2014/main" id="{A8C24177-FA2C-40D1-B46E-3EE292084D7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75" y="1559"/>
              <a:ext cx="102" cy="124"/>
            </a:xfrm>
            <a:custGeom>
              <a:avLst/>
              <a:gdLst>
                <a:gd name="T0" fmla="*/ 13 w 43"/>
                <a:gd name="T1" fmla="*/ 52 h 52"/>
                <a:gd name="T2" fmla="*/ 0 w 43"/>
                <a:gd name="T3" fmla="*/ 52 h 52"/>
                <a:gd name="T4" fmla="*/ 0 w 43"/>
                <a:gd name="T5" fmla="*/ 1 h 52"/>
                <a:gd name="T6" fmla="*/ 16 w 43"/>
                <a:gd name="T7" fmla="*/ 0 h 52"/>
                <a:gd name="T8" fmla="*/ 43 w 43"/>
                <a:gd name="T9" fmla="*/ 26 h 52"/>
                <a:gd name="T10" fmla="*/ 13 w 43"/>
                <a:gd name="T11" fmla="*/ 52 h 52"/>
                <a:gd name="T12" fmla="*/ 15 w 43"/>
                <a:gd name="T13" fmla="*/ 6 h 52"/>
                <a:gd name="T14" fmla="*/ 7 w 43"/>
                <a:gd name="T15" fmla="*/ 6 h 52"/>
                <a:gd name="T16" fmla="*/ 7 w 43"/>
                <a:gd name="T17" fmla="*/ 46 h 52"/>
                <a:gd name="T18" fmla="*/ 14 w 43"/>
                <a:gd name="T19" fmla="*/ 46 h 52"/>
                <a:gd name="T20" fmla="*/ 35 w 43"/>
                <a:gd name="T21" fmla="*/ 26 h 52"/>
                <a:gd name="T22" fmla="*/ 15 w 43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52">
                  <a:moveTo>
                    <a:pt x="13" y="52"/>
                  </a:moveTo>
                  <a:cubicBezTo>
                    <a:pt x="8" y="52"/>
                    <a:pt x="4" y="52"/>
                    <a:pt x="0" y="5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10" y="0"/>
                    <a:pt x="16" y="0"/>
                  </a:cubicBezTo>
                  <a:cubicBezTo>
                    <a:pt x="33" y="0"/>
                    <a:pt x="43" y="8"/>
                    <a:pt x="43" y="26"/>
                  </a:cubicBezTo>
                  <a:cubicBezTo>
                    <a:pt x="43" y="43"/>
                    <a:pt x="31" y="52"/>
                    <a:pt x="13" y="52"/>
                  </a:cubicBezTo>
                  <a:close/>
                  <a:moveTo>
                    <a:pt x="15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9" y="46"/>
                    <a:pt x="12" y="46"/>
                    <a:pt x="14" y="46"/>
                  </a:cubicBezTo>
                  <a:cubicBezTo>
                    <a:pt x="26" y="46"/>
                    <a:pt x="35" y="40"/>
                    <a:pt x="35" y="26"/>
                  </a:cubicBezTo>
                  <a:cubicBezTo>
                    <a:pt x="35" y="13"/>
                    <a:pt x="29" y="6"/>
                    <a:pt x="15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D49FB96C-0634-4EC3-8812-4D1C84AC0F5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24" y="1562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9" name="Freeform 76">
              <a:extLst>
                <a:ext uri="{FF2B5EF4-FFF2-40B4-BE49-F238E27FC236}">
                  <a16:creationId xmlns:a16="http://schemas.microsoft.com/office/drawing/2014/main" id="{9C6C0740-8272-4B74-AE46-F12536EB10A9}"/>
                </a:ext>
              </a:extLst>
            </p:cNvPr>
            <p:cNvSpPr>
              <a:spLocks/>
            </p:cNvSpPr>
            <p:nvPr/>
          </p:nvSpPr>
          <p:spPr bwMode="gray">
            <a:xfrm>
              <a:off x="3907" y="1562"/>
              <a:ext cx="66" cy="121"/>
            </a:xfrm>
            <a:custGeom>
              <a:avLst/>
              <a:gdLst>
                <a:gd name="T0" fmla="*/ 0 w 66"/>
                <a:gd name="T1" fmla="*/ 121 h 121"/>
                <a:gd name="T2" fmla="*/ 0 w 66"/>
                <a:gd name="T3" fmla="*/ 0 h 121"/>
                <a:gd name="T4" fmla="*/ 66 w 66"/>
                <a:gd name="T5" fmla="*/ 0 h 121"/>
                <a:gd name="T6" fmla="*/ 66 w 66"/>
                <a:gd name="T7" fmla="*/ 12 h 121"/>
                <a:gd name="T8" fmla="*/ 19 w 66"/>
                <a:gd name="T9" fmla="*/ 12 h 121"/>
                <a:gd name="T10" fmla="*/ 19 w 66"/>
                <a:gd name="T11" fmla="*/ 52 h 121"/>
                <a:gd name="T12" fmla="*/ 64 w 66"/>
                <a:gd name="T13" fmla="*/ 52 h 121"/>
                <a:gd name="T14" fmla="*/ 64 w 66"/>
                <a:gd name="T15" fmla="*/ 64 h 121"/>
                <a:gd name="T16" fmla="*/ 19 w 66"/>
                <a:gd name="T17" fmla="*/ 64 h 121"/>
                <a:gd name="T18" fmla="*/ 19 w 66"/>
                <a:gd name="T19" fmla="*/ 107 h 121"/>
                <a:gd name="T20" fmla="*/ 66 w 66"/>
                <a:gd name="T21" fmla="*/ 107 h 121"/>
                <a:gd name="T22" fmla="*/ 66 w 66"/>
                <a:gd name="T23" fmla="*/ 121 h 121"/>
                <a:gd name="T24" fmla="*/ 0 w 66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121">
                  <a:moveTo>
                    <a:pt x="0" y="121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2"/>
                  </a:lnTo>
                  <a:lnTo>
                    <a:pt x="19" y="12"/>
                  </a:lnTo>
                  <a:lnTo>
                    <a:pt x="19" y="52"/>
                  </a:lnTo>
                  <a:lnTo>
                    <a:pt x="64" y="52"/>
                  </a:lnTo>
                  <a:lnTo>
                    <a:pt x="64" y="64"/>
                  </a:lnTo>
                  <a:lnTo>
                    <a:pt x="19" y="64"/>
                  </a:lnTo>
                  <a:lnTo>
                    <a:pt x="19" y="107"/>
                  </a:lnTo>
                  <a:lnTo>
                    <a:pt x="66" y="107"/>
                  </a:lnTo>
                  <a:lnTo>
                    <a:pt x="66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0" name="Freeform 77">
              <a:extLst>
                <a:ext uri="{FF2B5EF4-FFF2-40B4-BE49-F238E27FC236}">
                  <a16:creationId xmlns:a16="http://schemas.microsoft.com/office/drawing/2014/main" id="{2798EF98-23C5-4B52-8B1F-D753EA5D3EC8}"/>
                </a:ext>
              </a:extLst>
            </p:cNvPr>
            <p:cNvSpPr>
              <a:spLocks/>
            </p:cNvSpPr>
            <p:nvPr/>
          </p:nvSpPr>
          <p:spPr bwMode="gray">
            <a:xfrm>
              <a:off x="4025" y="1562"/>
              <a:ext cx="99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19 h 51"/>
                <a:gd name="T4" fmla="*/ 7 w 42"/>
                <a:gd name="T5" fmla="*/ 8 h 51"/>
                <a:gd name="T6" fmla="*/ 7 w 42"/>
                <a:gd name="T7" fmla="*/ 34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30 w 42"/>
                <a:gd name="T17" fmla="*/ 30 h 51"/>
                <a:gd name="T18" fmla="*/ 36 w 42"/>
                <a:gd name="T19" fmla="*/ 42 h 51"/>
                <a:gd name="T20" fmla="*/ 35 w 42"/>
                <a:gd name="T21" fmla="*/ 14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19"/>
                    <a:pt x="13" y="19"/>
                    <a:pt x="13" y="19"/>
                  </a:cubicBezTo>
                  <a:cubicBezTo>
                    <a:pt x="10" y="15"/>
                    <a:pt x="9" y="12"/>
                    <a:pt x="7" y="8"/>
                  </a:cubicBezTo>
                  <a:cubicBezTo>
                    <a:pt x="7" y="14"/>
                    <a:pt x="7" y="26"/>
                    <a:pt x="7" y="34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2" y="34"/>
                    <a:pt x="34" y="38"/>
                    <a:pt x="36" y="42"/>
                  </a:cubicBezTo>
                  <a:cubicBezTo>
                    <a:pt x="36" y="35"/>
                    <a:pt x="35" y="23"/>
                    <a:pt x="35" y="14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1" name="Freeform 78">
              <a:extLst>
                <a:ext uri="{FF2B5EF4-FFF2-40B4-BE49-F238E27FC236}">
                  <a16:creationId xmlns:a16="http://schemas.microsoft.com/office/drawing/2014/main" id="{29522D5F-FFFB-4111-B744-F3129A52D462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2" y="1562"/>
              <a:ext cx="88" cy="121"/>
            </a:xfrm>
            <a:custGeom>
              <a:avLst/>
              <a:gdLst>
                <a:gd name="T0" fmla="*/ 52 w 88"/>
                <a:gd name="T1" fmla="*/ 12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2 h 121"/>
                <a:gd name="T8" fmla="*/ 0 w 88"/>
                <a:gd name="T9" fmla="*/ 12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2 h 121"/>
                <a:gd name="T16" fmla="*/ 52 w 88"/>
                <a:gd name="T17" fmla="*/ 1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2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2"/>
                  </a:lnTo>
                  <a:lnTo>
                    <a:pt x="52" y="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2" name="Freeform 79">
              <a:extLst>
                <a:ext uri="{FF2B5EF4-FFF2-40B4-BE49-F238E27FC236}">
                  <a16:creationId xmlns:a16="http://schemas.microsoft.com/office/drawing/2014/main" id="{A3B04DDE-0A1B-4BA2-AD33-3C408EF9226D}"/>
                </a:ext>
              </a:extLst>
            </p:cNvPr>
            <p:cNvSpPr>
              <a:spLocks/>
            </p:cNvSpPr>
            <p:nvPr/>
          </p:nvSpPr>
          <p:spPr bwMode="gray">
            <a:xfrm>
              <a:off x="4361" y="1559"/>
              <a:ext cx="73" cy="127"/>
            </a:xfrm>
            <a:custGeom>
              <a:avLst/>
              <a:gdLst>
                <a:gd name="T0" fmla="*/ 12 w 31"/>
                <a:gd name="T1" fmla="*/ 53 h 53"/>
                <a:gd name="T2" fmla="*/ 0 w 31"/>
                <a:gd name="T3" fmla="*/ 51 h 53"/>
                <a:gd name="T4" fmla="*/ 1 w 31"/>
                <a:gd name="T5" fmla="*/ 44 h 53"/>
                <a:gd name="T6" fmla="*/ 12 w 31"/>
                <a:gd name="T7" fmla="*/ 47 h 53"/>
                <a:gd name="T8" fmla="*/ 24 w 31"/>
                <a:gd name="T9" fmla="*/ 38 h 53"/>
                <a:gd name="T10" fmla="*/ 0 w 31"/>
                <a:gd name="T11" fmla="*/ 14 h 53"/>
                <a:gd name="T12" fmla="*/ 18 w 31"/>
                <a:gd name="T13" fmla="*/ 0 h 53"/>
                <a:gd name="T14" fmla="*/ 28 w 31"/>
                <a:gd name="T15" fmla="*/ 1 h 53"/>
                <a:gd name="T16" fmla="*/ 27 w 31"/>
                <a:gd name="T17" fmla="*/ 7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7" y="53"/>
                    <a:pt x="3" y="52"/>
                    <a:pt x="0" y="51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4" y="46"/>
                    <a:pt x="8" y="47"/>
                    <a:pt x="12" y="47"/>
                  </a:cubicBezTo>
                  <a:cubicBezTo>
                    <a:pt x="18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6" y="0"/>
                    <a:pt x="18" y="0"/>
                  </a:cubicBezTo>
                  <a:cubicBezTo>
                    <a:pt x="21" y="0"/>
                    <a:pt x="25" y="0"/>
                    <a:pt x="28" y="1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4" y="6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3" name="Freeform 80">
              <a:extLst>
                <a:ext uri="{FF2B5EF4-FFF2-40B4-BE49-F238E27FC236}">
                  <a16:creationId xmlns:a16="http://schemas.microsoft.com/office/drawing/2014/main" id="{894EC198-A007-4FC5-8A22-DBF4DFBA4B8B}"/>
                </a:ext>
              </a:extLst>
            </p:cNvPr>
            <p:cNvSpPr>
              <a:spLocks/>
            </p:cNvSpPr>
            <p:nvPr/>
          </p:nvSpPr>
          <p:spPr bwMode="gray">
            <a:xfrm>
              <a:off x="4470" y="1562"/>
              <a:ext cx="94" cy="121"/>
            </a:xfrm>
            <a:custGeom>
              <a:avLst/>
              <a:gdLst>
                <a:gd name="T0" fmla="*/ 23 w 40"/>
                <a:gd name="T1" fmla="*/ 32 h 51"/>
                <a:gd name="T2" fmla="*/ 23 w 40"/>
                <a:gd name="T3" fmla="*/ 51 h 51"/>
                <a:gd name="T4" fmla="*/ 16 w 40"/>
                <a:gd name="T5" fmla="*/ 51 h 51"/>
                <a:gd name="T6" fmla="*/ 16 w 40"/>
                <a:gd name="T7" fmla="*/ 32 h 51"/>
                <a:gd name="T8" fmla="*/ 0 w 40"/>
                <a:gd name="T9" fmla="*/ 0 h 51"/>
                <a:gd name="T10" fmla="*/ 8 w 40"/>
                <a:gd name="T11" fmla="*/ 0 h 51"/>
                <a:gd name="T12" fmla="*/ 16 w 40"/>
                <a:gd name="T13" fmla="*/ 17 h 51"/>
                <a:gd name="T14" fmla="*/ 20 w 40"/>
                <a:gd name="T15" fmla="*/ 26 h 51"/>
                <a:gd name="T16" fmla="*/ 20 w 40"/>
                <a:gd name="T17" fmla="*/ 26 h 51"/>
                <a:gd name="T18" fmla="*/ 25 w 40"/>
                <a:gd name="T19" fmla="*/ 16 h 51"/>
                <a:gd name="T20" fmla="*/ 33 w 40"/>
                <a:gd name="T21" fmla="*/ 0 h 51"/>
                <a:gd name="T22" fmla="*/ 40 w 40"/>
                <a:gd name="T23" fmla="*/ 0 h 51"/>
                <a:gd name="T24" fmla="*/ 23 w 40"/>
                <a:gd name="T25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51">
                  <a:moveTo>
                    <a:pt x="23" y="32"/>
                  </a:moveTo>
                  <a:cubicBezTo>
                    <a:pt x="23" y="51"/>
                    <a:pt x="23" y="51"/>
                    <a:pt x="23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20"/>
                    <a:pt x="19" y="23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1" y="23"/>
                    <a:pt x="23" y="19"/>
                    <a:pt x="25" y="16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23" y="3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4" name="Freeform 81">
              <a:extLst>
                <a:ext uri="{FF2B5EF4-FFF2-40B4-BE49-F238E27FC236}">
                  <a16:creationId xmlns:a16="http://schemas.microsoft.com/office/drawing/2014/main" id="{B5D33CDE-7E95-45AB-8DC9-416140B57FA2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8" y="1559"/>
              <a:ext cx="75" cy="127"/>
            </a:xfrm>
            <a:custGeom>
              <a:avLst/>
              <a:gdLst>
                <a:gd name="T0" fmla="*/ 12 w 32"/>
                <a:gd name="T1" fmla="*/ 53 h 53"/>
                <a:gd name="T2" fmla="*/ 1 w 32"/>
                <a:gd name="T3" fmla="*/ 51 h 53"/>
                <a:gd name="T4" fmla="*/ 2 w 32"/>
                <a:gd name="T5" fmla="*/ 44 h 53"/>
                <a:gd name="T6" fmla="*/ 13 w 32"/>
                <a:gd name="T7" fmla="*/ 47 h 53"/>
                <a:gd name="T8" fmla="*/ 24 w 32"/>
                <a:gd name="T9" fmla="*/ 38 h 53"/>
                <a:gd name="T10" fmla="*/ 0 w 32"/>
                <a:gd name="T11" fmla="*/ 14 h 53"/>
                <a:gd name="T12" fmla="*/ 19 w 32"/>
                <a:gd name="T13" fmla="*/ 0 h 53"/>
                <a:gd name="T14" fmla="*/ 28 w 32"/>
                <a:gd name="T15" fmla="*/ 1 h 53"/>
                <a:gd name="T16" fmla="*/ 28 w 32"/>
                <a:gd name="T17" fmla="*/ 7 h 53"/>
                <a:gd name="T18" fmla="*/ 19 w 32"/>
                <a:gd name="T19" fmla="*/ 6 h 53"/>
                <a:gd name="T20" fmla="*/ 8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2"/>
                    <a:pt x="1" y="51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6"/>
                    <a:pt x="9" y="47"/>
                    <a:pt x="13" y="47"/>
                  </a:cubicBezTo>
                  <a:cubicBezTo>
                    <a:pt x="19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7" y="0"/>
                    <a:pt x="19" y="0"/>
                  </a:cubicBezTo>
                  <a:cubicBezTo>
                    <a:pt x="22" y="0"/>
                    <a:pt x="25" y="0"/>
                    <a:pt x="28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5" y="6"/>
                    <a:pt x="22" y="6"/>
                    <a:pt x="19" y="6"/>
                  </a:cubicBezTo>
                  <a:cubicBezTo>
                    <a:pt x="11" y="6"/>
                    <a:pt x="8" y="9"/>
                    <a:pt x="8" y="14"/>
                  </a:cubicBezTo>
                  <a:cubicBezTo>
                    <a:pt x="8" y="25"/>
                    <a:pt x="32" y="21"/>
                    <a:pt x="32" y="37"/>
                  </a:cubicBezTo>
                  <a:cubicBezTo>
                    <a:pt x="32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5" name="Freeform 82">
              <a:extLst>
                <a:ext uri="{FF2B5EF4-FFF2-40B4-BE49-F238E27FC236}">
                  <a16:creationId xmlns:a16="http://schemas.microsoft.com/office/drawing/2014/main" id="{8E2A3350-30E8-407D-80B2-5C1C83C4A32B}"/>
                </a:ext>
              </a:extLst>
            </p:cNvPr>
            <p:cNvSpPr>
              <a:spLocks/>
            </p:cNvSpPr>
            <p:nvPr/>
          </p:nvSpPr>
          <p:spPr bwMode="gray">
            <a:xfrm>
              <a:off x="4704" y="1562"/>
              <a:ext cx="88" cy="121"/>
            </a:xfrm>
            <a:custGeom>
              <a:avLst/>
              <a:gdLst>
                <a:gd name="T0" fmla="*/ 52 w 88"/>
                <a:gd name="T1" fmla="*/ 12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2 h 121"/>
                <a:gd name="T8" fmla="*/ 0 w 88"/>
                <a:gd name="T9" fmla="*/ 12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2 h 121"/>
                <a:gd name="T16" fmla="*/ 52 w 88"/>
                <a:gd name="T17" fmla="*/ 1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2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2"/>
                  </a:lnTo>
                  <a:lnTo>
                    <a:pt x="52" y="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6" name="Freeform 83">
              <a:extLst>
                <a:ext uri="{FF2B5EF4-FFF2-40B4-BE49-F238E27FC236}">
                  <a16:creationId xmlns:a16="http://schemas.microsoft.com/office/drawing/2014/main" id="{FB792152-B4B2-4579-A3B2-15B1D1AE97B4}"/>
                </a:ext>
              </a:extLst>
            </p:cNvPr>
            <p:cNvSpPr>
              <a:spLocks/>
            </p:cNvSpPr>
            <p:nvPr/>
          </p:nvSpPr>
          <p:spPr bwMode="gray">
            <a:xfrm>
              <a:off x="4834" y="1562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2 h 121"/>
                <a:gd name="T8" fmla="*/ 17 w 64"/>
                <a:gd name="T9" fmla="*/ 12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4 h 121"/>
                <a:gd name="T16" fmla="*/ 17 w 64"/>
                <a:gd name="T17" fmla="*/ 64 h 121"/>
                <a:gd name="T18" fmla="*/ 17 w 64"/>
                <a:gd name="T19" fmla="*/ 107 h 121"/>
                <a:gd name="T20" fmla="*/ 64 w 64"/>
                <a:gd name="T21" fmla="*/ 107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2"/>
                  </a:lnTo>
                  <a:lnTo>
                    <a:pt x="17" y="12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4"/>
                  </a:lnTo>
                  <a:lnTo>
                    <a:pt x="17" y="64"/>
                  </a:lnTo>
                  <a:lnTo>
                    <a:pt x="17" y="107"/>
                  </a:lnTo>
                  <a:lnTo>
                    <a:pt x="64" y="107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7" name="Freeform 84">
              <a:extLst>
                <a:ext uri="{FF2B5EF4-FFF2-40B4-BE49-F238E27FC236}">
                  <a16:creationId xmlns:a16="http://schemas.microsoft.com/office/drawing/2014/main" id="{00AF0DA2-731B-405C-9BAB-4574D960875A}"/>
                </a:ext>
              </a:extLst>
            </p:cNvPr>
            <p:cNvSpPr>
              <a:spLocks/>
            </p:cNvSpPr>
            <p:nvPr/>
          </p:nvSpPr>
          <p:spPr bwMode="gray">
            <a:xfrm>
              <a:off x="4945" y="1562"/>
              <a:ext cx="149" cy="121"/>
            </a:xfrm>
            <a:custGeom>
              <a:avLst/>
              <a:gdLst>
                <a:gd name="T0" fmla="*/ 55 w 63"/>
                <a:gd name="T1" fmla="*/ 51 h 51"/>
                <a:gd name="T2" fmla="*/ 50 w 63"/>
                <a:gd name="T3" fmla="*/ 21 h 51"/>
                <a:gd name="T4" fmla="*/ 49 w 63"/>
                <a:gd name="T5" fmla="*/ 9 h 51"/>
                <a:gd name="T6" fmla="*/ 49 w 63"/>
                <a:gd name="T7" fmla="*/ 9 h 51"/>
                <a:gd name="T8" fmla="*/ 46 w 63"/>
                <a:gd name="T9" fmla="*/ 18 h 51"/>
                <a:gd name="T10" fmla="*/ 35 w 63"/>
                <a:gd name="T11" fmla="*/ 51 h 51"/>
                <a:gd name="T12" fmla="*/ 27 w 63"/>
                <a:gd name="T13" fmla="*/ 51 h 51"/>
                <a:gd name="T14" fmla="*/ 16 w 63"/>
                <a:gd name="T15" fmla="*/ 20 h 51"/>
                <a:gd name="T16" fmla="*/ 13 w 63"/>
                <a:gd name="T17" fmla="*/ 9 h 51"/>
                <a:gd name="T18" fmla="*/ 13 w 63"/>
                <a:gd name="T19" fmla="*/ 9 h 51"/>
                <a:gd name="T20" fmla="*/ 11 w 63"/>
                <a:gd name="T21" fmla="*/ 22 h 51"/>
                <a:gd name="T22" fmla="*/ 8 w 63"/>
                <a:gd name="T23" fmla="*/ 51 h 51"/>
                <a:gd name="T24" fmla="*/ 0 w 63"/>
                <a:gd name="T25" fmla="*/ 51 h 51"/>
                <a:gd name="T26" fmla="*/ 8 w 63"/>
                <a:gd name="T27" fmla="*/ 0 h 51"/>
                <a:gd name="T28" fmla="*/ 17 w 63"/>
                <a:gd name="T29" fmla="*/ 0 h 51"/>
                <a:gd name="T30" fmla="*/ 28 w 63"/>
                <a:gd name="T31" fmla="*/ 32 h 51"/>
                <a:gd name="T32" fmla="*/ 31 w 63"/>
                <a:gd name="T33" fmla="*/ 42 h 51"/>
                <a:gd name="T34" fmla="*/ 31 w 63"/>
                <a:gd name="T35" fmla="*/ 42 h 51"/>
                <a:gd name="T36" fmla="*/ 34 w 63"/>
                <a:gd name="T37" fmla="*/ 32 h 51"/>
                <a:gd name="T38" fmla="*/ 46 w 63"/>
                <a:gd name="T39" fmla="*/ 0 h 51"/>
                <a:gd name="T40" fmla="*/ 55 w 63"/>
                <a:gd name="T41" fmla="*/ 0 h 51"/>
                <a:gd name="T42" fmla="*/ 63 w 63"/>
                <a:gd name="T43" fmla="*/ 51 h 51"/>
                <a:gd name="T44" fmla="*/ 55 w 63"/>
                <a:gd name="T4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" h="51">
                  <a:moveTo>
                    <a:pt x="55" y="51"/>
                  </a:moveTo>
                  <a:cubicBezTo>
                    <a:pt x="50" y="21"/>
                    <a:pt x="50" y="21"/>
                    <a:pt x="50" y="21"/>
                  </a:cubicBezTo>
                  <a:cubicBezTo>
                    <a:pt x="50" y="16"/>
                    <a:pt x="49" y="12"/>
                    <a:pt x="49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8" y="11"/>
                    <a:pt x="47" y="14"/>
                    <a:pt x="46" y="1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16"/>
                    <a:pt x="14" y="12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13"/>
                    <a:pt x="12" y="17"/>
                    <a:pt x="11" y="2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9" y="35"/>
                    <a:pt x="30" y="38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39"/>
                    <a:pt x="33" y="36"/>
                    <a:pt x="34" y="32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3" y="51"/>
                    <a:pt x="63" y="51"/>
                    <a:pt x="63" y="51"/>
                  </a:cubicBezTo>
                  <a:lnTo>
                    <a:pt x="55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8" name="Freeform 85">
              <a:extLst>
                <a:ext uri="{FF2B5EF4-FFF2-40B4-BE49-F238E27FC236}">
                  <a16:creationId xmlns:a16="http://schemas.microsoft.com/office/drawing/2014/main" id="{0264E987-EC5A-4008-8325-817D5B95455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39" y="1559"/>
              <a:ext cx="76" cy="127"/>
            </a:xfrm>
            <a:custGeom>
              <a:avLst/>
              <a:gdLst>
                <a:gd name="T0" fmla="*/ 12 w 32"/>
                <a:gd name="T1" fmla="*/ 53 h 53"/>
                <a:gd name="T2" fmla="*/ 1 w 32"/>
                <a:gd name="T3" fmla="*/ 51 h 53"/>
                <a:gd name="T4" fmla="*/ 1 w 32"/>
                <a:gd name="T5" fmla="*/ 44 h 53"/>
                <a:gd name="T6" fmla="*/ 13 w 32"/>
                <a:gd name="T7" fmla="*/ 47 h 53"/>
                <a:gd name="T8" fmla="*/ 24 w 32"/>
                <a:gd name="T9" fmla="*/ 38 h 53"/>
                <a:gd name="T10" fmla="*/ 0 w 32"/>
                <a:gd name="T11" fmla="*/ 14 h 53"/>
                <a:gd name="T12" fmla="*/ 19 w 32"/>
                <a:gd name="T13" fmla="*/ 0 h 53"/>
                <a:gd name="T14" fmla="*/ 28 w 32"/>
                <a:gd name="T15" fmla="*/ 1 h 53"/>
                <a:gd name="T16" fmla="*/ 27 w 32"/>
                <a:gd name="T17" fmla="*/ 7 h 53"/>
                <a:gd name="T18" fmla="*/ 18 w 32"/>
                <a:gd name="T19" fmla="*/ 6 h 53"/>
                <a:gd name="T20" fmla="*/ 8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2"/>
                    <a:pt x="1" y="51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5" y="46"/>
                    <a:pt x="9" y="47"/>
                    <a:pt x="13" y="47"/>
                  </a:cubicBezTo>
                  <a:cubicBezTo>
                    <a:pt x="19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7" y="0"/>
                    <a:pt x="19" y="0"/>
                  </a:cubicBezTo>
                  <a:cubicBezTo>
                    <a:pt x="22" y="0"/>
                    <a:pt x="25" y="0"/>
                    <a:pt x="28" y="1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4" y="6"/>
                    <a:pt x="21" y="6"/>
                    <a:pt x="18" y="6"/>
                  </a:cubicBezTo>
                  <a:cubicBezTo>
                    <a:pt x="11" y="6"/>
                    <a:pt x="8" y="9"/>
                    <a:pt x="8" y="14"/>
                  </a:cubicBezTo>
                  <a:cubicBezTo>
                    <a:pt x="8" y="25"/>
                    <a:pt x="32" y="21"/>
                    <a:pt x="32" y="37"/>
                  </a:cubicBezTo>
                  <a:cubicBezTo>
                    <a:pt x="32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9" name="Rectangle 86">
              <a:extLst>
                <a:ext uri="{FF2B5EF4-FFF2-40B4-BE49-F238E27FC236}">
                  <a16:creationId xmlns:a16="http://schemas.microsoft.com/office/drawing/2014/main" id="{F514C47A-D5F4-43E3-9E2B-DB3EA500A5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48" y="1793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0" name="Freeform 87">
              <a:extLst>
                <a:ext uri="{FF2B5EF4-FFF2-40B4-BE49-F238E27FC236}">
                  <a16:creationId xmlns:a16="http://schemas.microsoft.com/office/drawing/2014/main" id="{F838FCE5-C4CB-4E8B-90FB-1D0206ABA450}"/>
                </a:ext>
              </a:extLst>
            </p:cNvPr>
            <p:cNvSpPr>
              <a:spLocks/>
            </p:cNvSpPr>
            <p:nvPr/>
          </p:nvSpPr>
          <p:spPr bwMode="gray">
            <a:xfrm>
              <a:off x="3112" y="1793"/>
              <a:ext cx="97" cy="121"/>
            </a:xfrm>
            <a:custGeom>
              <a:avLst/>
              <a:gdLst>
                <a:gd name="T0" fmla="*/ 32 w 41"/>
                <a:gd name="T1" fmla="*/ 51 h 51"/>
                <a:gd name="T2" fmla="*/ 12 w 41"/>
                <a:gd name="T3" fmla="*/ 20 h 51"/>
                <a:gd name="T4" fmla="*/ 7 w 41"/>
                <a:gd name="T5" fmla="*/ 9 h 51"/>
                <a:gd name="T6" fmla="*/ 7 w 41"/>
                <a:gd name="T7" fmla="*/ 35 h 51"/>
                <a:gd name="T8" fmla="*/ 7 w 41"/>
                <a:gd name="T9" fmla="*/ 51 h 51"/>
                <a:gd name="T10" fmla="*/ 0 w 41"/>
                <a:gd name="T11" fmla="*/ 51 h 51"/>
                <a:gd name="T12" fmla="*/ 0 w 41"/>
                <a:gd name="T13" fmla="*/ 0 h 51"/>
                <a:gd name="T14" fmla="*/ 9 w 41"/>
                <a:gd name="T15" fmla="*/ 0 h 51"/>
                <a:gd name="T16" fmla="*/ 29 w 41"/>
                <a:gd name="T17" fmla="*/ 31 h 51"/>
                <a:gd name="T18" fmla="*/ 35 w 41"/>
                <a:gd name="T19" fmla="*/ 42 h 51"/>
                <a:gd name="T20" fmla="*/ 34 w 41"/>
                <a:gd name="T21" fmla="*/ 15 h 51"/>
                <a:gd name="T22" fmla="*/ 34 w 41"/>
                <a:gd name="T23" fmla="*/ 0 h 51"/>
                <a:gd name="T24" fmla="*/ 41 w 41"/>
                <a:gd name="T25" fmla="*/ 0 h 51"/>
                <a:gd name="T26" fmla="*/ 41 w 41"/>
                <a:gd name="T27" fmla="*/ 51 h 51"/>
                <a:gd name="T28" fmla="*/ 32 w 41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9"/>
                    <a:pt x="35" y="42"/>
                  </a:cubicBezTo>
                  <a:cubicBezTo>
                    <a:pt x="35" y="36"/>
                    <a:pt x="34" y="23"/>
                    <a:pt x="34" y="15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1"/>
                    <a:pt x="41" y="51"/>
                    <a:pt x="41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1" name="Freeform 88">
              <a:extLst>
                <a:ext uri="{FF2B5EF4-FFF2-40B4-BE49-F238E27FC236}">
                  <a16:creationId xmlns:a16="http://schemas.microsoft.com/office/drawing/2014/main" id="{53679EB5-8599-4372-9C8D-BC8D7FC423EC}"/>
                </a:ext>
              </a:extLst>
            </p:cNvPr>
            <p:cNvSpPr>
              <a:spLocks/>
            </p:cNvSpPr>
            <p:nvPr/>
          </p:nvSpPr>
          <p:spPr bwMode="gray">
            <a:xfrm>
              <a:off x="3237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2" name="Freeform 89">
              <a:extLst>
                <a:ext uri="{FF2B5EF4-FFF2-40B4-BE49-F238E27FC236}">
                  <a16:creationId xmlns:a16="http://schemas.microsoft.com/office/drawing/2014/main" id="{0D407D28-B5AA-4DEA-ACE7-F8AFC8E79C94}"/>
                </a:ext>
              </a:extLst>
            </p:cNvPr>
            <p:cNvSpPr>
              <a:spLocks/>
            </p:cNvSpPr>
            <p:nvPr/>
          </p:nvSpPr>
          <p:spPr bwMode="gray">
            <a:xfrm>
              <a:off x="3353" y="1793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3" name="Freeform 90">
              <a:extLst>
                <a:ext uri="{FF2B5EF4-FFF2-40B4-BE49-F238E27FC236}">
                  <a16:creationId xmlns:a16="http://schemas.microsoft.com/office/drawing/2014/main" id="{BD9A6BAC-A98B-494F-897F-ABF6F9142792}"/>
                </a:ext>
              </a:extLst>
            </p:cNvPr>
            <p:cNvSpPr>
              <a:spLocks/>
            </p:cNvSpPr>
            <p:nvPr/>
          </p:nvSpPr>
          <p:spPr bwMode="gray">
            <a:xfrm>
              <a:off x="3445" y="1790"/>
              <a:ext cx="100" cy="126"/>
            </a:xfrm>
            <a:custGeom>
              <a:avLst/>
              <a:gdLst>
                <a:gd name="T0" fmla="*/ 25 w 42"/>
                <a:gd name="T1" fmla="*/ 53 h 53"/>
                <a:gd name="T2" fmla="*/ 0 w 42"/>
                <a:gd name="T3" fmla="*/ 28 h 53"/>
                <a:gd name="T4" fmla="*/ 27 w 42"/>
                <a:gd name="T5" fmla="*/ 0 h 53"/>
                <a:gd name="T6" fmla="*/ 42 w 42"/>
                <a:gd name="T7" fmla="*/ 3 h 53"/>
                <a:gd name="T8" fmla="*/ 40 w 42"/>
                <a:gd name="T9" fmla="*/ 9 h 53"/>
                <a:gd name="T10" fmla="*/ 27 w 42"/>
                <a:gd name="T11" fmla="*/ 6 h 53"/>
                <a:gd name="T12" fmla="*/ 7 w 42"/>
                <a:gd name="T13" fmla="*/ 27 h 53"/>
                <a:gd name="T14" fmla="*/ 26 w 42"/>
                <a:gd name="T15" fmla="*/ 47 h 53"/>
                <a:gd name="T16" fmla="*/ 35 w 42"/>
                <a:gd name="T17" fmla="*/ 46 h 53"/>
                <a:gd name="T18" fmla="*/ 35 w 42"/>
                <a:gd name="T19" fmla="*/ 26 h 53"/>
                <a:gd name="T20" fmla="*/ 42 w 42"/>
                <a:gd name="T21" fmla="*/ 26 h 53"/>
                <a:gd name="T22" fmla="*/ 42 w 42"/>
                <a:gd name="T23" fmla="*/ 50 h 53"/>
                <a:gd name="T24" fmla="*/ 25 w 4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53">
                  <a:moveTo>
                    <a:pt x="25" y="53"/>
                  </a:moveTo>
                  <a:cubicBezTo>
                    <a:pt x="10" y="53"/>
                    <a:pt x="0" y="44"/>
                    <a:pt x="0" y="28"/>
                  </a:cubicBezTo>
                  <a:cubicBezTo>
                    <a:pt x="0" y="12"/>
                    <a:pt x="10" y="0"/>
                    <a:pt x="27" y="0"/>
                  </a:cubicBezTo>
                  <a:cubicBezTo>
                    <a:pt x="32" y="0"/>
                    <a:pt x="37" y="1"/>
                    <a:pt x="42" y="3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6" y="7"/>
                    <a:pt x="31" y="6"/>
                    <a:pt x="27" y="6"/>
                  </a:cubicBezTo>
                  <a:cubicBezTo>
                    <a:pt x="16" y="6"/>
                    <a:pt x="7" y="13"/>
                    <a:pt x="7" y="27"/>
                  </a:cubicBezTo>
                  <a:cubicBezTo>
                    <a:pt x="7" y="40"/>
                    <a:pt x="15" y="47"/>
                    <a:pt x="26" y="47"/>
                  </a:cubicBezTo>
                  <a:cubicBezTo>
                    <a:pt x="30" y="47"/>
                    <a:pt x="33" y="46"/>
                    <a:pt x="35" y="4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52"/>
                    <a:pt x="31" y="53"/>
                    <a:pt x="25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4" name="Freeform 91">
              <a:extLst>
                <a:ext uri="{FF2B5EF4-FFF2-40B4-BE49-F238E27FC236}">
                  <a16:creationId xmlns:a16="http://schemas.microsoft.com/office/drawing/2014/main" id="{B08FD74D-337E-4FF8-B70C-114F0AB67CD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590" y="1793"/>
              <a:ext cx="80" cy="121"/>
            </a:xfrm>
            <a:custGeom>
              <a:avLst/>
              <a:gdLst>
                <a:gd name="T0" fmla="*/ 25 w 34"/>
                <a:gd name="T1" fmla="*/ 51 h 51"/>
                <a:gd name="T2" fmla="*/ 8 w 34"/>
                <a:gd name="T3" fmla="*/ 28 h 51"/>
                <a:gd name="T4" fmla="*/ 7 w 34"/>
                <a:gd name="T5" fmla="*/ 28 h 51"/>
                <a:gd name="T6" fmla="*/ 7 w 34"/>
                <a:gd name="T7" fmla="*/ 51 h 51"/>
                <a:gd name="T8" fmla="*/ 0 w 34"/>
                <a:gd name="T9" fmla="*/ 51 h 51"/>
                <a:gd name="T10" fmla="*/ 0 w 34"/>
                <a:gd name="T11" fmla="*/ 0 h 51"/>
                <a:gd name="T12" fmla="*/ 13 w 34"/>
                <a:gd name="T13" fmla="*/ 0 h 51"/>
                <a:gd name="T14" fmla="*/ 31 w 34"/>
                <a:gd name="T15" fmla="*/ 13 h 51"/>
                <a:gd name="T16" fmla="*/ 16 w 34"/>
                <a:gd name="T17" fmla="*/ 28 h 51"/>
                <a:gd name="T18" fmla="*/ 20 w 34"/>
                <a:gd name="T19" fmla="*/ 33 h 51"/>
                <a:gd name="T20" fmla="*/ 34 w 34"/>
                <a:gd name="T21" fmla="*/ 51 h 51"/>
                <a:gd name="T22" fmla="*/ 25 w 34"/>
                <a:gd name="T23" fmla="*/ 51 h 51"/>
                <a:gd name="T24" fmla="*/ 12 w 34"/>
                <a:gd name="T25" fmla="*/ 6 h 51"/>
                <a:gd name="T26" fmla="*/ 7 w 34"/>
                <a:gd name="T27" fmla="*/ 6 h 51"/>
                <a:gd name="T28" fmla="*/ 7 w 34"/>
                <a:gd name="T29" fmla="*/ 23 h 51"/>
                <a:gd name="T30" fmla="*/ 12 w 34"/>
                <a:gd name="T31" fmla="*/ 23 h 51"/>
                <a:gd name="T32" fmla="*/ 23 w 34"/>
                <a:gd name="T33" fmla="*/ 14 h 51"/>
                <a:gd name="T34" fmla="*/ 12 w 34"/>
                <a:gd name="T35" fmla="*/ 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1">
                  <a:moveTo>
                    <a:pt x="25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3" y="0"/>
                  </a:cubicBezTo>
                  <a:cubicBezTo>
                    <a:pt x="23" y="0"/>
                    <a:pt x="31" y="3"/>
                    <a:pt x="31" y="13"/>
                  </a:cubicBezTo>
                  <a:cubicBezTo>
                    <a:pt x="31" y="22"/>
                    <a:pt x="24" y="27"/>
                    <a:pt x="16" y="28"/>
                  </a:cubicBezTo>
                  <a:cubicBezTo>
                    <a:pt x="17" y="29"/>
                    <a:pt x="19" y="31"/>
                    <a:pt x="20" y="33"/>
                  </a:cubicBezTo>
                  <a:cubicBezTo>
                    <a:pt x="34" y="51"/>
                    <a:pt x="34" y="51"/>
                    <a:pt x="34" y="51"/>
                  </a:cubicBezTo>
                  <a:lnTo>
                    <a:pt x="25" y="51"/>
                  </a:lnTo>
                  <a:close/>
                  <a:moveTo>
                    <a:pt x="12" y="6"/>
                  </a:moveTo>
                  <a:cubicBezTo>
                    <a:pt x="10" y="6"/>
                    <a:pt x="9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3"/>
                    <a:pt x="10" y="23"/>
                    <a:pt x="12" y="23"/>
                  </a:cubicBezTo>
                  <a:cubicBezTo>
                    <a:pt x="19" y="23"/>
                    <a:pt x="23" y="20"/>
                    <a:pt x="23" y="14"/>
                  </a:cubicBezTo>
                  <a:cubicBezTo>
                    <a:pt x="23" y="8"/>
                    <a:pt x="19" y="6"/>
                    <a:pt x="12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5" name="Freeform 92">
              <a:extLst>
                <a:ext uri="{FF2B5EF4-FFF2-40B4-BE49-F238E27FC236}">
                  <a16:creationId xmlns:a16="http://schemas.microsoft.com/office/drawing/2014/main" id="{C8878918-47E6-4C9C-88CC-0AF0FC63352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89" y="1793"/>
              <a:ext cx="107" cy="121"/>
            </a:xfrm>
            <a:custGeom>
              <a:avLst/>
              <a:gdLst>
                <a:gd name="T0" fmla="*/ 37 w 45"/>
                <a:gd name="T1" fmla="*/ 51 h 51"/>
                <a:gd name="T2" fmla="*/ 33 w 45"/>
                <a:gd name="T3" fmla="*/ 39 h 51"/>
                <a:gd name="T4" fmla="*/ 11 w 45"/>
                <a:gd name="T5" fmla="*/ 39 h 51"/>
                <a:gd name="T6" fmla="*/ 7 w 45"/>
                <a:gd name="T7" fmla="*/ 51 h 51"/>
                <a:gd name="T8" fmla="*/ 0 w 45"/>
                <a:gd name="T9" fmla="*/ 51 h 51"/>
                <a:gd name="T10" fmla="*/ 19 w 45"/>
                <a:gd name="T11" fmla="*/ 0 h 51"/>
                <a:gd name="T12" fmla="*/ 26 w 45"/>
                <a:gd name="T13" fmla="*/ 0 h 51"/>
                <a:gd name="T14" fmla="*/ 45 w 45"/>
                <a:gd name="T15" fmla="*/ 51 h 51"/>
                <a:gd name="T16" fmla="*/ 37 w 45"/>
                <a:gd name="T17" fmla="*/ 51 h 51"/>
                <a:gd name="T18" fmla="*/ 25 w 45"/>
                <a:gd name="T19" fmla="*/ 15 h 51"/>
                <a:gd name="T20" fmla="*/ 22 w 45"/>
                <a:gd name="T21" fmla="*/ 8 h 51"/>
                <a:gd name="T22" fmla="*/ 22 w 45"/>
                <a:gd name="T23" fmla="*/ 8 h 51"/>
                <a:gd name="T24" fmla="*/ 20 w 45"/>
                <a:gd name="T25" fmla="*/ 15 h 51"/>
                <a:gd name="T26" fmla="*/ 13 w 45"/>
                <a:gd name="T27" fmla="*/ 34 h 51"/>
                <a:gd name="T28" fmla="*/ 31 w 45"/>
                <a:gd name="T29" fmla="*/ 34 h 51"/>
                <a:gd name="T30" fmla="*/ 25 w 45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" h="51">
                  <a:moveTo>
                    <a:pt x="37" y="51"/>
                  </a:moveTo>
                  <a:cubicBezTo>
                    <a:pt x="33" y="39"/>
                    <a:pt x="33" y="39"/>
                    <a:pt x="33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45" y="51"/>
                    <a:pt x="45" y="51"/>
                    <a:pt x="45" y="51"/>
                  </a:cubicBezTo>
                  <a:lnTo>
                    <a:pt x="37" y="51"/>
                  </a:lnTo>
                  <a:close/>
                  <a:moveTo>
                    <a:pt x="25" y="15"/>
                  </a:moveTo>
                  <a:cubicBezTo>
                    <a:pt x="24" y="12"/>
                    <a:pt x="23" y="10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10"/>
                    <a:pt x="21" y="12"/>
                    <a:pt x="20" y="15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31" y="34"/>
                    <a:pt x="31" y="34"/>
                    <a:pt x="31" y="34"/>
                  </a:cubicBezTo>
                  <a:lnTo>
                    <a:pt x="25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6" name="Freeform 93">
              <a:extLst>
                <a:ext uri="{FF2B5EF4-FFF2-40B4-BE49-F238E27FC236}">
                  <a16:creationId xmlns:a16="http://schemas.microsoft.com/office/drawing/2014/main" id="{8C5AE619-7A4F-4287-9B67-0049C989388A}"/>
                </a:ext>
              </a:extLst>
            </p:cNvPr>
            <p:cNvSpPr>
              <a:spLocks/>
            </p:cNvSpPr>
            <p:nvPr/>
          </p:nvSpPr>
          <p:spPr bwMode="gray">
            <a:xfrm>
              <a:off x="3800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7" name="Freeform 94">
              <a:extLst>
                <a:ext uri="{FF2B5EF4-FFF2-40B4-BE49-F238E27FC236}">
                  <a16:creationId xmlns:a16="http://schemas.microsoft.com/office/drawing/2014/main" id="{A95175D4-C73A-4F99-8DB4-95F393E2D12E}"/>
                </a:ext>
              </a:extLst>
            </p:cNvPr>
            <p:cNvSpPr>
              <a:spLocks/>
            </p:cNvSpPr>
            <p:nvPr/>
          </p:nvSpPr>
          <p:spPr bwMode="gray">
            <a:xfrm>
              <a:off x="3919" y="1793"/>
              <a:ext cx="61" cy="121"/>
            </a:xfrm>
            <a:custGeom>
              <a:avLst/>
              <a:gdLst>
                <a:gd name="T0" fmla="*/ 0 w 61"/>
                <a:gd name="T1" fmla="*/ 121 h 121"/>
                <a:gd name="T2" fmla="*/ 0 w 61"/>
                <a:gd name="T3" fmla="*/ 0 h 121"/>
                <a:gd name="T4" fmla="*/ 61 w 61"/>
                <a:gd name="T5" fmla="*/ 0 h 121"/>
                <a:gd name="T6" fmla="*/ 61 w 61"/>
                <a:gd name="T7" fmla="*/ 14 h 121"/>
                <a:gd name="T8" fmla="*/ 16 w 61"/>
                <a:gd name="T9" fmla="*/ 14 h 121"/>
                <a:gd name="T10" fmla="*/ 16 w 61"/>
                <a:gd name="T11" fmla="*/ 52 h 121"/>
                <a:gd name="T12" fmla="*/ 59 w 61"/>
                <a:gd name="T13" fmla="*/ 52 h 121"/>
                <a:gd name="T14" fmla="*/ 59 w 61"/>
                <a:gd name="T15" fmla="*/ 66 h 121"/>
                <a:gd name="T16" fmla="*/ 16 w 61"/>
                <a:gd name="T17" fmla="*/ 66 h 121"/>
                <a:gd name="T18" fmla="*/ 16 w 61"/>
                <a:gd name="T19" fmla="*/ 109 h 121"/>
                <a:gd name="T20" fmla="*/ 61 w 61"/>
                <a:gd name="T21" fmla="*/ 109 h 121"/>
                <a:gd name="T22" fmla="*/ 61 w 61"/>
                <a:gd name="T23" fmla="*/ 121 h 121"/>
                <a:gd name="T24" fmla="*/ 0 w 61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121">
                  <a:moveTo>
                    <a:pt x="0" y="121"/>
                  </a:moveTo>
                  <a:lnTo>
                    <a:pt x="0" y="0"/>
                  </a:lnTo>
                  <a:lnTo>
                    <a:pt x="61" y="0"/>
                  </a:lnTo>
                  <a:lnTo>
                    <a:pt x="61" y="14"/>
                  </a:lnTo>
                  <a:lnTo>
                    <a:pt x="16" y="14"/>
                  </a:lnTo>
                  <a:lnTo>
                    <a:pt x="16" y="52"/>
                  </a:lnTo>
                  <a:lnTo>
                    <a:pt x="59" y="52"/>
                  </a:lnTo>
                  <a:lnTo>
                    <a:pt x="59" y="66"/>
                  </a:lnTo>
                  <a:lnTo>
                    <a:pt x="16" y="66"/>
                  </a:lnTo>
                  <a:lnTo>
                    <a:pt x="16" y="109"/>
                  </a:lnTo>
                  <a:lnTo>
                    <a:pt x="61" y="109"/>
                  </a:lnTo>
                  <a:lnTo>
                    <a:pt x="61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8" name="Freeform 95">
              <a:extLst>
                <a:ext uri="{FF2B5EF4-FFF2-40B4-BE49-F238E27FC236}">
                  <a16:creationId xmlns:a16="http://schemas.microsoft.com/office/drawing/2014/main" id="{FF1CB86F-A378-49D4-9B8D-99C9A6FD5B1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023" y="1793"/>
              <a:ext cx="97" cy="123"/>
            </a:xfrm>
            <a:custGeom>
              <a:avLst/>
              <a:gdLst>
                <a:gd name="T0" fmla="*/ 13 w 41"/>
                <a:gd name="T1" fmla="*/ 52 h 52"/>
                <a:gd name="T2" fmla="*/ 0 w 41"/>
                <a:gd name="T3" fmla="*/ 51 h 52"/>
                <a:gd name="T4" fmla="*/ 0 w 41"/>
                <a:gd name="T5" fmla="*/ 0 h 52"/>
                <a:gd name="T6" fmla="*/ 15 w 41"/>
                <a:gd name="T7" fmla="*/ 0 h 52"/>
                <a:gd name="T8" fmla="*/ 41 w 41"/>
                <a:gd name="T9" fmla="*/ 25 h 52"/>
                <a:gd name="T10" fmla="*/ 13 w 41"/>
                <a:gd name="T11" fmla="*/ 52 h 52"/>
                <a:gd name="T12" fmla="*/ 14 w 41"/>
                <a:gd name="T13" fmla="*/ 6 h 52"/>
                <a:gd name="T14" fmla="*/ 7 w 41"/>
                <a:gd name="T15" fmla="*/ 6 h 52"/>
                <a:gd name="T16" fmla="*/ 7 w 41"/>
                <a:gd name="T17" fmla="*/ 45 h 52"/>
                <a:gd name="T18" fmla="*/ 14 w 41"/>
                <a:gd name="T19" fmla="*/ 46 h 52"/>
                <a:gd name="T20" fmla="*/ 34 w 41"/>
                <a:gd name="T21" fmla="*/ 26 h 52"/>
                <a:gd name="T22" fmla="*/ 14 w 41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" h="52">
                  <a:moveTo>
                    <a:pt x="13" y="52"/>
                  </a:moveTo>
                  <a:cubicBezTo>
                    <a:pt x="8" y="52"/>
                    <a:pt x="4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10" y="0"/>
                    <a:pt x="15" y="0"/>
                  </a:cubicBezTo>
                  <a:cubicBezTo>
                    <a:pt x="32" y="0"/>
                    <a:pt x="41" y="8"/>
                    <a:pt x="41" y="25"/>
                  </a:cubicBezTo>
                  <a:cubicBezTo>
                    <a:pt x="41" y="43"/>
                    <a:pt x="30" y="52"/>
                    <a:pt x="13" y="52"/>
                  </a:cubicBezTo>
                  <a:close/>
                  <a:moveTo>
                    <a:pt x="14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9" y="46"/>
                    <a:pt x="11" y="46"/>
                    <a:pt x="14" y="46"/>
                  </a:cubicBezTo>
                  <a:cubicBezTo>
                    <a:pt x="26" y="46"/>
                    <a:pt x="34" y="40"/>
                    <a:pt x="34" y="26"/>
                  </a:cubicBezTo>
                  <a:cubicBezTo>
                    <a:pt x="34" y="13"/>
                    <a:pt x="28" y="6"/>
                    <a:pt x="14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9" name="Freeform 96">
              <a:extLst>
                <a:ext uri="{FF2B5EF4-FFF2-40B4-BE49-F238E27FC236}">
                  <a16:creationId xmlns:a16="http://schemas.microsoft.com/office/drawing/2014/main" id="{4A46EE2E-FA66-4A63-92BC-4FC7E3D182BF}"/>
                </a:ext>
              </a:extLst>
            </p:cNvPr>
            <p:cNvSpPr>
              <a:spLocks/>
            </p:cNvSpPr>
            <p:nvPr/>
          </p:nvSpPr>
          <p:spPr bwMode="gray">
            <a:xfrm>
              <a:off x="4217" y="1790"/>
              <a:ext cx="73" cy="126"/>
            </a:xfrm>
            <a:custGeom>
              <a:avLst/>
              <a:gdLst>
                <a:gd name="T0" fmla="*/ 12 w 31"/>
                <a:gd name="T1" fmla="*/ 53 h 53"/>
                <a:gd name="T2" fmla="*/ 0 w 31"/>
                <a:gd name="T3" fmla="*/ 52 h 53"/>
                <a:gd name="T4" fmla="*/ 1 w 31"/>
                <a:gd name="T5" fmla="*/ 45 h 53"/>
                <a:gd name="T6" fmla="*/ 12 w 31"/>
                <a:gd name="T7" fmla="*/ 47 h 53"/>
                <a:gd name="T8" fmla="*/ 23 w 31"/>
                <a:gd name="T9" fmla="*/ 38 h 53"/>
                <a:gd name="T10" fmla="*/ 0 w 31"/>
                <a:gd name="T11" fmla="*/ 15 h 53"/>
                <a:gd name="T12" fmla="*/ 18 w 31"/>
                <a:gd name="T13" fmla="*/ 0 h 53"/>
                <a:gd name="T14" fmla="*/ 27 w 31"/>
                <a:gd name="T15" fmla="*/ 1 h 53"/>
                <a:gd name="T16" fmla="*/ 26 w 31"/>
                <a:gd name="T17" fmla="*/ 8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7" y="53"/>
                    <a:pt x="4" y="53"/>
                    <a:pt x="0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8" y="47"/>
                    <a:pt x="12" y="47"/>
                  </a:cubicBezTo>
                  <a:cubicBezTo>
                    <a:pt x="18" y="47"/>
                    <a:pt x="23" y="45"/>
                    <a:pt x="23" y="38"/>
                  </a:cubicBezTo>
                  <a:cubicBezTo>
                    <a:pt x="23" y="27"/>
                    <a:pt x="0" y="31"/>
                    <a:pt x="0" y="15"/>
                  </a:cubicBezTo>
                  <a:cubicBezTo>
                    <a:pt x="0" y="7"/>
                    <a:pt x="6" y="0"/>
                    <a:pt x="18" y="0"/>
                  </a:cubicBezTo>
                  <a:cubicBezTo>
                    <a:pt x="21" y="0"/>
                    <a:pt x="24" y="1"/>
                    <a:pt x="27" y="1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4" y="7"/>
                    <a:pt x="20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7"/>
                    <a:pt x="23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0" name="Freeform 97">
              <a:extLst>
                <a:ext uri="{FF2B5EF4-FFF2-40B4-BE49-F238E27FC236}">
                  <a16:creationId xmlns:a16="http://schemas.microsoft.com/office/drawing/2014/main" id="{2EE84FD0-49BF-433B-A3A0-CD8591316F2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318" y="1790"/>
              <a:ext cx="112" cy="126"/>
            </a:xfrm>
            <a:custGeom>
              <a:avLst/>
              <a:gdLst>
                <a:gd name="T0" fmla="*/ 22 w 47"/>
                <a:gd name="T1" fmla="*/ 53 h 53"/>
                <a:gd name="T2" fmla="*/ 0 w 47"/>
                <a:gd name="T3" fmla="*/ 27 h 53"/>
                <a:gd name="T4" fmla="*/ 24 w 47"/>
                <a:gd name="T5" fmla="*/ 0 h 53"/>
                <a:gd name="T6" fmla="*/ 47 w 47"/>
                <a:gd name="T7" fmla="*/ 26 h 53"/>
                <a:gd name="T8" fmla="*/ 22 w 47"/>
                <a:gd name="T9" fmla="*/ 53 h 53"/>
                <a:gd name="T10" fmla="*/ 23 w 47"/>
                <a:gd name="T11" fmla="*/ 7 h 53"/>
                <a:gd name="T12" fmla="*/ 7 w 47"/>
                <a:gd name="T13" fmla="*/ 26 h 53"/>
                <a:gd name="T14" fmla="*/ 23 w 47"/>
                <a:gd name="T15" fmla="*/ 47 h 53"/>
                <a:gd name="T16" fmla="*/ 39 w 47"/>
                <a:gd name="T17" fmla="*/ 27 h 53"/>
                <a:gd name="T18" fmla="*/ 23 w 47"/>
                <a:gd name="T19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53">
                  <a:moveTo>
                    <a:pt x="22" y="53"/>
                  </a:moveTo>
                  <a:cubicBezTo>
                    <a:pt x="7" y="53"/>
                    <a:pt x="0" y="43"/>
                    <a:pt x="0" y="27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7" y="9"/>
                    <a:pt x="47" y="26"/>
                  </a:cubicBezTo>
                  <a:cubicBezTo>
                    <a:pt x="47" y="43"/>
                    <a:pt x="36" y="53"/>
                    <a:pt x="22" y="53"/>
                  </a:cubicBezTo>
                  <a:close/>
                  <a:moveTo>
                    <a:pt x="23" y="7"/>
                  </a:moveTo>
                  <a:cubicBezTo>
                    <a:pt x="15" y="7"/>
                    <a:pt x="7" y="13"/>
                    <a:pt x="7" y="26"/>
                  </a:cubicBezTo>
                  <a:cubicBezTo>
                    <a:pt x="7" y="39"/>
                    <a:pt x="12" y="47"/>
                    <a:pt x="23" y="47"/>
                  </a:cubicBezTo>
                  <a:cubicBezTo>
                    <a:pt x="31" y="47"/>
                    <a:pt x="39" y="40"/>
                    <a:pt x="39" y="27"/>
                  </a:cubicBezTo>
                  <a:cubicBezTo>
                    <a:pt x="39" y="14"/>
                    <a:pt x="33" y="7"/>
                    <a:pt x="23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1" name="Freeform 98">
              <a:extLst>
                <a:ext uri="{FF2B5EF4-FFF2-40B4-BE49-F238E27FC236}">
                  <a16:creationId xmlns:a16="http://schemas.microsoft.com/office/drawing/2014/main" id="{5856F673-5ADC-42AB-A1AB-061A03AD58D1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7" y="1793"/>
              <a:ext cx="62" cy="121"/>
            </a:xfrm>
            <a:custGeom>
              <a:avLst/>
              <a:gdLst>
                <a:gd name="T0" fmla="*/ 0 w 62"/>
                <a:gd name="T1" fmla="*/ 121 h 121"/>
                <a:gd name="T2" fmla="*/ 0 w 62"/>
                <a:gd name="T3" fmla="*/ 0 h 121"/>
                <a:gd name="T4" fmla="*/ 17 w 62"/>
                <a:gd name="T5" fmla="*/ 0 h 121"/>
                <a:gd name="T6" fmla="*/ 17 w 62"/>
                <a:gd name="T7" fmla="*/ 107 h 121"/>
                <a:gd name="T8" fmla="*/ 62 w 62"/>
                <a:gd name="T9" fmla="*/ 107 h 121"/>
                <a:gd name="T10" fmla="*/ 62 w 62"/>
                <a:gd name="T11" fmla="*/ 121 h 121"/>
                <a:gd name="T12" fmla="*/ 0 w 62"/>
                <a:gd name="T13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121">
                  <a:moveTo>
                    <a:pt x="0" y="121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107"/>
                  </a:lnTo>
                  <a:lnTo>
                    <a:pt x="62" y="107"/>
                  </a:lnTo>
                  <a:lnTo>
                    <a:pt x="62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2" name="Freeform 99">
              <a:extLst>
                <a:ext uri="{FF2B5EF4-FFF2-40B4-BE49-F238E27FC236}">
                  <a16:creationId xmlns:a16="http://schemas.microsoft.com/office/drawing/2014/main" id="{989932CF-2EFA-4B1E-86A4-A19342035AB7}"/>
                </a:ext>
              </a:extLst>
            </p:cNvPr>
            <p:cNvSpPr>
              <a:spLocks/>
            </p:cNvSpPr>
            <p:nvPr/>
          </p:nvSpPr>
          <p:spPr bwMode="gray">
            <a:xfrm>
              <a:off x="4557" y="1793"/>
              <a:ext cx="93" cy="123"/>
            </a:xfrm>
            <a:custGeom>
              <a:avLst/>
              <a:gdLst>
                <a:gd name="T0" fmla="*/ 19 w 39"/>
                <a:gd name="T1" fmla="*/ 52 h 52"/>
                <a:gd name="T2" fmla="*/ 0 w 39"/>
                <a:gd name="T3" fmla="*/ 34 h 52"/>
                <a:gd name="T4" fmla="*/ 0 w 39"/>
                <a:gd name="T5" fmla="*/ 0 h 52"/>
                <a:gd name="T6" fmla="*/ 6 w 39"/>
                <a:gd name="T7" fmla="*/ 0 h 52"/>
                <a:gd name="T8" fmla="*/ 6 w 39"/>
                <a:gd name="T9" fmla="*/ 34 h 52"/>
                <a:gd name="T10" fmla="*/ 19 w 39"/>
                <a:gd name="T11" fmla="*/ 46 h 52"/>
                <a:gd name="T12" fmla="*/ 32 w 39"/>
                <a:gd name="T13" fmla="*/ 32 h 52"/>
                <a:gd name="T14" fmla="*/ 32 w 39"/>
                <a:gd name="T15" fmla="*/ 0 h 52"/>
                <a:gd name="T16" fmla="*/ 39 w 39"/>
                <a:gd name="T17" fmla="*/ 0 h 52"/>
                <a:gd name="T18" fmla="*/ 39 w 39"/>
                <a:gd name="T19" fmla="*/ 32 h 52"/>
                <a:gd name="T20" fmla="*/ 19 w 39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52">
                  <a:moveTo>
                    <a:pt x="19" y="52"/>
                  </a:moveTo>
                  <a:cubicBezTo>
                    <a:pt x="3" y="52"/>
                    <a:pt x="0" y="43"/>
                    <a:pt x="0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41"/>
                    <a:pt x="9" y="46"/>
                    <a:pt x="19" y="46"/>
                  </a:cubicBezTo>
                  <a:cubicBezTo>
                    <a:pt x="28" y="46"/>
                    <a:pt x="32" y="43"/>
                    <a:pt x="32" y="3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45"/>
                    <a:pt x="32" y="52"/>
                    <a:pt x="19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3" name="Freeform 100">
              <a:extLst>
                <a:ext uri="{FF2B5EF4-FFF2-40B4-BE49-F238E27FC236}">
                  <a16:creationId xmlns:a16="http://schemas.microsoft.com/office/drawing/2014/main" id="{2C555297-5840-473C-A797-5550705A7791}"/>
                </a:ext>
              </a:extLst>
            </p:cNvPr>
            <p:cNvSpPr>
              <a:spLocks/>
            </p:cNvSpPr>
            <p:nvPr/>
          </p:nvSpPr>
          <p:spPr bwMode="gray">
            <a:xfrm>
              <a:off x="4680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4" name="Rectangle 101">
              <a:extLst>
                <a:ext uri="{FF2B5EF4-FFF2-40B4-BE49-F238E27FC236}">
                  <a16:creationId xmlns:a16="http://schemas.microsoft.com/office/drawing/2014/main" id="{34EDDEF1-EA7A-48F4-A615-B8667395F3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796" y="1793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5" name="Freeform 102">
              <a:extLst>
                <a:ext uri="{FF2B5EF4-FFF2-40B4-BE49-F238E27FC236}">
                  <a16:creationId xmlns:a16="http://schemas.microsoft.com/office/drawing/2014/main" id="{F4050338-042B-407E-861E-0049764943E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853" y="1790"/>
              <a:ext cx="111" cy="126"/>
            </a:xfrm>
            <a:custGeom>
              <a:avLst/>
              <a:gdLst>
                <a:gd name="T0" fmla="*/ 23 w 47"/>
                <a:gd name="T1" fmla="*/ 53 h 53"/>
                <a:gd name="T2" fmla="*/ 0 w 47"/>
                <a:gd name="T3" fmla="*/ 27 h 53"/>
                <a:gd name="T4" fmla="*/ 24 w 47"/>
                <a:gd name="T5" fmla="*/ 0 h 53"/>
                <a:gd name="T6" fmla="*/ 47 w 47"/>
                <a:gd name="T7" fmla="*/ 26 h 53"/>
                <a:gd name="T8" fmla="*/ 23 w 47"/>
                <a:gd name="T9" fmla="*/ 53 h 53"/>
                <a:gd name="T10" fmla="*/ 23 w 47"/>
                <a:gd name="T11" fmla="*/ 7 h 53"/>
                <a:gd name="T12" fmla="*/ 7 w 47"/>
                <a:gd name="T13" fmla="*/ 26 h 53"/>
                <a:gd name="T14" fmla="*/ 23 w 47"/>
                <a:gd name="T15" fmla="*/ 47 h 53"/>
                <a:gd name="T16" fmla="*/ 39 w 47"/>
                <a:gd name="T17" fmla="*/ 27 h 53"/>
                <a:gd name="T18" fmla="*/ 23 w 47"/>
                <a:gd name="T19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53">
                  <a:moveTo>
                    <a:pt x="23" y="53"/>
                  </a:moveTo>
                  <a:cubicBezTo>
                    <a:pt x="7" y="53"/>
                    <a:pt x="0" y="43"/>
                    <a:pt x="0" y="27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7" y="9"/>
                    <a:pt x="47" y="26"/>
                  </a:cubicBezTo>
                  <a:cubicBezTo>
                    <a:pt x="47" y="43"/>
                    <a:pt x="36" y="53"/>
                    <a:pt x="23" y="53"/>
                  </a:cubicBezTo>
                  <a:close/>
                  <a:moveTo>
                    <a:pt x="23" y="7"/>
                  </a:moveTo>
                  <a:cubicBezTo>
                    <a:pt x="15" y="7"/>
                    <a:pt x="7" y="13"/>
                    <a:pt x="7" y="26"/>
                  </a:cubicBezTo>
                  <a:cubicBezTo>
                    <a:pt x="7" y="39"/>
                    <a:pt x="12" y="47"/>
                    <a:pt x="23" y="47"/>
                  </a:cubicBezTo>
                  <a:cubicBezTo>
                    <a:pt x="32" y="47"/>
                    <a:pt x="39" y="40"/>
                    <a:pt x="39" y="27"/>
                  </a:cubicBezTo>
                  <a:cubicBezTo>
                    <a:pt x="39" y="14"/>
                    <a:pt x="34" y="7"/>
                    <a:pt x="23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6" name="Freeform 103">
              <a:extLst>
                <a:ext uri="{FF2B5EF4-FFF2-40B4-BE49-F238E27FC236}">
                  <a16:creationId xmlns:a16="http://schemas.microsoft.com/office/drawing/2014/main" id="{A63C94CE-D4AB-43A4-8355-49D932BEAF4A}"/>
                </a:ext>
              </a:extLst>
            </p:cNvPr>
            <p:cNvSpPr>
              <a:spLocks/>
            </p:cNvSpPr>
            <p:nvPr/>
          </p:nvSpPr>
          <p:spPr bwMode="gray">
            <a:xfrm>
              <a:off x="5005" y="1793"/>
              <a:ext cx="97" cy="121"/>
            </a:xfrm>
            <a:custGeom>
              <a:avLst/>
              <a:gdLst>
                <a:gd name="T0" fmla="*/ 32 w 41"/>
                <a:gd name="T1" fmla="*/ 51 h 51"/>
                <a:gd name="T2" fmla="*/ 13 w 41"/>
                <a:gd name="T3" fmla="*/ 20 h 51"/>
                <a:gd name="T4" fmla="*/ 7 w 41"/>
                <a:gd name="T5" fmla="*/ 9 h 51"/>
                <a:gd name="T6" fmla="*/ 7 w 41"/>
                <a:gd name="T7" fmla="*/ 35 h 51"/>
                <a:gd name="T8" fmla="*/ 7 w 41"/>
                <a:gd name="T9" fmla="*/ 51 h 51"/>
                <a:gd name="T10" fmla="*/ 0 w 41"/>
                <a:gd name="T11" fmla="*/ 51 h 51"/>
                <a:gd name="T12" fmla="*/ 0 w 41"/>
                <a:gd name="T13" fmla="*/ 0 h 51"/>
                <a:gd name="T14" fmla="*/ 10 w 41"/>
                <a:gd name="T15" fmla="*/ 0 h 51"/>
                <a:gd name="T16" fmla="*/ 29 w 41"/>
                <a:gd name="T17" fmla="*/ 31 h 51"/>
                <a:gd name="T18" fmla="*/ 35 w 41"/>
                <a:gd name="T19" fmla="*/ 42 h 51"/>
                <a:gd name="T20" fmla="*/ 34 w 41"/>
                <a:gd name="T21" fmla="*/ 15 h 51"/>
                <a:gd name="T22" fmla="*/ 34 w 41"/>
                <a:gd name="T23" fmla="*/ 0 h 51"/>
                <a:gd name="T24" fmla="*/ 41 w 41"/>
                <a:gd name="T25" fmla="*/ 0 h 51"/>
                <a:gd name="T26" fmla="*/ 41 w 41"/>
                <a:gd name="T27" fmla="*/ 51 h 51"/>
                <a:gd name="T28" fmla="*/ 32 w 41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1">
                  <a:moveTo>
                    <a:pt x="32" y="51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9"/>
                    <a:pt x="35" y="42"/>
                  </a:cubicBezTo>
                  <a:cubicBezTo>
                    <a:pt x="35" y="36"/>
                    <a:pt x="34" y="23"/>
                    <a:pt x="34" y="15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1"/>
                    <a:pt x="41" y="51"/>
                    <a:pt x="41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7" name="Freeform 104">
              <a:extLst>
                <a:ext uri="{FF2B5EF4-FFF2-40B4-BE49-F238E27FC236}">
                  <a16:creationId xmlns:a16="http://schemas.microsoft.com/office/drawing/2014/main" id="{EA42D9F2-C694-4A8D-89E6-8EA9C04BB41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42" y="1790"/>
              <a:ext cx="73" cy="126"/>
            </a:xfrm>
            <a:custGeom>
              <a:avLst/>
              <a:gdLst>
                <a:gd name="T0" fmla="*/ 12 w 31"/>
                <a:gd name="T1" fmla="*/ 53 h 53"/>
                <a:gd name="T2" fmla="*/ 1 w 31"/>
                <a:gd name="T3" fmla="*/ 52 h 53"/>
                <a:gd name="T4" fmla="*/ 1 w 31"/>
                <a:gd name="T5" fmla="*/ 45 h 53"/>
                <a:gd name="T6" fmla="*/ 12 w 31"/>
                <a:gd name="T7" fmla="*/ 47 h 53"/>
                <a:gd name="T8" fmla="*/ 23 w 31"/>
                <a:gd name="T9" fmla="*/ 38 h 53"/>
                <a:gd name="T10" fmla="*/ 0 w 31"/>
                <a:gd name="T11" fmla="*/ 15 h 53"/>
                <a:gd name="T12" fmla="*/ 18 w 31"/>
                <a:gd name="T13" fmla="*/ 0 h 53"/>
                <a:gd name="T14" fmla="*/ 27 w 31"/>
                <a:gd name="T15" fmla="*/ 1 h 53"/>
                <a:gd name="T16" fmla="*/ 26 w 31"/>
                <a:gd name="T17" fmla="*/ 8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8" y="53"/>
                    <a:pt x="4" y="53"/>
                    <a:pt x="1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8" y="47"/>
                    <a:pt x="12" y="47"/>
                  </a:cubicBezTo>
                  <a:cubicBezTo>
                    <a:pt x="18" y="47"/>
                    <a:pt x="23" y="45"/>
                    <a:pt x="23" y="38"/>
                  </a:cubicBezTo>
                  <a:cubicBezTo>
                    <a:pt x="23" y="27"/>
                    <a:pt x="0" y="31"/>
                    <a:pt x="0" y="15"/>
                  </a:cubicBezTo>
                  <a:cubicBezTo>
                    <a:pt x="0" y="7"/>
                    <a:pt x="6" y="0"/>
                    <a:pt x="18" y="0"/>
                  </a:cubicBezTo>
                  <a:cubicBezTo>
                    <a:pt x="21" y="0"/>
                    <a:pt x="24" y="1"/>
                    <a:pt x="27" y="1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4" y="7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7"/>
                    <a:pt x="23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8" name="Freeform 105">
              <a:extLst>
                <a:ext uri="{FF2B5EF4-FFF2-40B4-BE49-F238E27FC236}">
                  <a16:creationId xmlns:a16="http://schemas.microsoft.com/office/drawing/2014/main" id="{D701A01E-4449-45DF-B909-12636B2F567C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2" y="1329"/>
              <a:ext cx="317" cy="245"/>
            </a:xfrm>
            <a:custGeom>
              <a:avLst/>
              <a:gdLst>
                <a:gd name="T0" fmla="*/ 107 w 134"/>
                <a:gd name="T1" fmla="*/ 103 h 103"/>
                <a:gd name="T2" fmla="*/ 90 w 134"/>
                <a:gd name="T3" fmla="*/ 103 h 103"/>
                <a:gd name="T4" fmla="*/ 71 w 134"/>
                <a:gd name="T5" fmla="*/ 34 h 103"/>
                <a:gd name="T6" fmla="*/ 67 w 134"/>
                <a:gd name="T7" fmla="*/ 16 h 103"/>
                <a:gd name="T8" fmla="*/ 67 w 134"/>
                <a:gd name="T9" fmla="*/ 16 h 103"/>
                <a:gd name="T10" fmla="*/ 63 w 134"/>
                <a:gd name="T11" fmla="*/ 33 h 103"/>
                <a:gd name="T12" fmla="*/ 44 w 134"/>
                <a:gd name="T13" fmla="*/ 103 h 103"/>
                <a:gd name="T14" fmla="*/ 27 w 134"/>
                <a:gd name="T15" fmla="*/ 103 h 103"/>
                <a:gd name="T16" fmla="*/ 0 w 134"/>
                <a:gd name="T17" fmla="*/ 0 h 103"/>
                <a:gd name="T18" fmla="*/ 15 w 134"/>
                <a:gd name="T19" fmla="*/ 0 h 103"/>
                <a:gd name="T20" fmla="*/ 32 w 134"/>
                <a:gd name="T21" fmla="*/ 67 h 103"/>
                <a:gd name="T22" fmla="*/ 36 w 134"/>
                <a:gd name="T23" fmla="*/ 87 h 103"/>
                <a:gd name="T24" fmla="*/ 36 w 134"/>
                <a:gd name="T25" fmla="*/ 87 h 103"/>
                <a:gd name="T26" fmla="*/ 41 w 134"/>
                <a:gd name="T27" fmla="*/ 68 h 103"/>
                <a:gd name="T28" fmla="*/ 60 w 134"/>
                <a:gd name="T29" fmla="*/ 0 h 103"/>
                <a:gd name="T30" fmla="*/ 75 w 134"/>
                <a:gd name="T31" fmla="*/ 0 h 103"/>
                <a:gd name="T32" fmla="*/ 95 w 134"/>
                <a:gd name="T33" fmla="*/ 68 h 103"/>
                <a:gd name="T34" fmla="*/ 99 w 134"/>
                <a:gd name="T35" fmla="*/ 86 h 103"/>
                <a:gd name="T36" fmla="*/ 99 w 134"/>
                <a:gd name="T37" fmla="*/ 86 h 103"/>
                <a:gd name="T38" fmla="*/ 103 w 134"/>
                <a:gd name="T39" fmla="*/ 70 h 103"/>
                <a:gd name="T40" fmla="*/ 121 w 134"/>
                <a:gd name="T41" fmla="*/ 0 h 103"/>
                <a:gd name="T42" fmla="*/ 134 w 134"/>
                <a:gd name="T43" fmla="*/ 0 h 103"/>
                <a:gd name="T44" fmla="*/ 107 w 134"/>
                <a:gd name="T4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4" h="103">
                  <a:moveTo>
                    <a:pt x="107" y="103"/>
                  </a:moveTo>
                  <a:cubicBezTo>
                    <a:pt x="90" y="103"/>
                    <a:pt x="90" y="103"/>
                    <a:pt x="90" y="103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69" y="28"/>
                    <a:pt x="68" y="22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6" y="22"/>
                    <a:pt x="65" y="28"/>
                    <a:pt x="63" y="33"/>
                  </a:cubicBezTo>
                  <a:cubicBezTo>
                    <a:pt x="44" y="103"/>
                    <a:pt x="44" y="103"/>
                    <a:pt x="44" y="103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4" y="74"/>
                    <a:pt x="35" y="80"/>
                    <a:pt x="36" y="87"/>
                  </a:cubicBezTo>
                  <a:cubicBezTo>
                    <a:pt x="36" y="87"/>
                    <a:pt x="36" y="87"/>
                    <a:pt x="36" y="87"/>
                  </a:cubicBezTo>
                  <a:cubicBezTo>
                    <a:pt x="38" y="80"/>
                    <a:pt x="39" y="74"/>
                    <a:pt x="41" y="68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95" y="68"/>
                    <a:pt x="95" y="68"/>
                    <a:pt x="95" y="68"/>
                  </a:cubicBezTo>
                  <a:cubicBezTo>
                    <a:pt x="97" y="74"/>
                    <a:pt x="98" y="80"/>
                    <a:pt x="99" y="8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0" y="80"/>
                    <a:pt x="101" y="75"/>
                    <a:pt x="103" y="7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107" y="10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9" name="Freeform 106">
              <a:extLst>
                <a:ext uri="{FF2B5EF4-FFF2-40B4-BE49-F238E27FC236}">
                  <a16:creationId xmlns:a16="http://schemas.microsoft.com/office/drawing/2014/main" id="{552BBFE1-3955-4E9B-A7E2-F3C667BAD026}"/>
                </a:ext>
              </a:extLst>
            </p:cNvPr>
            <p:cNvSpPr>
              <a:spLocks/>
            </p:cNvSpPr>
            <p:nvPr/>
          </p:nvSpPr>
          <p:spPr bwMode="gray">
            <a:xfrm>
              <a:off x="1364" y="1329"/>
              <a:ext cx="125" cy="245"/>
            </a:xfrm>
            <a:custGeom>
              <a:avLst/>
              <a:gdLst>
                <a:gd name="T0" fmla="*/ 0 w 125"/>
                <a:gd name="T1" fmla="*/ 245 h 245"/>
                <a:gd name="T2" fmla="*/ 0 w 125"/>
                <a:gd name="T3" fmla="*/ 0 h 245"/>
                <a:gd name="T4" fmla="*/ 125 w 125"/>
                <a:gd name="T5" fmla="*/ 0 h 245"/>
                <a:gd name="T6" fmla="*/ 125 w 125"/>
                <a:gd name="T7" fmla="*/ 28 h 245"/>
                <a:gd name="T8" fmla="*/ 33 w 125"/>
                <a:gd name="T9" fmla="*/ 28 h 245"/>
                <a:gd name="T10" fmla="*/ 33 w 125"/>
                <a:gd name="T11" fmla="*/ 104 h 245"/>
                <a:gd name="T12" fmla="*/ 120 w 125"/>
                <a:gd name="T13" fmla="*/ 104 h 245"/>
                <a:gd name="T14" fmla="*/ 120 w 125"/>
                <a:gd name="T15" fmla="*/ 130 h 245"/>
                <a:gd name="T16" fmla="*/ 33 w 125"/>
                <a:gd name="T17" fmla="*/ 130 h 245"/>
                <a:gd name="T18" fmla="*/ 33 w 125"/>
                <a:gd name="T19" fmla="*/ 216 h 245"/>
                <a:gd name="T20" fmla="*/ 125 w 125"/>
                <a:gd name="T21" fmla="*/ 216 h 245"/>
                <a:gd name="T22" fmla="*/ 125 w 125"/>
                <a:gd name="T23" fmla="*/ 245 h 245"/>
                <a:gd name="T24" fmla="*/ 0 w 125"/>
                <a:gd name="T25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245">
                  <a:moveTo>
                    <a:pt x="0" y="245"/>
                  </a:moveTo>
                  <a:lnTo>
                    <a:pt x="0" y="0"/>
                  </a:lnTo>
                  <a:lnTo>
                    <a:pt x="125" y="0"/>
                  </a:lnTo>
                  <a:lnTo>
                    <a:pt x="125" y="28"/>
                  </a:lnTo>
                  <a:lnTo>
                    <a:pt x="33" y="28"/>
                  </a:lnTo>
                  <a:lnTo>
                    <a:pt x="33" y="104"/>
                  </a:lnTo>
                  <a:lnTo>
                    <a:pt x="120" y="104"/>
                  </a:lnTo>
                  <a:lnTo>
                    <a:pt x="120" y="130"/>
                  </a:lnTo>
                  <a:lnTo>
                    <a:pt x="33" y="130"/>
                  </a:lnTo>
                  <a:lnTo>
                    <a:pt x="33" y="216"/>
                  </a:lnTo>
                  <a:lnTo>
                    <a:pt x="125" y="216"/>
                  </a:lnTo>
                  <a:lnTo>
                    <a:pt x="125" y="245"/>
                  </a:lnTo>
                  <a:lnTo>
                    <a:pt x="0" y="24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0" name="Freeform 107">
              <a:extLst>
                <a:ext uri="{FF2B5EF4-FFF2-40B4-BE49-F238E27FC236}">
                  <a16:creationId xmlns:a16="http://schemas.microsoft.com/office/drawing/2014/main" id="{975501EB-60E5-4780-8B76-5727D0D6814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47" y="1329"/>
              <a:ext cx="157" cy="245"/>
            </a:xfrm>
            <a:custGeom>
              <a:avLst/>
              <a:gdLst>
                <a:gd name="T0" fmla="*/ 26 w 66"/>
                <a:gd name="T1" fmla="*/ 103 h 103"/>
                <a:gd name="T2" fmla="*/ 0 w 66"/>
                <a:gd name="T3" fmla="*/ 103 h 103"/>
                <a:gd name="T4" fmla="*/ 0 w 66"/>
                <a:gd name="T5" fmla="*/ 0 h 103"/>
                <a:gd name="T6" fmla="*/ 30 w 66"/>
                <a:gd name="T7" fmla="*/ 0 h 103"/>
                <a:gd name="T8" fmla="*/ 63 w 66"/>
                <a:gd name="T9" fmla="*/ 24 h 103"/>
                <a:gd name="T10" fmla="*/ 45 w 66"/>
                <a:gd name="T11" fmla="*/ 48 h 103"/>
                <a:gd name="T12" fmla="*/ 45 w 66"/>
                <a:gd name="T13" fmla="*/ 48 h 103"/>
                <a:gd name="T14" fmla="*/ 66 w 66"/>
                <a:gd name="T15" fmla="*/ 72 h 103"/>
                <a:gd name="T16" fmla="*/ 26 w 66"/>
                <a:gd name="T17" fmla="*/ 103 h 103"/>
                <a:gd name="T18" fmla="*/ 28 w 66"/>
                <a:gd name="T19" fmla="*/ 11 h 103"/>
                <a:gd name="T20" fmla="*/ 14 w 66"/>
                <a:gd name="T21" fmla="*/ 11 h 103"/>
                <a:gd name="T22" fmla="*/ 14 w 66"/>
                <a:gd name="T23" fmla="*/ 44 h 103"/>
                <a:gd name="T24" fmla="*/ 23 w 66"/>
                <a:gd name="T25" fmla="*/ 44 h 103"/>
                <a:gd name="T26" fmla="*/ 48 w 66"/>
                <a:gd name="T27" fmla="*/ 26 h 103"/>
                <a:gd name="T28" fmla="*/ 28 w 66"/>
                <a:gd name="T29" fmla="*/ 11 h 103"/>
                <a:gd name="T30" fmla="*/ 24 w 66"/>
                <a:gd name="T31" fmla="*/ 55 h 103"/>
                <a:gd name="T32" fmla="*/ 14 w 66"/>
                <a:gd name="T33" fmla="*/ 55 h 103"/>
                <a:gd name="T34" fmla="*/ 14 w 66"/>
                <a:gd name="T35" fmla="*/ 91 h 103"/>
                <a:gd name="T36" fmla="*/ 27 w 66"/>
                <a:gd name="T37" fmla="*/ 92 h 103"/>
                <a:gd name="T38" fmla="*/ 51 w 66"/>
                <a:gd name="T39" fmla="*/ 72 h 103"/>
                <a:gd name="T40" fmla="*/ 24 w 66"/>
                <a:gd name="T41" fmla="*/ 55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103">
                  <a:moveTo>
                    <a:pt x="26" y="103"/>
                  </a:moveTo>
                  <a:cubicBezTo>
                    <a:pt x="20" y="103"/>
                    <a:pt x="10" y="103"/>
                    <a:pt x="0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18" y="0"/>
                    <a:pt x="30" y="0"/>
                  </a:cubicBezTo>
                  <a:cubicBezTo>
                    <a:pt x="52" y="0"/>
                    <a:pt x="63" y="9"/>
                    <a:pt x="63" y="24"/>
                  </a:cubicBezTo>
                  <a:cubicBezTo>
                    <a:pt x="63" y="35"/>
                    <a:pt x="56" y="44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60" y="51"/>
                    <a:pt x="66" y="61"/>
                    <a:pt x="66" y="72"/>
                  </a:cubicBezTo>
                  <a:cubicBezTo>
                    <a:pt x="66" y="84"/>
                    <a:pt x="58" y="103"/>
                    <a:pt x="26" y="103"/>
                  </a:cubicBezTo>
                  <a:close/>
                  <a:moveTo>
                    <a:pt x="28" y="11"/>
                  </a:moveTo>
                  <a:cubicBezTo>
                    <a:pt x="23" y="11"/>
                    <a:pt x="18" y="11"/>
                    <a:pt x="14" y="11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7" y="44"/>
                    <a:pt x="20" y="44"/>
                    <a:pt x="23" y="44"/>
                  </a:cubicBezTo>
                  <a:cubicBezTo>
                    <a:pt x="40" y="44"/>
                    <a:pt x="48" y="38"/>
                    <a:pt x="48" y="26"/>
                  </a:cubicBezTo>
                  <a:cubicBezTo>
                    <a:pt x="48" y="17"/>
                    <a:pt x="44" y="11"/>
                    <a:pt x="28" y="11"/>
                  </a:cubicBezTo>
                  <a:close/>
                  <a:moveTo>
                    <a:pt x="24" y="55"/>
                  </a:moveTo>
                  <a:cubicBezTo>
                    <a:pt x="22" y="55"/>
                    <a:pt x="17" y="55"/>
                    <a:pt x="14" y="5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7" y="91"/>
                    <a:pt x="21" y="92"/>
                    <a:pt x="27" y="92"/>
                  </a:cubicBezTo>
                  <a:cubicBezTo>
                    <a:pt x="44" y="92"/>
                    <a:pt x="51" y="84"/>
                    <a:pt x="51" y="72"/>
                  </a:cubicBezTo>
                  <a:cubicBezTo>
                    <a:pt x="51" y="59"/>
                    <a:pt x="40" y="55"/>
                    <a:pt x="24" y="5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1" name="Freeform 108">
              <a:extLst>
                <a:ext uri="{FF2B5EF4-FFF2-40B4-BE49-F238E27FC236}">
                  <a16:creationId xmlns:a16="http://schemas.microsoft.com/office/drawing/2014/main" id="{95CCD7D4-EC15-4B18-ADA4-D1D0DDC6288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865" y="1326"/>
              <a:ext cx="159" cy="248"/>
            </a:xfrm>
            <a:custGeom>
              <a:avLst/>
              <a:gdLst>
                <a:gd name="T0" fmla="*/ 49 w 67"/>
                <a:gd name="T1" fmla="*/ 104 h 104"/>
                <a:gd name="T2" fmla="*/ 16 w 67"/>
                <a:gd name="T3" fmla="*/ 58 h 104"/>
                <a:gd name="T4" fmla="*/ 14 w 67"/>
                <a:gd name="T5" fmla="*/ 58 h 104"/>
                <a:gd name="T6" fmla="*/ 14 w 67"/>
                <a:gd name="T7" fmla="*/ 104 h 104"/>
                <a:gd name="T8" fmla="*/ 0 w 67"/>
                <a:gd name="T9" fmla="*/ 104 h 104"/>
                <a:gd name="T10" fmla="*/ 0 w 67"/>
                <a:gd name="T11" fmla="*/ 1 h 104"/>
                <a:gd name="T12" fmla="*/ 26 w 67"/>
                <a:gd name="T13" fmla="*/ 0 h 104"/>
                <a:gd name="T14" fmla="*/ 61 w 67"/>
                <a:gd name="T15" fmla="*/ 27 h 104"/>
                <a:gd name="T16" fmla="*/ 30 w 67"/>
                <a:gd name="T17" fmla="*/ 56 h 104"/>
                <a:gd name="T18" fmla="*/ 39 w 67"/>
                <a:gd name="T19" fmla="*/ 67 h 104"/>
                <a:gd name="T20" fmla="*/ 67 w 67"/>
                <a:gd name="T21" fmla="*/ 104 h 104"/>
                <a:gd name="T22" fmla="*/ 49 w 67"/>
                <a:gd name="T23" fmla="*/ 104 h 104"/>
                <a:gd name="T24" fmla="*/ 23 w 67"/>
                <a:gd name="T25" fmla="*/ 12 h 104"/>
                <a:gd name="T26" fmla="*/ 14 w 67"/>
                <a:gd name="T27" fmla="*/ 12 h 104"/>
                <a:gd name="T28" fmla="*/ 14 w 67"/>
                <a:gd name="T29" fmla="*/ 47 h 104"/>
                <a:gd name="T30" fmla="*/ 23 w 67"/>
                <a:gd name="T31" fmla="*/ 47 h 104"/>
                <a:gd name="T32" fmla="*/ 46 w 67"/>
                <a:gd name="T33" fmla="*/ 29 h 104"/>
                <a:gd name="T34" fmla="*/ 23 w 67"/>
                <a:gd name="T35" fmla="*/ 1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" h="104">
                  <a:moveTo>
                    <a:pt x="49" y="104"/>
                  </a:moveTo>
                  <a:cubicBezTo>
                    <a:pt x="16" y="58"/>
                    <a:pt x="16" y="58"/>
                    <a:pt x="16" y="58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4" y="104"/>
                    <a:pt x="14" y="104"/>
                    <a:pt x="14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15" y="0"/>
                    <a:pt x="26" y="0"/>
                  </a:cubicBezTo>
                  <a:cubicBezTo>
                    <a:pt x="46" y="0"/>
                    <a:pt x="61" y="8"/>
                    <a:pt x="61" y="27"/>
                  </a:cubicBezTo>
                  <a:cubicBezTo>
                    <a:pt x="61" y="45"/>
                    <a:pt x="47" y="55"/>
                    <a:pt x="30" y="56"/>
                  </a:cubicBezTo>
                  <a:cubicBezTo>
                    <a:pt x="33" y="60"/>
                    <a:pt x="37" y="64"/>
                    <a:pt x="39" y="67"/>
                  </a:cubicBezTo>
                  <a:cubicBezTo>
                    <a:pt x="67" y="104"/>
                    <a:pt x="67" y="104"/>
                    <a:pt x="67" y="104"/>
                  </a:cubicBezTo>
                  <a:lnTo>
                    <a:pt x="49" y="104"/>
                  </a:lnTo>
                  <a:close/>
                  <a:moveTo>
                    <a:pt x="23" y="12"/>
                  </a:moveTo>
                  <a:cubicBezTo>
                    <a:pt x="20" y="12"/>
                    <a:pt x="17" y="12"/>
                    <a:pt x="14" y="12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6" y="47"/>
                    <a:pt x="19" y="47"/>
                    <a:pt x="23" y="47"/>
                  </a:cubicBezTo>
                  <a:cubicBezTo>
                    <a:pt x="37" y="47"/>
                    <a:pt x="46" y="40"/>
                    <a:pt x="46" y="29"/>
                  </a:cubicBezTo>
                  <a:cubicBezTo>
                    <a:pt x="46" y="17"/>
                    <a:pt x="38" y="12"/>
                    <a:pt x="23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2" name="Rectangle 109">
              <a:extLst>
                <a:ext uri="{FF2B5EF4-FFF2-40B4-BE49-F238E27FC236}">
                  <a16:creationId xmlns:a16="http://schemas.microsoft.com/office/drawing/2014/main" id="{03D2B083-DF83-46F8-8599-12351FA34B3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1" y="1329"/>
              <a:ext cx="33" cy="24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3" name="Freeform 110">
              <a:extLst>
                <a:ext uri="{FF2B5EF4-FFF2-40B4-BE49-F238E27FC236}">
                  <a16:creationId xmlns:a16="http://schemas.microsoft.com/office/drawing/2014/main" id="{CD6CD91D-F026-4665-A025-EF23AD7DB53C}"/>
                </a:ext>
              </a:extLst>
            </p:cNvPr>
            <p:cNvSpPr>
              <a:spLocks/>
            </p:cNvSpPr>
            <p:nvPr/>
          </p:nvSpPr>
          <p:spPr bwMode="gray">
            <a:xfrm>
              <a:off x="2175" y="1329"/>
              <a:ext cx="194" cy="245"/>
            </a:xfrm>
            <a:custGeom>
              <a:avLst/>
              <a:gdLst>
                <a:gd name="T0" fmla="*/ 64 w 82"/>
                <a:gd name="T1" fmla="*/ 103 h 103"/>
                <a:gd name="T2" fmla="*/ 25 w 82"/>
                <a:gd name="T3" fmla="*/ 39 h 103"/>
                <a:gd name="T4" fmla="*/ 13 w 82"/>
                <a:gd name="T5" fmla="*/ 18 h 103"/>
                <a:gd name="T6" fmla="*/ 14 w 82"/>
                <a:gd name="T7" fmla="*/ 70 h 103"/>
                <a:gd name="T8" fmla="*/ 14 w 82"/>
                <a:gd name="T9" fmla="*/ 103 h 103"/>
                <a:gd name="T10" fmla="*/ 0 w 82"/>
                <a:gd name="T11" fmla="*/ 103 h 103"/>
                <a:gd name="T12" fmla="*/ 0 w 82"/>
                <a:gd name="T13" fmla="*/ 0 h 103"/>
                <a:gd name="T14" fmla="*/ 19 w 82"/>
                <a:gd name="T15" fmla="*/ 0 h 103"/>
                <a:gd name="T16" fmla="*/ 57 w 82"/>
                <a:gd name="T17" fmla="*/ 62 h 103"/>
                <a:gd name="T18" fmla="*/ 69 w 82"/>
                <a:gd name="T19" fmla="*/ 84 h 103"/>
                <a:gd name="T20" fmla="*/ 68 w 82"/>
                <a:gd name="T21" fmla="*/ 29 h 103"/>
                <a:gd name="T22" fmla="*/ 68 w 82"/>
                <a:gd name="T23" fmla="*/ 0 h 103"/>
                <a:gd name="T24" fmla="*/ 82 w 82"/>
                <a:gd name="T25" fmla="*/ 0 h 103"/>
                <a:gd name="T26" fmla="*/ 82 w 82"/>
                <a:gd name="T27" fmla="*/ 103 h 103"/>
                <a:gd name="T28" fmla="*/ 64 w 82"/>
                <a:gd name="T2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" h="103">
                  <a:moveTo>
                    <a:pt x="64" y="103"/>
                  </a:moveTo>
                  <a:cubicBezTo>
                    <a:pt x="25" y="39"/>
                    <a:pt x="25" y="39"/>
                    <a:pt x="25" y="39"/>
                  </a:cubicBezTo>
                  <a:cubicBezTo>
                    <a:pt x="20" y="32"/>
                    <a:pt x="16" y="25"/>
                    <a:pt x="13" y="18"/>
                  </a:cubicBezTo>
                  <a:cubicBezTo>
                    <a:pt x="13" y="29"/>
                    <a:pt x="14" y="53"/>
                    <a:pt x="14" y="70"/>
                  </a:cubicBezTo>
                  <a:cubicBezTo>
                    <a:pt x="14" y="103"/>
                    <a:pt x="14" y="103"/>
                    <a:pt x="14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61" y="69"/>
                    <a:pt x="66" y="77"/>
                    <a:pt x="69" y="84"/>
                  </a:cubicBezTo>
                  <a:cubicBezTo>
                    <a:pt x="69" y="71"/>
                    <a:pt x="68" y="46"/>
                    <a:pt x="68" y="29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103"/>
                    <a:pt x="82" y="103"/>
                    <a:pt x="82" y="103"/>
                  </a:cubicBezTo>
                  <a:lnTo>
                    <a:pt x="64" y="10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4" name="Freeform 111">
              <a:extLst>
                <a:ext uri="{FF2B5EF4-FFF2-40B4-BE49-F238E27FC236}">
                  <a16:creationId xmlns:a16="http://schemas.microsoft.com/office/drawing/2014/main" id="{46E9B4A8-65D6-4712-BD0A-BFE2493A95AD}"/>
                </a:ext>
              </a:extLst>
            </p:cNvPr>
            <p:cNvSpPr>
              <a:spLocks/>
            </p:cNvSpPr>
            <p:nvPr/>
          </p:nvSpPr>
          <p:spPr bwMode="gray">
            <a:xfrm>
              <a:off x="2423" y="1326"/>
              <a:ext cx="199" cy="250"/>
            </a:xfrm>
            <a:custGeom>
              <a:avLst/>
              <a:gdLst>
                <a:gd name="T0" fmla="*/ 50 w 84"/>
                <a:gd name="T1" fmla="*/ 105 h 105"/>
                <a:gd name="T2" fmla="*/ 0 w 84"/>
                <a:gd name="T3" fmla="*/ 54 h 105"/>
                <a:gd name="T4" fmla="*/ 55 w 84"/>
                <a:gd name="T5" fmla="*/ 0 h 105"/>
                <a:gd name="T6" fmla="*/ 83 w 84"/>
                <a:gd name="T7" fmla="*/ 4 h 105"/>
                <a:gd name="T8" fmla="*/ 80 w 84"/>
                <a:gd name="T9" fmla="*/ 17 h 105"/>
                <a:gd name="T10" fmla="*/ 53 w 84"/>
                <a:gd name="T11" fmla="*/ 12 h 105"/>
                <a:gd name="T12" fmla="*/ 14 w 84"/>
                <a:gd name="T13" fmla="*/ 53 h 105"/>
                <a:gd name="T14" fmla="*/ 52 w 84"/>
                <a:gd name="T15" fmla="*/ 93 h 105"/>
                <a:gd name="T16" fmla="*/ 71 w 84"/>
                <a:gd name="T17" fmla="*/ 90 h 105"/>
                <a:gd name="T18" fmla="*/ 71 w 84"/>
                <a:gd name="T19" fmla="*/ 51 h 105"/>
                <a:gd name="T20" fmla="*/ 84 w 84"/>
                <a:gd name="T21" fmla="*/ 51 h 105"/>
                <a:gd name="T22" fmla="*/ 84 w 84"/>
                <a:gd name="T23" fmla="*/ 99 h 105"/>
                <a:gd name="T24" fmla="*/ 50 w 84"/>
                <a:gd name="T2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05">
                  <a:moveTo>
                    <a:pt x="50" y="105"/>
                  </a:moveTo>
                  <a:cubicBezTo>
                    <a:pt x="19" y="105"/>
                    <a:pt x="0" y="86"/>
                    <a:pt x="0" y="54"/>
                  </a:cubicBezTo>
                  <a:cubicBezTo>
                    <a:pt x="0" y="23"/>
                    <a:pt x="21" y="0"/>
                    <a:pt x="55" y="0"/>
                  </a:cubicBezTo>
                  <a:cubicBezTo>
                    <a:pt x="65" y="0"/>
                    <a:pt x="74" y="1"/>
                    <a:pt x="83" y="4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72" y="14"/>
                    <a:pt x="63" y="12"/>
                    <a:pt x="53" y="12"/>
                  </a:cubicBezTo>
                  <a:cubicBezTo>
                    <a:pt x="32" y="12"/>
                    <a:pt x="14" y="25"/>
                    <a:pt x="14" y="53"/>
                  </a:cubicBezTo>
                  <a:cubicBezTo>
                    <a:pt x="14" y="78"/>
                    <a:pt x="29" y="93"/>
                    <a:pt x="52" y="93"/>
                  </a:cubicBezTo>
                  <a:cubicBezTo>
                    <a:pt x="59" y="93"/>
                    <a:pt x="65" y="92"/>
                    <a:pt x="71" y="90"/>
                  </a:cubicBezTo>
                  <a:cubicBezTo>
                    <a:pt x="71" y="51"/>
                    <a:pt x="71" y="51"/>
                    <a:pt x="71" y="51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4" y="99"/>
                    <a:pt x="84" y="99"/>
                    <a:pt x="84" y="99"/>
                  </a:cubicBezTo>
                  <a:cubicBezTo>
                    <a:pt x="74" y="103"/>
                    <a:pt x="62" y="105"/>
                    <a:pt x="50" y="10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5" name="Rectangle 112">
              <a:extLst>
                <a:ext uri="{FF2B5EF4-FFF2-40B4-BE49-F238E27FC236}">
                  <a16:creationId xmlns:a16="http://schemas.microsoft.com/office/drawing/2014/main" id="{B6CF6802-D53D-4169-B726-7FD09942CB5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45" y="1671"/>
              <a:ext cx="33" cy="2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6" name="Freeform 113">
              <a:extLst>
                <a:ext uri="{FF2B5EF4-FFF2-40B4-BE49-F238E27FC236}">
                  <a16:creationId xmlns:a16="http://schemas.microsoft.com/office/drawing/2014/main" id="{74C03BEE-0515-46C2-943B-1ECD9DB8074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642" y="1669"/>
              <a:ext cx="196" cy="247"/>
            </a:xfrm>
            <a:custGeom>
              <a:avLst/>
              <a:gdLst>
                <a:gd name="T0" fmla="*/ 26 w 83"/>
                <a:gd name="T1" fmla="*/ 104 h 104"/>
                <a:gd name="T2" fmla="*/ 0 w 83"/>
                <a:gd name="T3" fmla="*/ 103 h 104"/>
                <a:gd name="T4" fmla="*/ 0 w 83"/>
                <a:gd name="T5" fmla="*/ 1 h 104"/>
                <a:gd name="T6" fmla="*/ 31 w 83"/>
                <a:gd name="T7" fmla="*/ 0 h 104"/>
                <a:gd name="T8" fmla="*/ 83 w 83"/>
                <a:gd name="T9" fmla="*/ 51 h 104"/>
                <a:gd name="T10" fmla="*/ 26 w 83"/>
                <a:gd name="T11" fmla="*/ 104 h 104"/>
                <a:gd name="T12" fmla="*/ 29 w 83"/>
                <a:gd name="T13" fmla="*/ 12 h 104"/>
                <a:gd name="T14" fmla="*/ 14 w 83"/>
                <a:gd name="T15" fmla="*/ 12 h 104"/>
                <a:gd name="T16" fmla="*/ 14 w 83"/>
                <a:gd name="T17" fmla="*/ 91 h 104"/>
                <a:gd name="T18" fmla="*/ 28 w 83"/>
                <a:gd name="T19" fmla="*/ 92 h 104"/>
                <a:gd name="T20" fmla="*/ 68 w 83"/>
                <a:gd name="T21" fmla="*/ 52 h 104"/>
                <a:gd name="T22" fmla="*/ 29 w 83"/>
                <a:gd name="T23" fmla="*/ 1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3" h="104">
                  <a:moveTo>
                    <a:pt x="26" y="104"/>
                  </a:moveTo>
                  <a:cubicBezTo>
                    <a:pt x="16" y="104"/>
                    <a:pt x="8" y="103"/>
                    <a:pt x="0" y="10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19" y="0"/>
                    <a:pt x="31" y="0"/>
                  </a:cubicBezTo>
                  <a:cubicBezTo>
                    <a:pt x="64" y="0"/>
                    <a:pt x="83" y="16"/>
                    <a:pt x="83" y="51"/>
                  </a:cubicBezTo>
                  <a:cubicBezTo>
                    <a:pt x="83" y="86"/>
                    <a:pt x="60" y="104"/>
                    <a:pt x="26" y="104"/>
                  </a:cubicBezTo>
                  <a:close/>
                  <a:moveTo>
                    <a:pt x="29" y="12"/>
                  </a:moveTo>
                  <a:cubicBezTo>
                    <a:pt x="24" y="12"/>
                    <a:pt x="18" y="12"/>
                    <a:pt x="14" y="12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8" y="92"/>
                    <a:pt x="23" y="92"/>
                    <a:pt x="28" y="92"/>
                  </a:cubicBezTo>
                  <a:cubicBezTo>
                    <a:pt x="52" y="92"/>
                    <a:pt x="68" y="80"/>
                    <a:pt x="68" y="52"/>
                  </a:cubicBezTo>
                  <a:cubicBezTo>
                    <a:pt x="68" y="26"/>
                    <a:pt x="56" y="12"/>
                    <a:pt x="29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7" name="Freeform 114">
              <a:extLst>
                <a:ext uri="{FF2B5EF4-FFF2-40B4-BE49-F238E27FC236}">
                  <a16:creationId xmlns:a16="http://schemas.microsoft.com/office/drawing/2014/main" id="{7A8EC942-81C1-418D-8C4D-7013E515F48E}"/>
                </a:ext>
              </a:extLst>
            </p:cNvPr>
            <p:cNvSpPr>
              <a:spLocks/>
            </p:cNvSpPr>
            <p:nvPr/>
          </p:nvSpPr>
          <p:spPr bwMode="gray">
            <a:xfrm>
              <a:off x="883" y="1671"/>
              <a:ext cx="126" cy="243"/>
            </a:xfrm>
            <a:custGeom>
              <a:avLst/>
              <a:gdLst>
                <a:gd name="T0" fmla="*/ 0 w 126"/>
                <a:gd name="T1" fmla="*/ 243 h 243"/>
                <a:gd name="T2" fmla="*/ 0 w 126"/>
                <a:gd name="T3" fmla="*/ 0 h 243"/>
                <a:gd name="T4" fmla="*/ 126 w 126"/>
                <a:gd name="T5" fmla="*/ 0 h 243"/>
                <a:gd name="T6" fmla="*/ 126 w 126"/>
                <a:gd name="T7" fmla="*/ 26 h 243"/>
                <a:gd name="T8" fmla="*/ 33 w 126"/>
                <a:gd name="T9" fmla="*/ 26 h 243"/>
                <a:gd name="T10" fmla="*/ 33 w 126"/>
                <a:gd name="T11" fmla="*/ 105 h 243"/>
                <a:gd name="T12" fmla="*/ 121 w 126"/>
                <a:gd name="T13" fmla="*/ 105 h 243"/>
                <a:gd name="T14" fmla="*/ 121 w 126"/>
                <a:gd name="T15" fmla="*/ 131 h 243"/>
                <a:gd name="T16" fmla="*/ 33 w 126"/>
                <a:gd name="T17" fmla="*/ 131 h 243"/>
                <a:gd name="T18" fmla="*/ 33 w 126"/>
                <a:gd name="T19" fmla="*/ 217 h 243"/>
                <a:gd name="T20" fmla="*/ 126 w 126"/>
                <a:gd name="T21" fmla="*/ 217 h 243"/>
                <a:gd name="T22" fmla="*/ 126 w 126"/>
                <a:gd name="T23" fmla="*/ 243 h 243"/>
                <a:gd name="T24" fmla="*/ 0 w 126"/>
                <a:gd name="T25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6" h="243">
                  <a:moveTo>
                    <a:pt x="0" y="243"/>
                  </a:moveTo>
                  <a:lnTo>
                    <a:pt x="0" y="0"/>
                  </a:lnTo>
                  <a:lnTo>
                    <a:pt x="126" y="0"/>
                  </a:lnTo>
                  <a:lnTo>
                    <a:pt x="126" y="26"/>
                  </a:lnTo>
                  <a:lnTo>
                    <a:pt x="33" y="26"/>
                  </a:lnTo>
                  <a:lnTo>
                    <a:pt x="33" y="105"/>
                  </a:lnTo>
                  <a:lnTo>
                    <a:pt x="121" y="105"/>
                  </a:lnTo>
                  <a:lnTo>
                    <a:pt x="121" y="131"/>
                  </a:lnTo>
                  <a:lnTo>
                    <a:pt x="33" y="131"/>
                  </a:lnTo>
                  <a:lnTo>
                    <a:pt x="33" y="217"/>
                  </a:lnTo>
                  <a:lnTo>
                    <a:pt x="126" y="217"/>
                  </a:lnTo>
                  <a:lnTo>
                    <a:pt x="126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8" name="Freeform 115">
              <a:extLst>
                <a:ext uri="{FF2B5EF4-FFF2-40B4-BE49-F238E27FC236}">
                  <a16:creationId xmlns:a16="http://schemas.microsoft.com/office/drawing/2014/main" id="{B128454C-4528-437B-91DB-D59CF1A47D3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035" y="1671"/>
              <a:ext cx="215" cy="243"/>
            </a:xfrm>
            <a:custGeom>
              <a:avLst/>
              <a:gdLst>
                <a:gd name="T0" fmla="*/ 75 w 91"/>
                <a:gd name="T1" fmla="*/ 102 h 102"/>
                <a:gd name="T2" fmla="*/ 66 w 91"/>
                <a:gd name="T3" fmla="*/ 78 h 102"/>
                <a:gd name="T4" fmla="*/ 23 w 91"/>
                <a:gd name="T5" fmla="*/ 78 h 102"/>
                <a:gd name="T6" fmla="*/ 14 w 91"/>
                <a:gd name="T7" fmla="*/ 102 h 102"/>
                <a:gd name="T8" fmla="*/ 0 w 91"/>
                <a:gd name="T9" fmla="*/ 102 h 102"/>
                <a:gd name="T10" fmla="*/ 37 w 91"/>
                <a:gd name="T11" fmla="*/ 0 h 102"/>
                <a:gd name="T12" fmla="*/ 53 w 91"/>
                <a:gd name="T13" fmla="*/ 0 h 102"/>
                <a:gd name="T14" fmla="*/ 91 w 91"/>
                <a:gd name="T15" fmla="*/ 102 h 102"/>
                <a:gd name="T16" fmla="*/ 75 w 91"/>
                <a:gd name="T17" fmla="*/ 102 h 102"/>
                <a:gd name="T18" fmla="*/ 49 w 91"/>
                <a:gd name="T19" fmla="*/ 29 h 102"/>
                <a:gd name="T20" fmla="*/ 45 w 91"/>
                <a:gd name="T21" fmla="*/ 15 h 102"/>
                <a:gd name="T22" fmla="*/ 44 w 91"/>
                <a:gd name="T23" fmla="*/ 15 h 102"/>
                <a:gd name="T24" fmla="*/ 40 w 91"/>
                <a:gd name="T25" fmla="*/ 29 h 102"/>
                <a:gd name="T26" fmla="*/ 26 w 91"/>
                <a:gd name="T27" fmla="*/ 67 h 102"/>
                <a:gd name="T28" fmla="*/ 63 w 91"/>
                <a:gd name="T29" fmla="*/ 67 h 102"/>
                <a:gd name="T30" fmla="*/ 49 w 91"/>
                <a:gd name="T31" fmla="*/ 29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" h="102">
                  <a:moveTo>
                    <a:pt x="75" y="102"/>
                  </a:moveTo>
                  <a:cubicBezTo>
                    <a:pt x="66" y="78"/>
                    <a:pt x="66" y="78"/>
                    <a:pt x="66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91" y="102"/>
                    <a:pt x="91" y="102"/>
                    <a:pt x="91" y="102"/>
                  </a:cubicBezTo>
                  <a:lnTo>
                    <a:pt x="75" y="102"/>
                  </a:lnTo>
                  <a:close/>
                  <a:moveTo>
                    <a:pt x="49" y="29"/>
                  </a:moveTo>
                  <a:cubicBezTo>
                    <a:pt x="47" y="24"/>
                    <a:pt x="46" y="20"/>
                    <a:pt x="45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3" y="20"/>
                    <a:pt x="42" y="24"/>
                    <a:pt x="40" y="29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63" y="67"/>
                    <a:pt x="63" y="67"/>
                    <a:pt x="63" y="67"/>
                  </a:cubicBezTo>
                  <a:lnTo>
                    <a:pt x="49" y="2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9" name="Freeform 116">
              <a:extLst>
                <a:ext uri="{FF2B5EF4-FFF2-40B4-BE49-F238E27FC236}">
                  <a16:creationId xmlns:a16="http://schemas.microsoft.com/office/drawing/2014/main" id="{E277A322-D9B0-406B-AE11-787C98C27989}"/>
                </a:ext>
              </a:extLst>
            </p:cNvPr>
            <p:cNvSpPr>
              <a:spLocks/>
            </p:cNvSpPr>
            <p:nvPr/>
          </p:nvSpPr>
          <p:spPr bwMode="gray">
            <a:xfrm>
              <a:off x="1274" y="1666"/>
              <a:ext cx="144" cy="253"/>
            </a:xfrm>
            <a:custGeom>
              <a:avLst/>
              <a:gdLst>
                <a:gd name="T0" fmla="*/ 23 w 61"/>
                <a:gd name="T1" fmla="*/ 106 h 106"/>
                <a:gd name="T2" fmla="*/ 1 w 61"/>
                <a:gd name="T3" fmla="*/ 103 h 106"/>
                <a:gd name="T4" fmla="*/ 2 w 61"/>
                <a:gd name="T5" fmla="*/ 90 h 106"/>
                <a:gd name="T6" fmla="*/ 24 w 61"/>
                <a:gd name="T7" fmla="*/ 94 h 106"/>
                <a:gd name="T8" fmla="*/ 46 w 61"/>
                <a:gd name="T9" fmla="*/ 76 h 106"/>
                <a:gd name="T10" fmla="*/ 0 w 61"/>
                <a:gd name="T11" fmla="*/ 30 h 106"/>
                <a:gd name="T12" fmla="*/ 36 w 61"/>
                <a:gd name="T13" fmla="*/ 0 h 106"/>
                <a:gd name="T14" fmla="*/ 54 w 61"/>
                <a:gd name="T15" fmla="*/ 2 h 106"/>
                <a:gd name="T16" fmla="*/ 53 w 61"/>
                <a:gd name="T17" fmla="*/ 15 h 106"/>
                <a:gd name="T18" fmla="*/ 35 w 61"/>
                <a:gd name="T19" fmla="*/ 12 h 106"/>
                <a:gd name="T20" fmla="*/ 14 w 61"/>
                <a:gd name="T21" fmla="*/ 28 h 106"/>
                <a:gd name="T22" fmla="*/ 61 w 61"/>
                <a:gd name="T23" fmla="*/ 74 h 106"/>
                <a:gd name="T24" fmla="*/ 23 w 61"/>
                <a:gd name="T2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106">
                  <a:moveTo>
                    <a:pt x="23" y="106"/>
                  </a:moveTo>
                  <a:cubicBezTo>
                    <a:pt x="15" y="106"/>
                    <a:pt x="7" y="105"/>
                    <a:pt x="1" y="103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9" y="92"/>
                    <a:pt x="16" y="94"/>
                    <a:pt x="24" y="94"/>
                  </a:cubicBezTo>
                  <a:cubicBezTo>
                    <a:pt x="36" y="94"/>
                    <a:pt x="46" y="89"/>
                    <a:pt x="46" y="76"/>
                  </a:cubicBezTo>
                  <a:cubicBezTo>
                    <a:pt x="46" y="53"/>
                    <a:pt x="0" y="62"/>
                    <a:pt x="0" y="30"/>
                  </a:cubicBezTo>
                  <a:cubicBezTo>
                    <a:pt x="0" y="13"/>
                    <a:pt x="13" y="0"/>
                    <a:pt x="36" y="0"/>
                  </a:cubicBezTo>
                  <a:cubicBezTo>
                    <a:pt x="42" y="0"/>
                    <a:pt x="48" y="1"/>
                    <a:pt x="54" y="2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47" y="13"/>
                    <a:pt x="41" y="12"/>
                    <a:pt x="35" y="12"/>
                  </a:cubicBezTo>
                  <a:cubicBezTo>
                    <a:pt x="21" y="12"/>
                    <a:pt x="14" y="18"/>
                    <a:pt x="14" y="28"/>
                  </a:cubicBezTo>
                  <a:cubicBezTo>
                    <a:pt x="14" y="50"/>
                    <a:pt x="61" y="42"/>
                    <a:pt x="61" y="74"/>
                  </a:cubicBezTo>
                  <a:cubicBezTo>
                    <a:pt x="61" y="93"/>
                    <a:pt x="46" y="106"/>
                    <a:pt x="23" y="10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0" name="Freeform 117">
              <a:extLst>
                <a:ext uri="{FF2B5EF4-FFF2-40B4-BE49-F238E27FC236}">
                  <a16:creationId xmlns:a16="http://schemas.microsoft.com/office/drawing/2014/main" id="{C798CB1B-A4A8-4594-B6CD-899385D66F3D}"/>
                </a:ext>
              </a:extLst>
            </p:cNvPr>
            <p:cNvSpPr>
              <a:spLocks/>
            </p:cNvSpPr>
            <p:nvPr/>
          </p:nvSpPr>
          <p:spPr bwMode="gray">
            <a:xfrm>
              <a:off x="1515" y="1671"/>
              <a:ext cx="173" cy="243"/>
            </a:xfrm>
            <a:custGeom>
              <a:avLst/>
              <a:gdLst>
                <a:gd name="T0" fmla="*/ 104 w 173"/>
                <a:gd name="T1" fmla="*/ 29 h 243"/>
                <a:gd name="T2" fmla="*/ 104 w 173"/>
                <a:gd name="T3" fmla="*/ 243 h 243"/>
                <a:gd name="T4" fmla="*/ 71 w 173"/>
                <a:gd name="T5" fmla="*/ 243 h 243"/>
                <a:gd name="T6" fmla="*/ 71 w 173"/>
                <a:gd name="T7" fmla="*/ 29 h 243"/>
                <a:gd name="T8" fmla="*/ 0 w 173"/>
                <a:gd name="T9" fmla="*/ 29 h 243"/>
                <a:gd name="T10" fmla="*/ 0 w 173"/>
                <a:gd name="T11" fmla="*/ 0 h 243"/>
                <a:gd name="T12" fmla="*/ 173 w 173"/>
                <a:gd name="T13" fmla="*/ 0 h 243"/>
                <a:gd name="T14" fmla="*/ 173 w 173"/>
                <a:gd name="T15" fmla="*/ 29 h 243"/>
                <a:gd name="T16" fmla="*/ 104 w 173"/>
                <a:gd name="T17" fmla="*/ 29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243">
                  <a:moveTo>
                    <a:pt x="104" y="29"/>
                  </a:moveTo>
                  <a:lnTo>
                    <a:pt x="104" y="243"/>
                  </a:lnTo>
                  <a:lnTo>
                    <a:pt x="71" y="243"/>
                  </a:lnTo>
                  <a:lnTo>
                    <a:pt x="71" y="29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73" y="0"/>
                  </a:lnTo>
                  <a:lnTo>
                    <a:pt x="173" y="29"/>
                  </a:lnTo>
                  <a:lnTo>
                    <a:pt x="104" y="2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1" name="Freeform 118">
              <a:extLst>
                <a:ext uri="{FF2B5EF4-FFF2-40B4-BE49-F238E27FC236}">
                  <a16:creationId xmlns:a16="http://schemas.microsoft.com/office/drawing/2014/main" id="{A6F3C57B-099C-4C95-8DAA-978582D0829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97" y="1666"/>
              <a:ext cx="223" cy="253"/>
            </a:xfrm>
            <a:custGeom>
              <a:avLst/>
              <a:gdLst>
                <a:gd name="T0" fmla="*/ 45 w 94"/>
                <a:gd name="T1" fmla="*/ 106 h 106"/>
                <a:gd name="T2" fmla="*/ 0 w 94"/>
                <a:gd name="T3" fmla="*/ 54 h 106"/>
                <a:gd name="T4" fmla="*/ 48 w 94"/>
                <a:gd name="T5" fmla="*/ 0 h 106"/>
                <a:gd name="T6" fmla="*/ 94 w 94"/>
                <a:gd name="T7" fmla="*/ 52 h 106"/>
                <a:gd name="T8" fmla="*/ 45 w 94"/>
                <a:gd name="T9" fmla="*/ 106 h 106"/>
                <a:gd name="T10" fmla="*/ 47 w 94"/>
                <a:gd name="T11" fmla="*/ 13 h 106"/>
                <a:gd name="T12" fmla="*/ 14 w 94"/>
                <a:gd name="T13" fmla="*/ 52 h 106"/>
                <a:gd name="T14" fmla="*/ 46 w 94"/>
                <a:gd name="T15" fmla="*/ 93 h 106"/>
                <a:gd name="T16" fmla="*/ 79 w 94"/>
                <a:gd name="T17" fmla="*/ 54 h 106"/>
                <a:gd name="T18" fmla="*/ 47 w 94"/>
                <a:gd name="T19" fmla="*/ 1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" h="106">
                  <a:moveTo>
                    <a:pt x="45" y="106"/>
                  </a:moveTo>
                  <a:cubicBezTo>
                    <a:pt x="14" y="106"/>
                    <a:pt x="0" y="85"/>
                    <a:pt x="0" y="54"/>
                  </a:cubicBezTo>
                  <a:cubicBezTo>
                    <a:pt x="0" y="20"/>
                    <a:pt x="21" y="0"/>
                    <a:pt x="48" y="0"/>
                  </a:cubicBezTo>
                  <a:cubicBezTo>
                    <a:pt x="76" y="0"/>
                    <a:pt x="94" y="18"/>
                    <a:pt x="94" y="52"/>
                  </a:cubicBezTo>
                  <a:cubicBezTo>
                    <a:pt x="94" y="86"/>
                    <a:pt x="72" y="106"/>
                    <a:pt x="45" y="106"/>
                  </a:cubicBezTo>
                  <a:close/>
                  <a:moveTo>
                    <a:pt x="47" y="13"/>
                  </a:moveTo>
                  <a:cubicBezTo>
                    <a:pt x="30" y="13"/>
                    <a:pt x="14" y="26"/>
                    <a:pt x="14" y="52"/>
                  </a:cubicBezTo>
                  <a:cubicBezTo>
                    <a:pt x="14" y="77"/>
                    <a:pt x="25" y="93"/>
                    <a:pt x="46" y="93"/>
                  </a:cubicBezTo>
                  <a:cubicBezTo>
                    <a:pt x="63" y="93"/>
                    <a:pt x="79" y="80"/>
                    <a:pt x="79" y="54"/>
                  </a:cubicBezTo>
                  <a:cubicBezTo>
                    <a:pt x="79" y="27"/>
                    <a:pt x="67" y="13"/>
                    <a:pt x="47" y="1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2" name="Freeform 119">
              <a:extLst>
                <a:ext uri="{FF2B5EF4-FFF2-40B4-BE49-F238E27FC236}">
                  <a16:creationId xmlns:a16="http://schemas.microsoft.com/office/drawing/2014/main" id="{0F7841D5-4D5F-4517-805E-800726B09C94}"/>
                </a:ext>
              </a:extLst>
            </p:cNvPr>
            <p:cNvSpPr>
              <a:spLocks/>
            </p:cNvSpPr>
            <p:nvPr/>
          </p:nvSpPr>
          <p:spPr bwMode="gray">
            <a:xfrm>
              <a:off x="2061" y="1671"/>
              <a:ext cx="121" cy="243"/>
            </a:xfrm>
            <a:custGeom>
              <a:avLst/>
              <a:gdLst>
                <a:gd name="T0" fmla="*/ 0 w 121"/>
                <a:gd name="T1" fmla="*/ 243 h 243"/>
                <a:gd name="T2" fmla="*/ 0 w 121"/>
                <a:gd name="T3" fmla="*/ 0 h 243"/>
                <a:gd name="T4" fmla="*/ 34 w 121"/>
                <a:gd name="T5" fmla="*/ 0 h 243"/>
                <a:gd name="T6" fmla="*/ 34 w 121"/>
                <a:gd name="T7" fmla="*/ 214 h 243"/>
                <a:gd name="T8" fmla="*/ 121 w 121"/>
                <a:gd name="T9" fmla="*/ 214 h 243"/>
                <a:gd name="T10" fmla="*/ 121 w 121"/>
                <a:gd name="T11" fmla="*/ 243 h 243"/>
                <a:gd name="T12" fmla="*/ 0 w 121"/>
                <a:gd name="T13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243">
                  <a:moveTo>
                    <a:pt x="0" y="243"/>
                  </a:moveTo>
                  <a:lnTo>
                    <a:pt x="0" y="0"/>
                  </a:lnTo>
                  <a:lnTo>
                    <a:pt x="34" y="0"/>
                  </a:lnTo>
                  <a:lnTo>
                    <a:pt x="34" y="214"/>
                  </a:lnTo>
                  <a:lnTo>
                    <a:pt x="121" y="214"/>
                  </a:lnTo>
                  <a:lnTo>
                    <a:pt x="121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3" name="Rectangle 120">
              <a:extLst>
                <a:ext uri="{FF2B5EF4-FFF2-40B4-BE49-F238E27FC236}">
                  <a16:creationId xmlns:a16="http://schemas.microsoft.com/office/drawing/2014/main" id="{9B7CCF39-2217-4ECB-BC02-50481311BCD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25" y="1671"/>
              <a:ext cx="33" cy="2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4" name="Freeform 121">
              <a:extLst>
                <a:ext uri="{FF2B5EF4-FFF2-40B4-BE49-F238E27FC236}">
                  <a16:creationId xmlns:a16="http://schemas.microsoft.com/office/drawing/2014/main" id="{286BDA6E-9CB2-4242-9E34-18895AF10C35}"/>
                </a:ext>
              </a:extLst>
            </p:cNvPr>
            <p:cNvSpPr>
              <a:spLocks/>
            </p:cNvSpPr>
            <p:nvPr/>
          </p:nvSpPr>
          <p:spPr bwMode="gray">
            <a:xfrm>
              <a:off x="2329" y="1671"/>
              <a:ext cx="125" cy="243"/>
            </a:xfrm>
            <a:custGeom>
              <a:avLst/>
              <a:gdLst>
                <a:gd name="T0" fmla="*/ 33 w 125"/>
                <a:gd name="T1" fmla="*/ 26 h 243"/>
                <a:gd name="T2" fmla="*/ 33 w 125"/>
                <a:gd name="T3" fmla="*/ 107 h 243"/>
                <a:gd name="T4" fmla="*/ 120 w 125"/>
                <a:gd name="T5" fmla="*/ 107 h 243"/>
                <a:gd name="T6" fmla="*/ 120 w 125"/>
                <a:gd name="T7" fmla="*/ 133 h 243"/>
                <a:gd name="T8" fmla="*/ 33 w 125"/>
                <a:gd name="T9" fmla="*/ 133 h 243"/>
                <a:gd name="T10" fmla="*/ 33 w 125"/>
                <a:gd name="T11" fmla="*/ 243 h 243"/>
                <a:gd name="T12" fmla="*/ 0 w 125"/>
                <a:gd name="T13" fmla="*/ 243 h 243"/>
                <a:gd name="T14" fmla="*/ 0 w 125"/>
                <a:gd name="T15" fmla="*/ 0 h 243"/>
                <a:gd name="T16" fmla="*/ 125 w 125"/>
                <a:gd name="T17" fmla="*/ 0 h 243"/>
                <a:gd name="T18" fmla="*/ 125 w 125"/>
                <a:gd name="T19" fmla="*/ 26 h 243"/>
                <a:gd name="T20" fmla="*/ 33 w 125"/>
                <a:gd name="T21" fmla="*/ 26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" h="243">
                  <a:moveTo>
                    <a:pt x="33" y="26"/>
                  </a:moveTo>
                  <a:lnTo>
                    <a:pt x="33" y="107"/>
                  </a:lnTo>
                  <a:lnTo>
                    <a:pt x="120" y="107"/>
                  </a:lnTo>
                  <a:lnTo>
                    <a:pt x="120" y="133"/>
                  </a:lnTo>
                  <a:lnTo>
                    <a:pt x="33" y="133"/>
                  </a:lnTo>
                  <a:lnTo>
                    <a:pt x="33" y="243"/>
                  </a:lnTo>
                  <a:lnTo>
                    <a:pt x="0" y="243"/>
                  </a:lnTo>
                  <a:lnTo>
                    <a:pt x="0" y="0"/>
                  </a:lnTo>
                  <a:lnTo>
                    <a:pt x="125" y="0"/>
                  </a:lnTo>
                  <a:lnTo>
                    <a:pt x="125" y="26"/>
                  </a:lnTo>
                  <a:lnTo>
                    <a:pt x="33" y="2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5" name="Freeform 122">
              <a:extLst>
                <a:ext uri="{FF2B5EF4-FFF2-40B4-BE49-F238E27FC236}">
                  <a16:creationId xmlns:a16="http://schemas.microsoft.com/office/drawing/2014/main" id="{343E70BB-FBCF-4017-BAD6-AE2ACE0C7BDA}"/>
                </a:ext>
              </a:extLst>
            </p:cNvPr>
            <p:cNvSpPr>
              <a:spLocks/>
            </p:cNvSpPr>
            <p:nvPr/>
          </p:nvSpPr>
          <p:spPr bwMode="gray">
            <a:xfrm>
              <a:off x="2499" y="1671"/>
              <a:ext cx="123" cy="243"/>
            </a:xfrm>
            <a:custGeom>
              <a:avLst/>
              <a:gdLst>
                <a:gd name="T0" fmla="*/ 0 w 123"/>
                <a:gd name="T1" fmla="*/ 243 h 243"/>
                <a:gd name="T2" fmla="*/ 0 w 123"/>
                <a:gd name="T3" fmla="*/ 0 h 243"/>
                <a:gd name="T4" fmla="*/ 123 w 123"/>
                <a:gd name="T5" fmla="*/ 0 h 243"/>
                <a:gd name="T6" fmla="*/ 123 w 123"/>
                <a:gd name="T7" fmla="*/ 26 h 243"/>
                <a:gd name="T8" fmla="*/ 33 w 123"/>
                <a:gd name="T9" fmla="*/ 26 h 243"/>
                <a:gd name="T10" fmla="*/ 33 w 123"/>
                <a:gd name="T11" fmla="*/ 105 h 243"/>
                <a:gd name="T12" fmla="*/ 121 w 123"/>
                <a:gd name="T13" fmla="*/ 105 h 243"/>
                <a:gd name="T14" fmla="*/ 121 w 123"/>
                <a:gd name="T15" fmla="*/ 131 h 243"/>
                <a:gd name="T16" fmla="*/ 33 w 123"/>
                <a:gd name="T17" fmla="*/ 131 h 243"/>
                <a:gd name="T18" fmla="*/ 33 w 123"/>
                <a:gd name="T19" fmla="*/ 217 h 243"/>
                <a:gd name="T20" fmla="*/ 123 w 123"/>
                <a:gd name="T21" fmla="*/ 217 h 243"/>
                <a:gd name="T22" fmla="*/ 123 w 123"/>
                <a:gd name="T23" fmla="*/ 243 h 243"/>
                <a:gd name="T24" fmla="*/ 0 w 123"/>
                <a:gd name="T25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3" h="243">
                  <a:moveTo>
                    <a:pt x="0" y="243"/>
                  </a:moveTo>
                  <a:lnTo>
                    <a:pt x="0" y="0"/>
                  </a:lnTo>
                  <a:lnTo>
                    <a:pt x="123" y="0"/>
                  </a:lnTo>
                  <a:lnTo>
                    <a:pt x="123" y="26"/>
                  </a:lnTo>
                  <a:lnTo>
                    <a:pt x="33" y="26"/>
                  </a:lnTo>
                  <a:lnTo>
                    <a:pt x="33" y="105"/>
                  </a:lnTo>
                  <a:lnTo>
                    <a:pt x="121" y="105"/>
                  </a:lnTo>
                  <a:lnTo>
                    <a:pt x="121" y="131"/>
                  </a:lnTo>
                  <a:lnTo>
                    <a:pt x="33" y="131"/>
                  </a:lnTo>
                  <a:lnTo>
                    <a:pt x="33" y="217"/>
                  </a:lnTo>
                  <a:lnTo>
                    <a:pt x="123" y="217"/>
                  </a:lnTo>
                  <a:lnTo>
                    <a:pt x="123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6" name="Oval 123">
              <a:extLst>
                <a:ext uri="{FF2B5EF4-FFF2-40B4-BE49-F238E27FC236}">
                  <a16:creationId xmlns:a16="http://schemas.microsoft.com/office/drawing/2014/main" id="{1A42AE6E-148A-47D9-B117-A9C1EAD1D4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2" y="1873"/>
              <a:ext cx="42" cy="46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7" name="Rectangle 124">
              <a:extLst>
                <a:ext uri="{FF2B5EF4-FFF2-40B4-BE49-F238E27FC236}">
                  <a16:creationId xmlns:a16="http://schemas.microsoft.com/office/drawing/2014/main" id="{6F150DBE-8AE0-49B4-8B74-09130797E6A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1" y="1181"/>
              <a:ext cx="33" cy="88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169" name="Picture 168">
            <a:extLst>
              <a:ext uri="{FF2B5EF4-FFF2-40B4-BE49-F238E27FC236}">
                <a16:creationId xmlns:a16="http://schemas.microsoft.com/office/drawing/2014/main" id="{09603218-C91E-49D9-88DA-F1F837A3BE0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C"/>
              </a:clrFrom>
              <a:clrTo>
                <a:srgbClr val="FFFE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45379" y="-112571"/>
            <a:ext cx="1438899" cy="1421492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429D37B6-0C50-45DD-8A91-7A3245840D11}"/>
              </a:ext>
            </a:extLst>
          </p:cNvPr>
          <p:cNvSpPr txBox="1"/>
          <p:nvPr/>
        </p:nvSpPr>
        <p:spPr>
          <a:xfrm>
            <a:off x="335124" y="2590368"/>
            <a:ext cx="54345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 love Jelly! </a:t>
            </a:r>
            <a:r>
              <a:rPr lang="en-US" sz="1400" dirty="0"/>
              <a:t>Spoonable yogurt/fresh cheese with the layer of jelly on the bottom.</a:t>
            </a:r>
            <a:endParaRPr lang="ru-RU" sz="14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CCEB6FD-3E44-4252-B991-1BDE17C103E7}"/>
              </a:ext>
            </a:extLst>
          </p:cNvPr>
          <p:cNvSpPr txBox="1"/>
          <p:nvPr/>
        </p:nvSpPr>
        <p:spPr>
          <a:xfrm>
            <a:off x="2918063" y="3640902"/>
            <a:ext cx="28435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Fresh and juicy </a:t>
            </a:r>
            <a:r>
              <a:rPr lang="de-DE" sz="1400" dirty="0"/>
              <a:t>spring</a:t>
            </a:r>
            <a:r>
              <a:rPr lang="en-US" sz="1400" dirty="0"/>
              <a:t>y layer of fruit jelly will bring new and exiting sensation to dairy treat </a:t>
            </a:r>
            <a:endParaRPr lang="ru-RU" sz="1400" dirty="0"/>
          </a:p>
        </p:txBody>
      </p:sp>
      <p:pic>
        <p:nvPicPr>
          <p:cNvPr id="4" name="Picture 2" descr="Strawberry Jell-o Dessert | The easiest hack to make these gorgeous  STRAWBERRY JELL-O DESSERTS! Strawberry Jell-o + Strawberry Cheesecake  Mousse! FULL RECIPE:... | By Chelsea's Messy Apron | Facebook">
            <a:extLst>
              <a:ext uri="{FF2B5EF4-FFF2-40B4-BE49-F238E27FC236}">
                <a16:creationId xmlns:a16="http://schemas.microsoft.com/office/drawing/2014/main" id="{E2E64521-53BB-444F-91BD-980130373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84" y="3189160"/>
            <a:ext cx="1793997" cy="179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44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6B8EFA4-8C97-436B-AC9A-3ED06E773710}"/>
              </a:ext>
            </a:extLst>
          </p:cNvPr>
          <p:cNvCxnSpPr/>
          <p:nvPr/>
        </p:nvCxnSpPr>
        <p:spPr>
          <a:xfrm>
            <a:off x="-23797" y="2997873"/>
            <a:ext cx="1534167" cy="0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536A30E0-4384-4C33-806B-3F292CC5A910}"/>
              </a:ext>
            </a:extLst>
          </p:cNvPr>
          <p:cNvCxnSpPr/>
          <p:nvPr/>
        </p:nvCxnSpPr>
        <p:spPr>
          <a:xfrm>
            <a:off x="4120064" y="2818307"/>
            <a:ext cx="1044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0704AFB2-016A-4E47-8B20-EF2CE449B5B6}"/>
              </a:ext>
            </a:extLst>
          </p:cNvPr>
          <p:cNvSpPr/>
          <p:nvPr/>
        </p:nvSpPr>
        <p:spPr>
          <a:xfrm>
            <a:off x="4152962" y="2377097"/>
            <a:ext cx="3325361" cy="39406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20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Reasony Why</a:t>
            </a: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14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68602" algn="l"/>
              </a:tabLst>
              <a:defRPr/>
            </a:pPr>
            <a:r>
              <a:rPr kumimoji="0" lang="en-US" alt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Attracting consumer attention with popular taste profiles from other food categories.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Using cross-category inspirations to uplift consumer liking und spur consumer interest.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Ideal for seasonal or limited-time offerings.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Addressing younger target groups (young adults and kids).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Dairy &amp; Plant-based indulgence.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35858528-825E-41C0-A756-A9BE97EFD100}"/>
              </a:ext>
            </a:extLst>
          </p:cNvPr>
          <p:cNvSpPr txBox="1">
            <a:spLocks/>
          </p:cNvSpPr>
          <p:nvPr/>
        </p:nvSpPr>
        <p:spPr bwMode="gray">
          <a:xfrm>
            <a:off x="8006289" y="490155"/>
            <a:ext cx="3846747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1042896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lang="de-DE" sz="1600" b="0" i="0" u="none" strike="noStrike" kern="1200" baseline="0">
                <a:solidFill>
                  <a:schemeClr val="tx1"/>
                </a:solidFill>
                <a:latin typeface="+mj-lt"/>
                <a:ea typeface="Verdana" pitchFamily="34" charset="0"/>
                <a:cs typeface="Verdana" pitchFamily="34" charset="0"/>
              </a:defRPr>
            </a:lvl1pPr>
            <a:lvl2pPr marL="432010" indent="-216005" algn="l" defTabSz="542841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tabLst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4432308" indent="-260724" algn="l" defTabSz="104289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428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Verdana" pitchFamily="34" charset="0"/>
              </a:rPr>
              <a:t>Indulgent product concepts for dairy &amp; plant-based drinks – inspired by delicious baked goods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D58A290-391F-4AAF-9A68-5162414FBF17}"/>
              </a:ext>
            </a:extLst>
          </p:cNvPr>
          <p:cNvCxnSpPr/>
          <p:nvPr/>
        </p:nvCxnSpPr>
        <p:spPr>
          <a:xfrm>
            <a:off x="8059283" y="2818307"/>
            <a:ext cx="1044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78250D5A-6725-4EF1-AEDA-32A01046E695}"/>
              </a:ext>
            </a:extLst>
          </p:cNvPr>
          <p:cNvSpPr/>
          <p:nvPr/>
        </p:nvSpPr>
        <p:spPr>
          <a:xfrm>
            <a:off x="8092181" y="2377097"/>
            <a:ext cx="3760855" cy="18129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20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Product Value</a:t>
            </a: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14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We are using our all-in-one solutions to create authentic and well-rounded taste profiles – based on fruit- and non-fruit preparations.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78F70E6-193B-4195-B3B3-98181DBFC69D}"/>
              </a:ext>
            </a:extLst>
          </p:cNvPr>
          <p:cNvSpPr/>
          <p:nvPr/>
        </p:nvSpPr>
        <p:spPr>
          <a:xfrm flipV="1">
            <a:off x="7867345" y="4487383"/>
            <a:ext cx="4324656" cy="1828399"/>
          </a:xfrm>
          <a:prstGeom prst="rect">
            <a:avLst/>
          </a:prstGeom>
          <a:solidFill>
            <a:srgbClr val="E9EFF7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0" tIns="65300" rIns="65300" bIns="653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5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64DD81C-3D83-402D-985B-B251D8EC0582}"/>
              </a:ext>
            </a:extLst>
          </p:cNvPr>
          <p:cNvSpPr/>
          <p:nvPr/>
        </p:nvSpPr>
        <p:spPr>
          <a:xfrm>
            <a:off x="8233278" y="4685026"/>
            <a:ext cx="2111672" cy="25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e-DE" sz="1632" b="0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OUR</a:t>
            </a:r>
            <a:r>
              <a:rPr kumimoji="0" lang="en-GB" altLang="de-DE" sz="1632" b="1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SOLUTIONS</a:t>
            </a:r>
            <a:endParaRPr kumimoji="0" lang="en-GB" altLang="de-DE" sz="998" b="0" i="0" u="none" strike="noStrike" kern="1200" cap="none" spc="0" normalizeH="0" baseline="0" noProof="0" dirty="0">
              <a:ln>
                <a:noFill/>
              </a:ln>
              <a:solidFill>
                <a:srgbClr val="0023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883A645-4F43-4EC3-9FB9-70F5714EFC46}"/>
              </a:ext>
            </a:extLst>
          </p:cNvPr>
          <p:cNvSpPr txBox="1"/>
          <p:nvPr/>
        </p:nvSpPr>
        <p:spPr>
          <a:xfrm>
            <a:off x="8233278" y="5038093"/>
            <a:ext cx="3619758" cy="13680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70" b="1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Ingredient</a:t>
            </a:r>
            <a:r>
              <a:rPr kumimoji="0" lang="de-DE" sz="1270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Systems &amp; Natural Taste Solutions: </a:t>
            </a:r>
            <a:r>
              <a:rPr kumimoji="0" 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Fruit- &amp; Non-Fruit </a:t>
            </a:r>
            <a:r>
              <a:rPr kumimoji="0" lang="de-DE" sz="1270" b="0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Preparations</a:t>
            </a:r>
            <a:r>
              <a:rPr kumimoji="0" 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, Natural </a:t>
            </a:r>
            <a:r>
              <a:rPr kumimoji="0" lang="de-DE" sz="1270" b="0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Flavours</a:t>
            </a: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70" b="1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Cereals</a:t>
            </a:r>
            <a:r>
              <a:rPr kumimoji="0" lang="de-DE" sz="1270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, </a:t>
            </a:r>
            <a:r>
              <a:rPr kumimoji="0" lang="de-DE" sz="1270" b="1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Nuts</a:t>
            </a:r>
            <a:r>
              <a:rPr kumimoji="0" lang="de-DE" sz="1270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&amp; Pulses: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70" b="0" i="0" u="none" strike="noStrike" kern="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Plant-based Ingredients and Bases</a:t>
            </a: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B330E57C-6905-47A8-B73B-6BAE1075720B}"/>
              </a:ext>
            </a:extLst>
          </p:cNvPr>
          <p:cNvGrpSpPr/>
          <p:nvPr/>
        </p:nvGrpSpPr>
        <p:grpSpPr>
          <a:xfrm>
            <a:off x="7749131" y="4637634"/>
            <a:ext cx="344374" cy="346004"/>
            <a:chOff x="7964408" y="3577944"/>
            <a:chExt cx="407701" cy="409632"/>
          </a:xfrm>
        </p:grpSpPr>
        <p:sp>
          <p:nvSpPr>
            <p:cNvPr id="28" name="Freeform 413">
              <a:extLst>
                <a:ext uri="{FF2B5EF4-FFF2-40B4-BE49-F238E27FC236}">
                  <a16:creationId xmlns:a16="http://schemas.microsoft.com/office/drawing/2014/main" id="{6130E3C3-A4C2-4073-AE85-0FBAB4203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1967" y="3746275"/>
              <a:ext cx="72583" cy="72583"/>
            </a:xfrm>
            <a:custGeom>
              <a:avLst/>
              <a:gdLst>
                <a:gd name="T0" fmla="*/ 40 w 79"/>
                <a:gd name="T1" fmla="*/ 79 h 79"/>
                <a:gd name="T2" fmla="*/ 0 w 79"/>
                <a:gd name="T3" fmla="*/ 39 h 79"/>
                <a:gd name="T4" fmla="*/ 8 w 79"/>
                <a:gd name="T5" fmla="*/ 31 h 79"/>
                <a:gd name="T6" fmla="*/ 16 w 79"/>
                <a:gd name="T7" fmla="*/ 39 h 79"/>
                <a:gd name="T8" fmla="*/ 40 w 79"/>
                <a:gd name="T9" fmla="*/ 63 h 79"/>
                <a:gd name="T10" fmla="*/ 63 w 79"/>
                <a:gd name="T11" fmla="*/ 39 h 79"/>
                <a:gd name="T12" fmla="*/ 40 w 79"/>
                <a:gd name="T13" fmla="*/ 16 h 79"/>
                <a:gd name="T14" fmla="*/ 32 w 79"/>
                <a:gd name="T15" fmla="*/ 8 h 79"/>
                <a:gd name="T16" fmla="*/ 40 w 79"/>
                <a:gd name="T17" fmla="*/ 0 h 79"/>
                <a:gd name="T18" fmla="*/ 79 w 79"/>
                <a:gd name="T19" fmla="*/ 39 h 79"/>
                <a:gd name="T20" fmla="*/ 40 w 79"/>
                <a:gd name="T2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" h="79">
                  <a:moveTo>
                    <a:pt x="40" y="79"/>
                  </a:moveTo>
                  <a:cubicBezTo>
                    <a:pt x="18" y="79"/>
                    <a:pt x="0" y="61"/>
                    <a:pt x="0" y="39"/>
                  </a:cubicBezTo>
                  <a:cubicBezTo>
                    <a:pt x="0" y="35"/>
                    <a:pt x="3" y="31"/>
                    <a:pt x="8" y="31"/>
                  </a:cubicBezTo>
                  <a:cubicBezTo>
                    <a:pt x="12" y="31"/>
                    <a:pt x="16" y="35"/>
                    <a:pt x="16" y="39"/>
                  </a:cubicBezTo>
                  <a:cubicBezTo>
                    <a:pt x="16" y="53"/>
                    <a:pt x="26" y="63"/>
                    <a:pt x="40" y="63"/>
                  </a:cubicBezTo>
                  <a:cubicBezTo>
                    <a:pt x="53" y="63"/>
                    <a:pt x="63" y="53"/>
                    <a:pt x="63" y="39"/>
                  </a:cubicBezTo>
                  <a:cubicBezTo>
                    <a:pt x="63" y="26"/>
                    <a:pt x="53" y="16"/>
                    <a:pt x="40" y="16"/>
                  </a:cubicBezTo>
                  <a:cubicBezTo>
                    <a:pt x="35" y="16"/>
                    <a:pt x="32" y="12"/>
                    <a:pt x="32" y="8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61" y="0"/>
                    <a:pt x="79" y="18"/>
                    <a:pt x="79" y="39"/>
                  </a:cubicBezTo>
                  <a:cubicBezTo>
                    <a:pt x="79" y="61"/>
                    <a:pt x="61" y="79"/>
                    <a:pt x="40" y="79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9" name="Freeform 414">
              <a:extLst>
                <a:ext uri="{FF2B5EF4-FFF2-40B4-BE49-F238E27FC236}">
                  <a16:creationId xmlns:a16="http://schemas.microsoft.com/office/drawing/2014/main" id="{86A0E2D5-492B-4CE1-BBE5-EBC17573C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5098" y="3659021"/>
              <a:ext cx="246319" cy="247478"/>
            </a:xfrm>
            <a:custGeom>
              <a:avLst/>
              <a:gdLst>
                <a:gd name="T0" fmla="*/ 135 w 269"/>
                <a:gd name="T1" fmla="*/ 269 h 269"/>
                <a:gd name="T2" fmla="*/ 0 w 269"/>
                <a:gd name="T3" fmla="*/ 134 h 269"/>
                <a:gd name="T4" fmla="*/ 23 w 269"/>
                <a:gd name="T5" fmla="*/ 59 h 269"/>
                <a:gd name="T6" fmla="*/ 34 w 269"/>
                <a:gd name="T7" fmla="*/ 57 h 269"/>
                <a:gd name="T8" fmla="*/ 37 w 269"/>
                <a:gd name="T9" fmla="*/ 68 h 269"/>
                <a:gd name="T10" fmla="*/ 16 w 269"/>
                <a:gd name="T11" fmla="*/ 134 h 269"/>
                <a:gd name="T12" fmla="*/ 135 w 269"/>
                <a:gd name="T13" fmla="*/ 253 h 269"/>
                <a:gd name="T14" fmla="*/ 253 w 269"/>
                <a:gd name="T15" fmla="*/ 134 h 269"/>
                <a:gd name="T16" fmla="*/ 135 w 269"/>
                <a:gd name="T17" fmla="*/ 16 h 269"/>
                <a:gd name="T18" fmla="*/ 74 w 269"/>
                <a:gd name="T19" fmla="*/ 32 h 269"/>
                <a:gd name="T20" fmla="*/ 63 w 269"/>
                <a:gd name="T21" fmla="*/ 30 h 269"/>
                <a:gd name="T22" fmla="*/ 66 w 269"/>
                <a:gd name="T23" fmla="*/ 19 h 269"/>
                <a:gd name="T24" fmla="*/ 135 w 269"/>
                <a:gd name="T25" fmla="*/ 0 h 269"/>
                <a:gd name="T26" fmla="*/ 269 w 269"/>
                <a:gd name="T27" fmla="*/ 134 h 269"/>
                <a:gd name="T28" fmla="*/ 135 w 269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9" h="269">
                  <a:moveTo>
                    <a:pt x="135" y="269"/>
                  </a:moveTo>
                  <a:cubicBezTo>
                    <a:pt x="60" y="269"/>
                    <a:pt x="0" y="209"/>
                    <a:pt x="0" y="134"/>
                  </a:cubicBezTo>
                  <a:cubicBezTo>
                    <a:pt x="0" y="107"/>
                    <a:pt x="8" y="81"/>
                    <a:pt x="23" y="59"/>
                  </a:cubicBezTo>
                  <a:cubicBezTo>
                    <a:pt x="26" y="55"/>
                    <a:pt x="31" y="54"/>
                    <a:pt x="34" y="57"/>
                  </a:cubicBezTo>
                  <a:cubicBezTo>
                    <a:pt x="38" y="59"/>
                    <a:pt x="39" y="64"/>
                    <a:pt x="37" y="68"/>
                  </a:cubicBezTo>
                  <a:cubicBezTo>
                    <a:pt x="23" y="87"/>
                    <a:pt x="16" y="110"/>
                    <a:pt x="16" y="134"/>
                  </a:cubicBezTo>
                  <a:cubicBezTo>
                    <a:pt x="16" y="200"/>
                    <a:pt x="69" y="253"/>
                    <a:pt x="135" y="253"/>
                  </a:cubicBezTo>
                  <a:cubicBezTo>
                    <a:pt x="200" y="253"/>
                    <a:pt x="253" y="200"/>
                    <a:pt x="253" y="134"/>
                  </a:cubicBezTo>
                  <a:cubicBezTo>
                    <a:pt x="253" y="69"/>
                    <a:pt x="200" y="16"/>
                    <a:pt x="135" y="16"/>
                  </a:cubicBezTo>
                  <a:cubicBezTo>
                    <a:pt x="113" y="16"/>
                    <a:pt x="92" y="22"/>
                    <a:pt x="74" y="32"/>
                  </a:cubicBezTo>
                  <a:cubicBezTo>
                    <a:pt x="70" y="35"/>
                    <a:pt x="65" y="33"/>
                    <a:pt x="63" y="30"/>
                  </a:cubicBezTo>
                  <a:cubicBezTo>
                    <a:pt x="61" y="26"/>
                    <a:pt x="62" y="21"/>
                    <a:pt x="66" y="19"/>
                  </a:cubicBezTo>
                  <a:cubicBezTo>
                    <a:pt x="87" y="6"/>
                    <a:pt x="110" y="0"/>
                    <a:pt x="135" y="0"/>
                  </a:cubicBezTo>
                  <a:cubicBezTo>
                    <a:pt x="209" y="0"/>
                    <a:pt x="269" y="60"/>
                    <a:pt x="269" y="134"/>
                  </a:cubicBezTo>
                  <a:cubicBezTo>
                    <a:pt x="269" y="209"/>
                    <a:pt x="209" y="269"/>
                    <a:pt x="135" y="269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0" name="Freeform 415">
              <a:extLst>
                <a:ext uri="{FF2B5EF4-FFF2-40B4-BE49-F238E27FC236}">
                  <a16:creationId xmlns:a16="http://schemas.microsoft.com/office/drawing/2014/main" id="{C51CFF90-14A3-4CED-857C-8A76D713F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408" y="3577944"/>
              <a:ext cx="407701" cy="409632"/>
            </a:xfrm>
            <a:custGeom>
              <a:avLst/>
              <a:gdLst>
                <a:gd name="T0" fmla="*/ 223 w 445"/>
                <a:gd name="T1" fmla="*/ 445 h 445"/>
                <a:gd name="T2" fmla="*/ 0 w 445"/>
                <a:gd name="T3" fmla="*/ 222 h 445"/>
                <a:gd name="T4" fmla="*/ 39 w 445"/>
                <a:gd name="T5" fmla="*/ 96 h 445"/>
                <a:gd name="T6" fmla="*/ 50 w 445"/>
                <a:gd name="T7" fmla="*/ 94 h 445"/>
                <a:gd name="T8" fmla="*/ 52 w 445"/>
                <a:gd name="T9" fmla="*/ 105 h 445"/>
                <a:gd name="T10" fmla="*/ 16 w 445"/>
                <a:gd name="T11" fmla="*/ 222 h 445"/>
                <a:gd name="T12" fmla="*/ 223 w 445"/>
                <a:gd name="T13" fmla="*/ 429 h 445"/>
                <a:gd name="T14" fmla="*/ 429 w 445"/>
                <a:gd name="T15" fmla="*/ 222 h 445"/>
                <a:gd name="T16" fmla="*/ 223 w 445"/>
                <a:gd name="T17" fmla="*/ 16 h 445"/>
                <a:gd name="T18" fmla="*/ 110 w 445"/>
                <a:gd name="T19" fmla="*/ 49 h 445"/>
                <a:gd name="T20" fmla="*/ 99 w 445"/>
                <a:gd name="T21" fmla="*/ 47 h 445"/>
                <a:gd name="T22" fmla="*/ 102 w 445"/>
                <a:gd name="T23" fmla="*/ 35 h 445"/>
                <a:gd name="T24" fmla="*/ 223 w 445"/>
                <a:gd name="T25" fmla="*/ 0 h 445"/>
                <a:gd name="T26" fmla="*/ 445 w 445"/>
                <a:gd name="T27" fmla="*/ 222 h 445"/>
                <a:gd name="T28" fmla="*/ 223 w 445"/>
                <a:gd name="T29" fmla="*/ 44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5" h="445">
                  <a:moveTo>
                    <a:pt x="223" y="445"/>
                  </a:moveTo>
                  <a:cubicBezTo>
                    <a:pt x="100" y="445"/>
                    <a:pt x="0" y="345"/>
                    <a:pt x="0" y="222"/>
                  </a:cubicBezTo>
                  <a:cubicBezTo>
                    <a:pt x="0" y="177"/>
                    <a:pt x="13" y="134"/>
                    <a:pt x="39" y="96"/>
                  </a:cubicBezTo>
                  <a:cubicBezTo>
                    <a:pt x="42" y="93"/>
                    <a:pt x="47" y="92"/>
                    <a:pt x="50" y="94"/>
                  </a:cubicBezTo>
                  <a:cubicBezTo>
                    <a:pt x="54" y="97"/>
                    <a:pt x="55" y="102"/>
                    <a:pt x="52" y="105"/>
                  </a:cubicBezTo>
                  <a:cubicBezTo>
                    <a:pt x="28" y="140"/>
                    <a:pt x="16" y="180"/>
                    <a:pt x="16" y="222"/>
                  </a:cubicBezTo>
                  <a:cubicBezTo>
                    <a:pt x="16" y="336"/>
                    <a:pt x="109" y="429"/>
                    <a:pt x="223" y="429"/>
                  </a:cubicBezTo>
                  <a:cubicBezTo>
                    <a:pt x="336" y="429"/>
                    <a:pt x="429" y="336"/>
                    <a:pt x="429" y="222"/>
                  </a:cubicBezTo>
                  <a:cubicBezTo>
                    <a:pt x="429" y="109"/>
                    <a:pt x="336" y="16"/>
                    <a:pt x="223" y="16"/>
                  </a:cubicBezTo>
                  <a:cubicBezTo>
                    <a:pt x="183" y="16"/>
                    <a:pt x="144" y="27"/>
                    <a:pt x="110" y="49"/>
                  </a:cubicBezTo>
                  <a:cubicBezTo>
                    <a:pt x="107" y="51"/>
                    <a:pt x="102" y="50"/>
                    <a:pt x="99" y="47"/>
                  </a:cubicBezTo>
                  <a:cubicBezTo>
                    <a:pt x="97" y="43"/>
                    <a:pt x="98" y="38"/>
                    <a:pt x="102" y="35"/>
                  </a:cubicBezTo>
                  <a:cubicBezTo>
                    <a:pt x="138" y="12"/>
                    <a:pt x="179" y="0"/>
                    <a:pt x="223" y="0"/>
                  </a:cubicBezTo>
                  <a:cubicBezTo>
                    <a:pt x="345" y="0"/>
                    <a:pt x="445" y="100"/>
                    <a:pt x="445" y="222"/>
                  </a:cubicBezTo>
                  <a:cubicBezTo>
                    <a:pt x="445" y="345"/>
                    <a:pt x="345" y="445"/>
                    <a:pt x="223" y="445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1" name="Freeform 416">
              <a:extLst>
                <a:ext uri="{FF2B5EF4-FFF2-40B4-BE49-F238E27FC236}">
                  <a16:creationId xmlns:a16="http://schemas.microsoft.com/office/drawing/2014/main" id="{AD5165E8-F8A2-40C4-AE09-8D055AB51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5060" y="3645894"/>
              <a:ext cx="138217" cy="138217"/>
            </a:xfrm>
            <a:custGeom>
              <a:avLst/>
              <a:gdLst>
                <a:gd name="T0" fmla="*/ 142 w 151"/>
                <a:gd name="T1" fmla="*/ 150 h 150"/>
                <a:gd name="T2" fmla="*/ 136 w 151"/>
                <a:gd name="T3" fmla="*/ 148 h 150"/>
                <a:gd name="T4" fmla="*/ 4 w 151"/>
                <a:gd name="T5" fmla="*/ 15 h 150"/>
                <a:gd name="T6" fmla="*/ 4 w 151"/>
                <a:gd name="T7" fmla="*/ 3 h 150"/>
                <a:gd name="T8" fmla="*/ 15 w 151"/>
                <a:gd name="T9" fmla="*/ 3 h 150"/>
                <a:gd name="T10" fmla="*/ 147 w 151"/>
                <a:gd name="T11" fmla="*/ 137 h 150"/>
                <a:gd name="T12" fmla="*/ 147 w 151"/>
                <a:gd name="T13" fmla="*/ 148 h 150"/>
                <a:gd name="T14" fmla="*/ 142 w 151"/>
                <a:gd name="T15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50">
                  <a:moveTo>
                    <a:pt x="142" y="150"/>
                  </a:moveTo>
                  <a:cubicBezTo>
                    <a:pt x="140" y="150"/>
                    <a:pt x="138" y="150"/>
                    <a:pt x="136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1"/>
                    <a:pt x="0" y="6"/>
                    <a:pt x="4" y="3"/>
                  </a:cubicBezTo>
                  <a:cubicBezTo>
                    <a:pt x="7" y="0"/>
                    <a:pt x="12" y="0"/>
                    <a:pt x="15" y="3"/>
                  </a:cubicBezTo>
                  <a:cubicBezTo>
                    <a:pt x="147" y="137"/>
                    <a:pt x="147" y="137"/>
                    <a:pt x="147" y="137"/>
                  </a:cubicBezTo>
                  <a:cubicBezTo>
                    <a:pt x="151" y="140"/>
                    <a:pt x="151" y="145"/>
                    <a:pt x="147" y="148"/>
                  </a:cubicBezTo>
                  <a:cubicBezTo>
                    <a:pt x="146" y="150"/>
                    <a:pt x="144" y="150"/>
                    <a:pt x="142" y="150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2" name="Freeform 417">
              <a:extLst>
                <a:ext uri="{FF2B5EF4-FFF2-40B4-BE49-F238E27FC236}">
                  <a16:creationId xmlns:a16="http://schemas.microsoft.com/office/drawing/2014/main" id="{32A0AD29-F733-4569-A97F-FDDC4D75A0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68268" y="3579488"/>
              <a:ext cx="84938" cy="86868"/>
            </a:xfrm>
            <a:custGeom>
              <a:avLst/>
              <a:gdLst>
                <a:gd name="T0" fmla="*/ 70 w 93"/>
                <a:gd name="T1" fmla="*/ 94 h 94"/>
                <a:gd name="T2" fmla="*/ 69 w 93"/>
                <a:gd name="T3" fmla="*/ 94 h 94"/>
                <a:gd name="T4" fmla="*/ 3 w 93"/>
                <a:gd name="T5" fmla="*/ 46 h 94"/>
                <a:gd name="T6" fmla="*/ 2 w 93"/>
                <a:gd name="T7" fmla="*/ 33 h 94"/>
                <a:gd name="T8" fmla="*/ 14 w 93"/>
                <a:gd name="T9" fmla="*/ 27 h 94"/>
                <a:gd name="T10" fmla="*/ 28 w 93"/>
                <a:gd name="T11" fmla="*/ 30 h 94"/>
                <a:gd name="T12" fmla="*/ 26 w 93"/>
                <a:gd name="T13" fmla="*/ 13 h 94"/>
                <a:gd name="T14" fmla="*/ 32 w 93"/>
                <a:gd name="T15" fmla="*/ 2 h 94"/>
                <a:gd name="T16" fmla="*/ 44 w 93"/>
                <a:gd name="T17" fmla="*/ 3 h 94"/>
                <a:gd name="T18" fmla="*/ 93 w 93"/>
                <a:gd name="T19" fmla="*/ 68 h 94"/>
                <a:gd name="T20" fmla="*/ 87 w 93"/>
                <a:gd name="T21" fmla="*/ 86 h 94"/>
                <a:gd name="T22" fmla="*/ 70 w 93"/>
                <a:gd name="T23" fmla="*/ 94 h 94"/>
                <a:gd name="T24" fmla="*/ 25 w 93"/>
                <a:gd name="T25" fmla="*/ 46 h 94"/>
                <a:gd name="T26" fmla="*/ 69 w 93"/>
                <a:gd name="T27" fmla="*/ 78 h 94"/>
                <a:gd name="T28" fmla="*/ 75 w 93"/>
                <a:gd name="T29" fmla="*/ 75 h 94"/>
                <a:gd name="T30" fmla="*/ 77 w 93"/>
                <a:gd name="T31" fmla="*/ 69 h 94"/>
                <a:gd name="T32" fmla="*/ 44 w 93"/>
                <a:gd name="T33" fmla="*/ 24 h 94"/>
                <a:gd name="T34" fmla="*/ 45 w 93"/>
                <a:gd name="T35" fmla="*/ 35 h 94"/>
                <a:gd name="T36" fmla="*/ 42 w 93"/>
                <a:gd name="T37" fmla="*/ 44 h 94"/>
                <a:gd name="T38" fmla="*/ 32 w 93"/>
                <a:gd name="T39" fmla="*/ 47 h 94"/>
                <a:gd name="T40" fmla="*/ 25 w 93"/>
                <a:gd name="T41" fmla="*/ 46 h 94"/>
                <a:gd name="T42" fmla="*/ 11 w 93"/>
                <a:gd name="T43" fmla="*/ 43 h 94"/>
                <a:gd name="T44" fmla="*/ 11 w 93"/>
                <a:gd name="T45" fmla="*/ 43 h 94"/>
                <a:gd name="T46" fmla="*/ 11 w 93"/>
                <a:gd name="T47" fmla="*/ 4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3" h="94">
                  <a:moveTo>
                    <a:pt x="70" y="94"/>
                  </a:moveTo>
                  <a:cubicBezTo>
                    <a:pt x="69" y="94"/>
                    <a:pt x="69" y="94"/>
                    <a:pt x="69" y="94"/>
                  </a:cubicBezTo>
                  <a:cubicBezTo>
                    <a:pt x="48" y="93"/>
                    <a:pt x="22" y="67"/>
                    <a:pt x="3" y="46"/>
                  </a:cubicBezTo>
                  <a:cubicBezTo>
                    <a:pt x="0" y="42"/>
                    <a:pt x="0" y="37"/>
                    <a:pt x="2" y="33"/>
                  </a:cubicBezTo>
                  <a:cubicBezTo>
                    <a:pt x="5" y="29"/>
                    <a:pt x="9" y="26"/>
                    <a:pt x="14" y="27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8"/>
                    <a:pt x="28" y="4"/>
                    <a:pt x="32" y="2"/>
                  </a:cubicBezTo>
                  <a:cubicBezTo>
                    <a:pt x="36" y="0"/>
                    <a:pt x="41" y="0"/>
                    <a:pt x="44" y="3"/>
                  </a:cubicBezTo>
                  <a:cubicBezTo>
                    <a:pt x="62" y="18"/>
                    <a:pt x="92" y="46"/>
                    <a:pt x="93" y="68"/>
                  </a:cubicBezTo>
                  <a:cubicBezTo>
                    <a:pt x="93" y="75"/>
                    <a:pt x="91" y="81"/>
                    <a:pt x="87" y="86"/>
                  </a:cubicBezTo>
                  <a:cubicBezTo>
                    <a:pt x="82" y="91"/>
                    <a:pt x="76" y="94"/>
                    <a:pt x="70" y="94"/>
                  </a:cubicBezTo>
                  <a:close/>
                  <a:moveTo>
                    <a:pt x="25" y="46"/>
                  </a:moveTo>
                  <a:cubicBezTo>
                    <a:pt x="43" y="65"/>
                    <a:pt x="60" y="77"/>
                    <a:pt x="69" y="78"/>
                  </a:cubicBezTo>
                  <a:cubicBezTo>
                    <a:pt x="72" y="78"/>
                    <a:pt x="73" y="77"/>
                    <a:pt x="75" y="75"/>
                  </a:cubicBezTo>
                  <a:cubicBezTo>
                    <a:pt x="77" y="74"/>
                    <a:pt x="77" y="72"/>
                    <a:pt x="77" y="69"/>
                  </a:cubicBezTo>
                  <a:cubicBezTo>
                    <a:pt x="76" y="59"/>
                    <a:pt x="64" y="42"/>
                    <a:pt x="44" y="24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6" y="38"/>
                    <a:pt x="44" y="42"/>
                    <a:pt x="42" y="44"/>
                  </a:cubicBezTo>
                  <a:cubicBezTo>
                    <a:pt x="39" y="47"/>
                    <a:pt x="36" y="48"/>
                    <a:pt x="32" y="47"/>
                  </a:cubicBezTo>
                  <a:lnTo>
                    <a:pt x="25" y="46"/>
                  </a:ln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1" y="43"/>
                    <a:pt x="11" y="43"/>
                    <a:pt x="11" y="43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pic>
        <p:nvPicPr>
          <p:cNvPr id="3074" name="Picture 2" descr="Group Of Children Eating Jelly At Outdoor Tea Party Stock Photo - Download  Image Now - iStock">
            <a:extLst>
              <a:ext uri="{FF2B5EF4-FFF2-40B4-BE49-F238E27FC236}">
                <a16:creationId xmlns:a16="http://schemas.microsoft.com/office/drawing/2014/main" id="{8F6BAA66-AB5C-4973-9363-749925E495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12"/>
          <a:stretch/>
        </p:blipFill>
        <p:spPr bwMode="auto">
          <a:xfrm>
            <a:off x="-19880" y="0"/>
            <a:ext cx="3688674" cy="3314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790+ Person Eating Jello Stock Photos, Pictures &amp; Royalty-Free Images -  iStock">
            <a:extLst>
              <a:ext uri="{FF2B5EF4-FFF2-40B4-BE49-F238E27FC236}">
                <a16:creationId xmlns:a16="http://schemas.microsoft.com/office/drawing/2014/main" id="{A48FDF0A-AAC8-4331-A267-6351C75280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87"/>
          <a:stretch/>
        </p:blipFill>
        <p:spPr bwMode="auto">
          <a:xfrm>
            <a:off x="-23797" y="3269280"/>
            <a:ext cx="3674432" cy="363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0FCA7BC6-9DC7-4575-91FD-5C06EB554BF8}"/>
              </a:ext>
            </a:extLst>
          </p:cNvPr>
          <p:cNvSpPr txBox="1">
            <a:spLocks/>
          </p:cNvSpPr>
          <p:nvPr/>
        </p:nvSpPr>
        <p:spPr bwMode="gray">
          <a:xfrm>
            <a:off x="2091395" y="692318"/>
            <a:ext cx="4546265" cy="590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45802" rtl="0" eaLnBrk="1" latinLnBrk="0" hangingPunct="1">
              <a:lnSpc>
                <a:spcPct val="80000"/>
              </a:lnSpc>
              <a:spcBef>
                <a:spcPts val="0"/>
              </a:spcBef>
              <a:buFont typeface="Arial" pitchFamily="34" charset="0"/>
              <a:buNone/>
              <a:defRPr lang="de-DE" sz="5441" b="1" i="0" u="none" strike="noStrike" kern="1200" cap="none" baseline="0">
                <a:solidFill>
                  <a:schemeClr val="tx1"/>
                </a:solidFill>
                <a:latin typeface="+mj-lt"/>
                <a:ea typeface="Verdana" pitchFamily="34" charset="0"/>
                <a:cs typeface="Verdana" pitchFamily="34" charset="0"/>
              </a:defRPr>
            </a:lvl1pPr>
            <a:lvl2pPr marL="391790" indent="-195895" algn="l" defTabSz="492303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tabLst/>
              <a:defRPr sz="1451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defRPr sz="145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4019660" indent="-236451" algn="l" defTabSz="94580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45802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de-DE" sz="4799" dirty="0">
                <a:solidFill>
                  <a:srgbClr val="1D1D1F"/>
                </a:solidFill>
                <a:effectLst>
                  <a:glow rad="139700">
                    <a:srgbClr val="F5F5F7">
                      <a:satMod val="175000"/>
                      <a:alpha val="40000"/>
                    </a:srgbClr>
                  </a:glow>
                </a:effectLst>
                <a:latin typeface="Verdana"/>
              </a:rPr>
              <a:t>I </a:t>
            </a:r>
            <a:r>
              <a:rPr lang="de-DE" sz="4799" dirty="0" err="1">
                <a:solidFill>
                  <a:srgbClr val="1D1D1F"/>
                </a:solidFill>
                <a:effectLst>
                  <a:glow rad="139700">
                    <a:srgbClr val="F5F5F7">
                      <a:satMod val="175000"/>
                      <a:alpha val="40000"/>
                    </a:srgbClr>
                  </a:glow>
                </a:effectLst>
                <a:latin typeface="Verdana"/>
              </a:rPr>
              <a:t>love</a:t>
            </a:r>
            <a:r>
              <a:rPr lang="de-DE" sz="4799" dirty="0">
                <a:solidFill>
                  <a:srgbClr val="1D1D1F"/>
                </a:solidFill>
                <a:effectLst>
                  <a:glow rad="139700">
                    <a:srgbClr val="F5F5F7">
                      <a:satMod val="175000"/>
                      <a:alpha val="40000"/>
                    </a:srgbClr>
                  </a:glow>
                </a:effectLst>
                <a:latin typeface="Verdana"/>
              </a:rPr>
              <a:t> </a:t>
            </a:r>
            <a:r>
              <a:rPr lang="de-DE" sz="4799" dirty="0" err="1">
                <a:solidFill>
                  <a:srgbClr val="1D1D1F"/>
                </a:solidFill>
                <a:effectLst>
                  <a:glow rad="139700">
                    <a:srgbClr val="F5F5F7">
                      <a:satMod val="175000"/>
                      <a:alpha val="40000"/>
                    </a:srgbClr>
                  </a:glow>
                </a:effectLst>
                <a:latin typeface="Verdana"/>
              </a:rPr>
              <a:t>Jelly</a:t>
            </a:r>
            <a:endParaRPr kumimoji="0" lang="de-DE" sz="4799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>
                <a:glow rad="139700">
                  <a:srgbClr val="F5F5F7">
                    <a:satMod val="175000"/>
                    <a:alpha val="40000"/>
                  </a:srgbClr>
                </a:glow>
              </a:effectLst>
              <a:uLnTx/>
              <a:uFillTx/>
              <a:latin typeface="Verdana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376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F016D9-3B9E-4BA8-AA6A-487AB16565E7}"/>
              </a:ext>
            </a:extLst>
          </p:cNvPr>
          <p:cNvSpPr/>
          <p:nvPr/>
        </p:nvSpPr>
        <p:spPr>
          <a:xfrm>
            <a:off x="0" y="5340889"/>
            <a:ext cx="12192000" cy="1148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2BD2D4-AB33-45CE-BDA1-E8DAE788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55658"/>
            <a:ext cx="2743200" cy="365125"/>
          </a:xfrm>
        </p:spPr>
        <p:txBody>
          <a:bodyPr/>
          <a:lstStyle/>
          <a:p>
            <a:fld id="{A3947556-5217-4D5D-911D-F840C9E30AF7}" type="slidenum">
              <a:rPr lang="en-US" sz="1400" smtClea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en-US" sz="1400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931256B-48FC-44B2-BB67-CA7A731F8083}"/>
              </a:ext>
            </a:extLst>
          </p:cNvPr>
          <p:cNvSpPr/>
          <p:nvPr/>
        </p:nvSpPr>
        <p:spPr>
          <a:xfrm>
            <a:off x="10363200" y="466471"/>
            <a:ext cx="1828800" cy="5935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ángulo 1">
            <a:extLst>
              <a:ext uri="{FF2B5EF4-FFF2-40B4-BE49-F238E27FC236}">
                <a16:creationId xmlns:a16="http://schemas.microsoft.com/office/drawing/2014/main" id="{5BCD79D4-D9D7-43F9-86C3-76A3E3602D4E}"/>
              </a:ext>
            </a:extLst>
          </p:cNvPr>
          <p:cNvSpPr/>
          <p:nvPr/>
        </p:nvSpPr>
        <p:spPr>
          <a:xfrm>
            <a:off x="304800" y="423737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Company</a:t>
            </a:r>
          </a:p>
        </p:txBody>
      </p:sp>
      <p:sp>
        <p:nvSpPr>
          <p:cNvPr id="52" name="Rectángulo 7">
            <a:extLst>
              <a:ext uri="{FF2B5EF4-FFF2-40B4-BE49-F238E27FC236}">
                <a16:creationId xmlns:a16="http://schemas.microsoft.com/office/drawing/2014/main" id="{B2C9D6C7-B63E-4C43-8B11-5472B7D52199}"/>
              </a:ext>
            </a:extLst>
          </p:cNvPr>
          <p:cNvSpPr/>
          <p:nvPr/>
        </p:nvSpPr>
        <p:spPr>
          <a:xfrm>
            <a:off x="304800" y="1993443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SOLUTIONS PROPOSEES</a:t>
            </a:r>
          </a:p>
        </p:txBody>
      </p:sp>
      <p:sp>
        <p:nvSpPr>
          <p:cNvPr id="53" name="Rectángulo 8">
            <a:extLst>
              <a:ext uri="{FF2B5EF4-FFF2-40B4-BE49-F238E27FC236}">
                <a16:creationId xmlns:a16="http://schemas.microsoft.com/office/drawing/2014/main" id="{DD64379B-4D44-4A7E-B03F-84947C7A10E0}"/>
              </a:ext>
            </a:extLst>
          </p:cNvPr>
          <p:cNvSpPr/>
          <p:nvPr/>
        </p:nvSpPr>
        <p:spPr>
          <a:xfrm>
            <a:off x="414298" y="5305499"/>
            <a:ext cx="572703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60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Economical</a:t>
            </a:r>
            <a:r>
              <a:rPr lang="es-AR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performance</a:t>
            </a:r>
            <a:endParaRPr kumimoji="0" lang="es-A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EC334352-2D57-4F3A-9042-9DAB947F564B}"/>
              </a:ext>
            </a:extLst>
          </p:cNvPr>
          <p:cNvSpPr/>
          <p:nvPr/>
        </p:nvSpPr>
        <p:spPr>
          <a:xfrm>
            <a:off x="6300723" y="431802"/>
            <a:ext cx="2724132" cy="36947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</a:rPr>
              <a:t>FORCES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5" name="Rectángulo 11">
            <a:extLst>
              <a:ext uri="{FF2B5EF4-FFF2-40B4-BE49-F238E27FC236}">
                <a16:creationId xmlns:a16="http://schemas.microsoft.com/office/drawing/2014/main" id="{8D1F3DC6-8C4B-43EE-B6AC-12E2D16A76CF}"/>
              </a:ext>
            </a:extLst>
          </p:cNvPr>
          <p:cNvSpPr/>
          <p:nvPr/>
        </p:nvSpPr>
        <p:spPr>
          <a:xfrm>
            <a:off x="9220200" y="438591"/>
            <a:ext cx="2724132" cy="36268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CHALLENGES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6" name="Rectángulo 12">
            <a:extLst>
              <a:ext uri="{FF2B5EF4-FFF2-40B4-BE49-F238E27FC236}">
                <a16:creationId xmlns:a16="http://schemas.microsoft.com/office/drawing/2014/main" id="{43349294-E890-4FB1-8B9A-48C5CC0B7BDC}"/>
              </a:ext>
            </a:extLst>
          </p:cNvPr>
          <p:cNvSpPr/>
          <p:nvPr/>
        </p:nvSpPr>
        <p:spPr>
          <a:xfrm>
            <a:off x="6384762" y="3790308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Implementation costs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7" name="Rectángulo 13">
            <a:extLst>
              <a:ext uri="{FF2B5EF4-FFF2-40B4-BE49-F238E27FC236}">
                <a16:creationId xmlns:a16="http://schemas.microsoft.com/office/drawing/2014/main" id="{1A0FA339-7C3D-4D1A-B4CA-D352CA0318DA}"/>
              </a:ext>
            </a:extLst>
          </p:cNvPr>
          <p:cNvSpPr/>
          <p:nvPr/>
        </p:nvSpPr>
        <p:spPr>
          <a:xfrm>
            <a:off x="348650" y="913657"/>
            <a:ext cx="5727030" cy="95848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8" name="Rectángulo 14">
            <a:extLst>
              <a:ext uri="{FF2B5EF4-FFF2-40B4-BE49-F238E27FC236}">
                <a16:creationId xmlns:a16="http://schemas.microsoft.com/office/drawing/2014/main" id="{BD0EB13C-8F4F-4A5C-8116-41AEF0779B66}"/>
              </a:ext>
            </a:extLst>
          </p:cNvPr>
          <p:cNvSpPr/>
          <p:nvPr/>
        </p:nvSpPr>
        <p:spPr>
          <a:xfrm>
            <a:off x="348650" y="2493983"/>
            <a:ext cx="5727030" cy="273530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with </a:t>
            </a:r>
            <a:endParaRPr lang="ru-RU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ectángulo 15">
            <a:extLst>
              <a:ext uri="{FF2B5EF4-FFF2-40B4-BE49-F238E27FC236}">
                <a16:creationId xmlns:a16="http://schemas.microsoft.com/office/drawing/2014/main" id="{2613358C-5C6C-47C4-8D8E-35700687FFB7}"/>
              </a:ext>
            </a:extLst>
          </p:cNvPr>
          <p:cNvSpPr/>
          <p:nvPr/>
        </p:nvSpPr>
        <p:spPr>
          <a:xfrm>
            <a:off x="376289" y="5807762"/>
            <a:ext cx="5727030" cy="67579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s-AR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Sales</a:t>
            </a:r>
          </a:p>
        </p:txBody>
      </p:sp>
      <p:sp>
        <p:nvSpPr>
          <p:cNvPr id="60" name="Rectángulo 18">
            <a:extLst>
              <a:ext uri="{FF2B5EF4-FFF2-40B4-BE49-F238E27FC236}">
                <a16:creationId xmlns:a16="http://schemas.microsoft.com/office/drawing/2014/main" id="{AF8DF0D5-8DE6-431F-87B7-91E8C1B39D39}"/>
              </a:ext>
            </a:extLst>
          </p:cNvPr>
          <p:cNvSpPr/>
          <p:nvPr/>
        </p:nvSpPr>
        <p:spPr>
          <a:xfrm>
            <a:off x="6337690" y="927396"/>
            <a:ext cx="2724132" cy="16437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Clean label, natural </a:t>
            </a:r>
            <a:r>
              <a:rPr lang="en-US" sz="14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flavours</a:t>
            </a: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/colors, no sugar added - optional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1" name="Rectángulo 19">
            <a:extLst>
              <a:ext uri="{FF2B5EF4-FFF2-40B4-BE49-F238E27FC236}">
                <a16:creationId xmlns:a16="http://schemas.microsoft.com/office/drawing/2014/main" id="{1CB35A4D-3ECC-4C10-8366-819687032CFC}"/>
              </a:ext>
            </a:extLst>
          </p:cNvPr>
          <p:cNvSpPr/>
          <p:nvPr/>
        </p:nvSpPr>
        <p:spPr>
          <a:xfrm>
            <a:off x="9236236" y="923174"/>
            <a:ext cx="2724132" cy="162760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is no special adjustment required.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2" name="Rectángulo 20">
            <a:extLst>
              <a:ext uri="{FF2B5EF4-FFF2-40B4-BE49-F238E27FC236}">
                <a16:creationId xmlns:a16="http://schemas.microsoft.com/office/drawing/2014/main" id="{85DBA35B-B0E5-47DC-BC82-F5FBCB780EA0}"/>
              </a:ext>
            </a:extLst>
          </p:cNvPr>
          <p:cNvSpPr/>
          <p:nvPr/>
        </p:nvSpPr>
        <p:spPr>
          <a:xfrm>
            <a:off x="6384762" y="4247508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Usage of packing equipment of Petit Filous</a:t>
            </a:r>
          </a:p>
        </p:txBody>
      </p:sp>
      <p:sp>
        <p:nvSpPr>
          <p:cNvPr id="63" name="Rectángulo 12">
            <a:extLst>
              <a:ext uri="{FF2B5EF4-FFF2-40B4-BE49-F238E27FC236}">
                <a16:creationId xmlns:a16="http://schemas.microsoft.com/office/drawing/2014/main" id="{C158E373-640D-48C2-A001-A2CABA04172F}"/>
              </a:ext>
            </a:extLst>
          </p:cNvPr>
          <p:cNvSpPr/>
          <p:nvPr/>
        </p:nvSpPr>
        <p:spPr>
          <a:xfrm>
            <a:off x="6392780" y="4814121"/>
            <a:ext cx="5727030" cy="327467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Production solution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4" name="Rectángulo 20">
            <a:extLst>
              <a:ext uri="{FF2B5EF4-FFF2-40B4-BE49-F238E27FC236}">
                <a16:creationId xmlns:a16="http://schemas.microsoft.com/office/drawing/2014/main" id="{38853859-A83E-4809-835C-59EA27D05140}"/>
              </a:ext>
            </a:extLst>
          </p:cNvPr>
          <p:cNvSpPr/>
          <p:nvPr/>
        </p:nvSpPr>
        <p:spPr>
          <a:xfrm>
            <a:off x="6392780" y="5215440"/>
            <a:ext cx="5727030" cy="32746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5" name="Rectángulo 12">
            <a:extLst>
              <a:ext uri="{FF2B5EF4-FFF2-40B4-BE49-F238E27FC236}">
                <a16:creationId xmlns:a16="http://schemas.microsoft.com/office/drawing/2014/main" id="{A929AC1B-82A3-413F-80AE-977A8548E793}"/>
              </a:ext>
            </a:extLst>
          </p:cNvPr>
          <p:cNvSpPr/>
          <p:nvPr/>
        </p:nvSpPr>
        <p:spPr>
          <a:xfrm>
            <a:off x="9224209" y="3790308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Facilite d’implementation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6" name="Rectángulo 20">
            <a:extLst>
              <a:ext uri="{FF2B5EF4-FFF2-40B4-BE49-F238E27FC236}">
                <a16:creationId xmlns:a16="http://schemas.microsoft.com/office/drawing/2014/main" id="{0E4157A8-6E98-4BA3-B72D-887C40ABCBBC}"/>
              </a:ext>
            </a:extLst>
          </p:cNvPr>
          <p:cNvSpPr/>
          <p:nvPr/>
        </p:nvSpPr>
        <p:spPr>
          <a:xfrm>
            <a:off x="9210145" y="4237219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Ingredients are known and used in dairy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Rectángulo 20">
            <a:extLst>
              <a:ext uri="{FF2B5EF4-FFF2-40B4-BE49-F238E27FC236}">
                <a16:creationId xmlns:a16="http://schemas.microsoft.com/office/drawing/2014/main" id="{68339D44-C327-4052-A52A-545F3A6624FD}"/>
              </a:ext>
            </a:extLst>
          </p:cNvPr>
          <p:cNvSpPr/>
          <p:nvPr/>
        </p:nvSpPr>
        <p:spPr>
          <a:xfrm>
            <a:off x="6367380" y="6046368"/>
            <a:ext cx="5727030" cy="32746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Présentation:  Y                      Prototypes/Maquettes: Y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8" name="Rectángulo 12">
            <a:extLst>
              <a:ext uri="{FF2B5EF4-FFF2-40B4-BE49-F238E27FC236}">
                <a16:creationId xmlns:a16="http://schemas.microsoft.com/office/drawing/2014/main" id="{9E5B5AE6-EC32-49D8-B18C-A18A3B6C6DFD}"/>
              </a:ext>
            </a:extLst>
          </p:cNvPr>
          <p:cNvSpPr/>
          <p:nvPr/>
        </p:nvSpPr>
        <p:spPr>
          <a:xfrm>
            <a:off x="6361412" y="5638096"/>
            <a:ext cx="5727030" cy="3274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SUPPORT DE PRESENTATION CREATIVITY DAY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9" name="Rectángulo 12">
            <a:extLst>
              <a:ext uri="{FF2B5EF4-FFF2-40B4-BE49-F238E27FC236}">
                <a16:creationId xmlns:a16="http://schemas.microsoft.com/office/drawing/2014/main" id="{9856820F-A443-4C87-80E1-B780CA4DBC31}"/>
              </a:ext>
            </a:extLst>
          </p:cNvPr>
          <p:cNvSpPr/>
          <p:nvPr/>
        </p:nvSpPr>
        <p:spPr>
          <a:xfrm>
            <a:off x="6392780" y="2772000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TIME TO MARKET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ángulo 20">
            <a:extLst>
              <a:ext uri="{FF2B5EF4-FFF2-40B4-BE49-F238E27FC236}">
                <a16:creationId xmlns:a16="http://schemas.microsoft.com/office/drawing/2014/main" id="{1120FA02-EEB9-452A-B592-2E5A93E3E136}"/>
              </a:ext>
            </a:extLst>
          </p:cNvPr>
          <p:cNvSpPr/>
          <p:nvPr/>
        </p:nvSpPr>
        <p:spPr>
          <a:xfrm>
            <a:off x="6392780" y="3229200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Short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1" name="Rectángulo 12">
            <a:extLst>
              <a:ext uri="{FF2B5EF4-FFF2-40B4-BE49-F238E27FC236}">
                <a16:creationId xmlns:a16="http://schemas.microsoft.com/office/drawing/2014/main" id="{BB3A16E4-4E41-4177-984B-FCE06705A417}"/>
              </a:ext>
            </a:extLst>
          </p:cNvPr>
          <p:cNvSpPr/>
          <p:nvPr/>
        </p:nvSpPr>
        <p:spPr>
          <a:xfrm>
            <a:off x="9232227" y="2772000"/>
            <a:ext cx="2732150" cy="37753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Sales model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2" name="Rectángulo 20">
            <a:extLst>
              <a:ext uri="{FF2B5EF4-FFF2-40B4-BE49-F238E27FC236}">
                <a16:creationId xmlns:a16="http://schemas.microsoft.com/office/drawing/2014/main" id="{19112C3F-3E1F-489E-BE30-352B06CE768B}"/>
              </a:ext>
            </a:extLst>
          </p:cNvPr>
          <p:cNvSpPr/>
          <p:nvPr/>
        </p:nvSpPr>
        <p:spPr>
          <a:xfrm>
            <a:off x="9228218" y="3229200"/>
            <a:ext cx="2732150" cy="45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B2B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7" name="Gruppieren 582">
            <a:extLst>
              <a:ext uri="{FF2B5EF4-FFF2-40B4-BE49-F238E27FC236}">
                <a16:creationId xmlns:a16="http://schemas.microsoft.com/office/drawing/2014/main" id="{DF0ABAD8-BE80-40E6-BFE1-65DA9C066E8E}"/>
              </a:ext>
            </a:extLst>
          </p:cNvPr>
          <p:cNvGrpSpPr/>
          <p:nvPr/>
        </p:nvGrpSpPr>
        <p:grpSpPr bwMode="gray">
          <a:xfrm>
            <a:off x="1308920" y="1010280"/>
            <a:ext cx="1083134" cy="714549"/>
            <a:chOff x="8436334" y="244797"/>
            <a:chExt cx="1632504" cy="1096404"/>
          </a:xfrm>
          <a:solidFill>
            <a:schemeClr val="tx1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765304-D5CE-4A9C-A7D2-45F56AAF92D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842342" y="1024139"/>
              <a:ext cx="1226496" cy="18757"/>
            </a:xfrm>
            <a:prstGeom prst="rect">
              <a:avLst/>
            </a:prstGeom>
            <a:solidFill>
              <a:srgbClr val="4AA2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A57C190-C86C-4CDC-8EC1-188B6EB358A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594260" y="244797"/>
              <a:ext cx="296489" cy="251108"/>
            </a:xfrm>
            <a:custGeom>
              <a:avLst/>
              <a:gdLst>
                <a:gd name="T0" fmla="*/ 199 w 207"/>
                <a:gd name="T1" fmla="*/ 174 h 175"/>
                <a:gd name="T2" fmla="*/ 206 w 207"/>
                <a:gd name="T3" fmla="*/ 175 h 175"/>
                <a:gd name="T4" fmla="*/ 207 w 207"/>
                <a:gd name="T5" fmla="*/ 175 h 175"/>
                <a:gd name="T6" fmla="*/ 190 w 207"/>
                <a:gd name="T7" fmla="*/ 142 h 175"/>
                <a:gd name="T8" fmla="*/ 75 w 207"/>
                <a:gd name="T9" fmla="*/ 28 h 175"/>
                <a:gd name="T10" fmla="*/ 0 w 207"/>
                <a:gd name="T11" fmla="*/ 0 h 175"/>
                <a:gd name="T12" fmla="*/ 32 w 207"/>
                <a:gd name="T13" fmla="*/ 79 h 175"/>
                <a:gd name="T14" fmla="*/ 180 w 207"/>
                <a:gd name="T15" fmla="*/ 151 h 175"/>
                <a:gd name="T16" fmla="*/ 199 w 207"/>
                <a:gd name="T17" fmla="*/ 174 h 175"/>
                <a:gd name="T18" fmla="*/ 94 w 207"/>
                <a:gd name="T19" fmla="*/ 75 h 175"/>
                <a:gd name="T20" fmla="*/ 17 w 207"/>
                <a:gd name="T21" fmla="*/ 26 h 175"/>
                <a:gd name="T22" fmla="*/ 106 w 207"/>
                <a:gd name="T23" fmla="*/ 72 h 175"/>
                <a:gd name="T24" fmla="*/ 180 w 207"/>
                <a:gd name="T25" fmla="*/ 136 h 175"/>
                <a:gd name="T26" fmla="*/ 94 w 207"/>
                <a:gd name="T27" fmla="*/ 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" h="175">
                  <a:moveTo>
                    <a:pt x="199" y="174"/>
                  </a:moveTo>
                  <a:cubicBezTo>
                    <a:pt x="201" y="174"/>
                    <a:pt x="204" y="174"/>
                    <a:pt x="206" y="175"/>
                  </a:cubicBezTo>
                  <a:cubicBezTo>
                    <a:pt x="207" y="175"/>
                    <a:pt x="207" y="175"/>
                    <a:pt x="207" y="175"/>
                  </a:cubicBezTo>
                  <a:cubicBezTo>
                    <a:pt x="204" y="166"/>
                    <a:pt x="198" y="155"/>
                    <a:pt x="190" y="142"/>
                  </a:cubicBezTo>
                  <a:cubicBezTo>
                    <a:pt x="193" y="71"/>
                    <a:pt x="141" y="32"/>
                    <a:pt x="75" y="28"/>
                  </a:cubicBezTo>
                  <a:cubicBezTo>
                    <a:pt x="8" y="23"/>
                    <a:pt x="0" y="0"/>
                    <a:pt x="0" y="0"/>
                  </a:cubicBezTo>
                  <a:cubicBezTo>
                    <a:pt x="0" y="0"/>
                    <a:pt x="0" y="43"/>
                    <a:pt x="32" y="79"/>
                  </a:cubicBezTo>
                  <a:cubicBezTo>
                    <a:pt x="89" y="145"/>
                    <a:pt x="153" y="136"/>
                    <a:pt x="180" y="151"/>
                  </a:cubicBezTo>
                  <a:cubicBezTo>
                    <a:pt x="189" y="155"/>
                    <a:pt x="195" y="164"/>
                    <a:pt x="199" y="174"/>
                  </a:cubicBezTo>
                  <a:close/>
                  <a:moveTo>
                    <a:pt x="94" y="75"/>
                  </a:moveTo>
                  <a:cubicBezTo>
                    <a:pt x="43" y="59"/>
                    <a:pt x="22" y="35"/>
                    <a:pt x="17" y="26"/>
                  </a:cubicBezTo>
                  <a:cubicBezTo>
                    <a:pt x="28" y="38"/>
                    <a:pt x="41" y="56"/>
                    <a:pt x="106" y="72"/>
                  </a:cubicBezTo>
                  <a:cubicBezTo>
                    <a:pt x="151" y="84"/>
                    <a:pt x="174" y="121"/>
                    <a:pt x="180" y="136"/>
                  </a:cubicBezTo>
                  <a:cubicBezTo>
                    <a:pt x="165" y="111"/>
                    <a:pt x="148" y="90"/>
                    <a:pt x="94" y="75"/>
                  </a:cubicBezTo>
                  <a:close/>
                </a:path>
              </a:pathLst>
            </a:custGeom>
            <a:solidFill>
              <a:srgbClr val="4AA2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8703741C-30C0-47EA-AC33-92EC8D6C96E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436334" y="395462"/>
              <a:ext cx="694026" cy="945739"/>
            </a:xfrm>
            <a:custGeom>
              <a:avLst/>
              <a:gdLst>
                <a:gd name="T0" fmla="*/ 320 w 484"/>
                <a:gd name="T1" fmla="*/ 646 h 659"/>
                <a:gd name="T2" fmla="*/ 270 w 484"/>
                <a:gd name="T3" fmla="*/ 644 h 659"/>
                <a:gd name="T4" fmla="*/ 255 w 484"/>
                <a:gd name="T5" fmla="*/ 580 h 659"/>
                <a:gd name="T6" fmla="*/ 246 w 484"/>
                <a:gd name="T7" fmla="*/ 570 h 659"/>
                <a:gd name="T8" fmla="*/ 216 w 484"/>
                <a:gd name="T9" fmla="*/ 444 h 659"/>
                <a:gd name="T10" fmla="*/ 216 w 484"/>
                <a:gd name="T11" fmla="*/ 437 h 659"/>
                <a:gd name="T12" fmla="*/ 251 w 484"/>
                <a:gd name="T13" fmla="*/ 183 h 659"/>
                <a:gd name="T14" fmla="*/ 255 w 484"/>
                <a:gd name="T15" fmla="*/ 172 h 659"/>
                <a:gd name="T16" fmla="*/ 320 w 484"/>
                <a:gd name="T17" fmla="*/ 92 h 659"/>
                <a:gd name="T18" fmla="*/ 377 w 484"/>
                <a:gd name="T19" fmla="*/ 169 h 659"/>
                <a:gd name="T20" fmla="*/ 484 w 484"/>
                <a:gd name="T21" fmla="*/ 144 h 659"/>
                <a:gd name="T22" fmla="*/ 367 w 484"/>
                <a:gd name="T23" fmla="*/ 10 h 659"/>
                <a:gd name="T24" fmla="*/ 302 w 484"/>
                <a:gd name="T25" fmla="*/ 81 h 659"/>
                <a:gd name="T26" fmla="*/ 283 w 484"/>
                <a:gd name="T27" fmla="*/ 657 h 659"/>
                <a:gd name="T28" fmla="*/ 328 w 484"/>
                <a:gd name="T29" fmla="*/ 645 h 659"/>
                <a:gd name="T30" fmla="*/ 266 w 484"/>
                <a:gd name="T31" fmla="*/ 644 h 659"/>
                <a:gd name="T32" fmla="*/ 138 w 484"/>
                <a:gd name="T33" fmla="*/ 542 h 659"/>
                <a:gd name="T34" fmla="*/ 266 w 484"/>
                <a:gd name="T35" fmla="*/ 644 h 659"/>
                <a:gd name="T36" fmla="*/ 129 w 484"/>
                <a:gd name="T37" fmla="*/ 523 h 659"/>
                <a:gd name="T38" fmla="*/ 150 w 484"/>
                <a:gd name="T39" fmla="*/ 432 h 659"/>
                <a:gd name="T40" fmla="*/ 230 w 484"/>
                <a:gd name="T41" fmla="*/ 566 h 659"/>
                <a:gd name="T42" fmla="*/ 37 w 484"/>
                <a:gd name="T43" fmla="*/ 295 h 659"/>
                <a:gd name="T44" fmla="*/ 79 w 484"/>
                <a:gd name="T45" fmla="*/ 361 h 659"/>
                <a:gd name="T46" fmla="*/ 27 w 484"/>
                <a:gd name="T47" fmla="*/ 362 h 659"/>
                <a:gd name="T48" fmla="*/ 43 w 484"/>
                <a:gd name="T49" fmla="*/ 278 h 659"/>
                <a:gd name="T50" fmla="*/ 127 w 484"/>
                <a:gd name="T51" fmla="*/ 202 h 659"/>
                <a:gd name="T52" fmla="*/ 43 w 484"/>
                <a:gd name="T53" fmla="*/ 278 h 659"/>
                <a:gd name="T54" fmla="*/ 81 w 484"/>
                <a:gd name="T55" fmla="*/ 408 h 659"/>
                <a:gd name="T56" fmla="*/ 38 w 484"/>
                <a:gd name="T57" fmla="*/ 445 h 659"/>
                <a:gd name="T58" fmla="*/ 152 w 484"/>
                <a:gd name="T59" fmla="*/ 420 h 659"/>
                <a:gd name="T60" fmla="*/ 97 w 484"/>
                <a:gd name="T61" fmla="*/ 363 h 659"/>
                <a:gd name="T62" fmla="*/ 206 w 484"/>
                <a:gd name="T63" fmla="*/ 310 h 659"/>
                <a:gd name="T64" fmla="*/ 201 w 484"/>
                <a:gd name="T65" fmla="*/ 434 h 659"/>
                <a:gd name="T66" fmla="*/ 206 w 484"/>
                <a:gd name="T67" fmla="*/ 309 h 659"/>
                <a:gd name="T68" fmla="*/ 107 w 484"/>
                <a:gd name="T69" fmla="*/ 292 h 659"/>
                <a:gd name="T70" fmla="*/ 241 w 484"/>
                <a:gd name="T71" fmla="*/ 183 h 659"/>
                <a:gd name="T72" fmla="*/ 294 w 484"/>
                <a:gd name="T73" fmla="*/ 92 h 659"/>
                <a:gd name="T74" fmla="*/ 156 w 484"/>
                <a:gd name="T75" fmla="*/ 179 h 659"/>
                <a:gd name="T76" fmla="*/ 294 w 484"/>
                <a:gd name="T77" fmla="*/ 92 h 659"/>
                <a:gd name="T78" fmla="*/ 140 w 484"/>
                <a:gd name="T79" fmla="*/ 183 h 659"/>
                <a:gd name="T80" fmla="*/ 218 w 484"/>
                <a:gd name="T81" fmla="*/ 107 h 659"/>
                <a:gd name="T82" fmla="*/ 121 w 484"/>
                <a:gd name="T83" fmla="*/ 532 h 659"/>
                <a:gd name="T84" fmla="*/ 51 w 484"/>
                <a:gd name="T85" fmla="*/ 481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659">
                  <a:moveTo>
                    <a:pt x="355" y="585"/>
                  </a:moveTo>
                  <a:cubicBezTo>
                    <a:pt x="347" y="611"/>
                    <a:pt x="332" y="635"/>
                    <a:pt x="320" y="646"/>
                  </a:cubicBezTo>
                  <a:cubicBezTo>
                    <a:pt x="312" y="646"/>
                    <a:pt x="304" y="647"/>
                    <a:pt x="296" y="646"/>
                  </a:cubicBezTo>
                  <a:cubicBezTo>
                    <a:pt x="287" y="646"/>
                    <a:pt x="279" y="645"/>
                    <a:pt x="270" y="644"/>
                  </a:cubicBezTo>
                  <a:cubicBezTo>
                    <a:pt x="260" y="624"/>
                    <a:pt x="250" y="602"/>
                    <a:pt x="242" y="577"/>
                  </a:cubicBezTo>
                  <a:cubicBezTo>
                    <a:pt x="246" y="578"/>
                    <a:pt x="251" y="579"/>
                    <a:pt x="255" y="580"/>
                  </a:cubicBezTo>
                  <a:cubicBezTo>
                    <a:pt x="297" y="586"/>
                    <a:pt x="342" y="584"/>
                    <a:pt x="411" y="569"/>
                  </a:cubicBezTo>
                  <a:cubicBezTo>
                    <a:pt x="362" y="576"/>
                    <a:pt x="297" y="582"/>
                    <a:pt x="246" y="570"/>
                  </a:cubicBezTo>
                  <a:cubicBezTo>
                    <a:pt x="244" y="570"/>
                    <a:pt x="242" y="569"/>
                    <a:pt x="239" y="569"/>
                  </a:cubicBezTo>
                  <a:cubicBezTo>
                    <a:pt x="228" y="531"/>
                    <a:pt x="219" y="490"/>
                    <a:pt x="216" y="444"/>
                  </a:cubicBezTo>
                  <a:cubicBezTo>
                    <a:pt x="236" y="447"/>
                    <a:pt x="256" y="448"/>
                    <a:pt x="276" y="448"/>
                  </a:cubicBezTo>
                  <a:cubicBezTo>
                    <a:pt x="259" y="446"/>
                    <a:pt x="238" y="442"/>
                    <a:pt x="216" y="437"/>
                  </a:cubicBezTo>
                  <a:cubicBezTo>
                    <a:pt x="215" y="418"/>
                    <a:pt x="214" y="399"/>
                    <a:pt x="215" y="379"/>
                  </a:cubicBezTo>
                  <a:cubicBezTo>
                    <a:pt x="218" y="307"/>
                    <a:pt x="230" y="240"/>
                    <a:pt x="251" y="183"/>
                  </a:cubicBezTo>
                  <a:cubicBezTo>
                    <a:pt x="314" y="182"/>
                    <a:pt x="369" y="191"/>
                    <a:pt x="389" y="197"/>
                  </a:cubicBezTo>
                  <a:cubicBezTo>
                    <a:pt x="370" y="187"/>
                    <a:pt x="317" y="174"/>
                    <a:pt x="255" y="172"/>
                  </a:cubicBezTo>
                  <a:cubicBezTo>
                    <a:pt x="267" y="142"/>
                    <a:pt x="281" y="114"/>
                    <a:pt x="298" y="92"/>
                  </a:cubicBezTo>
                  <a:cubicBezTo>
                    <a:pt x="305" y="92"/>
                    <a:pt x="313" y="91"/>
                    <a:pt x="320" y="92"/>
                  </a:cubicBezTo>
                  <a:cubicBezTo>
                    <a:pt x="329" y="92"/>
                    <a:pt x="338" y="93"/>
                    <a:pt x="348" y="94"/>
                  </a:cubicBezTo>
                  <a:cubicBezTo>
                    <a:pt x="361" y="111"/>
                    <a:pt x="370" y="133"/>
                    <a:pt x="377" y="169"/>
                  </a:cubicBezTo>
                  <a:cubicBezTo>
                    <a:pt x="378" y="136"/>
                    <a:pt x="364" y="106"/>
                    <a:pt x="355" y="95"/>
                  </a:cubicBezTo>
                  <a:cubicBezTo>
                    <a:pt x="399" y="102"/>
                    <a:pt x="442" y="119"/>
                    <a:pt x="484" y="144"/>
                  </a:cubicBezTo>
                  <a:cubicBezTo>
                    <a:pt x="441" y="108"/>
                    <a:pt x="375" y="86"/>
                    <a:pt x="316" y="82"/>
                  </a:cubicBezTo>
                  <a:cubicBezTo>
                    <a:pt x="330" y="47"/>
                    <a:pt x="342" y="38"/>
                    <a:pt x="367" y="10"/>
                  </a:cubicBezTo>
                  <a:cubicBezTo>
                    <a:pt x="367" y="6"/>
                    <a:pt x="368" y="1"/>
                    <a:pt x="353" y="0"/>
                  </a:cubicBezTo>
                  <a:cubicBezTo>
                    <a:pt x="337" y="18"/>
                    <a:pt x="323" y="34"/>
                    <a:pt x="302" y="81"/>
                  </a:cubicBezTo>
                  <a:cubicBezTo>
                    <a:pt x="144" y="76"/>
                    <a:pt x="11" y="200"/>
                    <a:pt x="5" y="359"/>
                  </a:cubicBezTo>
                  <a:cubicBezTo>
                    <a:pt x="0" y="518"/>
                    <a:pt x="124" y="651"/>
                    <a:pt x="283" y="657"/>
                  </a:cubicBezTo>
                  <a:cubicBezTo>
                    <a:pt x="341" y="659"/>
                    <a:pt x="414" y="640"/>
                    <a:pt x="464" y="596"/>
                  </a:cubicBezTo>
                  <a:cubicBezTo>
                    <a:pt x="433" y="620"/>
                    <a:pt x="375" y="639"/>
                    <a:pt x="328" y="645"/>
                  </a:cubicBezTo>
                  <a:cubicBezTo>
                    <a:pt x="334" y="637"/>
                    <a:pt x="352" y="610"/>
                    <a:pt x="355" y="585"/>
                  </a:cubicBezTo>
                  <a:close/>
                  <a:moveTo>
                    <a:pt x="266" y="644"/>
                  </a:moveTo>
                  <a:cubicBezTo>
                    <a:pt x="248" y="641"/>
                    <a:pt x="231" y="637"/>
                    <a:pt x="215" y="631"/>
                  </a:cubicBezTo>
                  <a:cubicBezTo>
                    <a:pt x="187" y="613"/>
                    <a:pt x="160" y="582"/>
                    <a:pt x="138" y="542"/>
                  </a:cubicBezTo>
                  <a:cubicBezTo>
                    <a:pt x="167" y="556"/>
                    <a:pt x="198" y="568"/>
                    <a:pt x="234" y="575"/>
                  </a:cubicBezTo>
                  <a:cubicBezTo>
                    <a:pt x="243" y="601"/>
                    <a:pt x="254" y="624"/>
                    <a:pt x="266" y="644"/>
                  </a:cubicBezTo>
                  <a:close/>
                  <a:moveTo>
                    <a:pt x="230" y="566"/>
                  </a:moveTo>
                  <a:cubicBezTo>
                    <a:pt x="191" y="555"/>
                    <a:pt x="157" y="540"/>
                    <a:pt x="129" y="523"/>
                  </a:cubicBezTo>
                  <a:cubicBezTo>
                    <a:pt x="114" y="491"/>
                    <a:pt x="104" y="455"/>
                    <a:pt x="99" y="416"/>
                  </a:cubicBezTo>
                  <a:cubicBezTo>
                    <a:pt x="115" y="421"/>
                    <a:pt x="132" y="427"/>
                    <a:pt x="150" y="432"/>
                  </a:cubicBezTo>
                  <a:cubicBezTo>
                    <a:pt x="165" y="436"/>
                    <a:pt x="183" y="439"/>
                    <a:pt x="202" y="442"/>
                  </a:cubicBezTo>
                  <a:cubicBezTo>
                    <a:pt x="206" y="487"/>
                    <a:pt x="217" y="529"/>
                    <a:pt x="230" y="566"/>
                  </a:cubicBezTo>
                  <a:close/>
                  <a:moveTo>
                    <a:pt x="27" y="359"/>
                  </a:moveTo>
                  <a:cubicBezTo>
                    <a:pt x="28" y="337"/>
                    <a:pt x="32" y="315"/>
                    <a:pt x="37" y="295"/>
                  </a:cubicBezTo>
                  <a:cubicBezTo>
                    <a:pt x="48" y="297"/>
                    <a:pt x="66" y="300"/>
                    <a:pt x="86" y="302"/>
                  </a:cubicBezTo>
                  <a:cubicBezTo>
                    <a:pt x="82" y="321"/>
                    <a:pt x="80" y="341"/>
                    <a:pt x="79" y="361"/>
                  </a:cubicBezTo>
                  <a:cubicBezTo>
                    <a:pt x="78" y="371"/>
                    <a:pt x="79" y="381"/>
                    <a:pt x="79" y="391"/>
                  </a:cubicBezTo>
                  <a:cubicBezTo>
                    <a:pt x="61" y="382"/>
                    <a:pt x="44" y="373"/>
                    <a:pt x="27" y="362"/>
                  </a:cubicBezTo>
                  <a:cubicBezTo>
                    <a:pt x="27" y="361"/>
                    <a:pt x="27" y="360"/>
                    <a:pt x="27" y="359"/>
                  </a:cubicBezTo>
                  <a:close/>
                  <a:moveTo>
                    <a:pt x="43" y="278"/>
                  </a:moveTo>
                  <a:cubicBezTo>
                    <a:pt x="49" y="261"/>
                    <a:pt x="57" y="244"/>
                    <a:pt x="66" y="229"/>
                  </a:cubicBezTo>
                  <a:cubicBezTo>
                    <a:pt x="85" y="217"/>
                    <a:pt x="106" y="208"/>
                    <a:pt x="127" y="202"/>
                  </a:cubicBezTo>
                  <a:cubicBezTo>
                    <a:pt x="111" y="228"/>
                    <a:pt x="98" y="257"/>
                    <a:pt x="90" y="289"/>
                  </a:cubicBezTo>
                  <a:cubicBezTo>
                    <a:pt x="69" y="285"/>
                    <a:pt x="52" y="281"/>
                    <a:pt x="43" y="278"/>
                  </a:cubicBezTo>
                  <a:close/>
                  <a:moveTo>
                    <a:pt x="28" y="382"/>
                  </a:moveTo>
                  <a:cubicBezTo>
                    <a:pt x="44" y="391"/>
                    <a:pt x="62" y="400"/>
                    <a:pt x="81" y="408"/>
                  </a:cubicBezTo>
                  <a:cubicBezTo>
                    <a:pt x="85" y="445"/>
                    <a:pt x="96" y="479"/>
                    <a:pt x="110" y="510"/>
                  </a:cubicBezTo>
                  <a:cubicBezTo>
                    <a:pt x="81" y="490"/>
                    <a:pt x="57" y="467"/>
                    <a:pt x="38" y="445"/>
                  </a:cubicBezTo>
                  <a:cubicBezTo>
                    <a:pt x="32" y="424"/>
                    <a:pt x="29" y="403"/>
                    <a:pt x="28" y="382"/>
                  </a:cubicBezTo>
                  <a:close/>
                  <a:moveTo>
                    <a:pt x="152" y="420"/>
                  </a:moveTo>
                  <a:cubicBezTo>
                    <a:pt x="133" y="414"/>
                    <a:pt x="115" y="407"/>
                    <a:pt x="98" y="400"/>
                  </a:cubicBezTo>
                  <a:cubicBezTo>
                    <a:pt x="97" y="388"/>
                    <a:pt x="97" y="375"/>
                    <a:pt x="97" y="363"/>
                  </a:cubicBezTo>
                  <a:cubicBezTo>
                    <a:pt x="98" y="343"/>
                    <a:pt x="100" y="323"/>
                    <a:pt x="104" y="304"/>
                  </a:cubicBezTo>
                  <a:cubicBezTo>
                    <a:pt x="138" y="307"/>
                    <a:pt x="177" y="310"/>
                    <a:pt x="206" y="310"/>
                  </a:cubicBezTo>
                  <a:cubicBezTo>
                    <a:pt x="203" y="332"/>
                    <a:pt x="200" y="354"/>
                    <a:pt x="200" y="376"/>
                  </a:cubicBezTo>
                  <a:cubicBezTo>
                    <a:pt x="199" y="396"/>
                    <a:pt x="199" y="415"/>
                    <a:pt x="201" y="434"/>
                  </a:cubicBezTo>
                  <a:cubicBezTo>
                    <a:pt x="185" y="430"/>
                    <a:pt x="169" y="425"/>
                    <a:pt x="152" y="420"/>
                  </a:cubicBezTo>
                  <a:close/>
                  <a:moveTo>
                    <a:pt x="206" y="309"/>
                  </a:moveTo>
                  <a:cubicBezTo>
                    <a:pt x="183" y="306"/>
                    <a:pt x="151" y="300"/>
                    <a:pt x="127" y="296"/>
                  </a:cubicBezTo>
                  <a:cubicBezTo>
                    <a:pt x="120" y="295"/>
                    <a:pt x="113" y="293"/>
                    <a:pt x="107" y="292"/>
                  </a:cubicBezTo>
                  <a:cubicBezTo>
                    <a:pt x="115" y="257"/>
                    <a:pt x="129" y="225"/>
                    <a:pt x="145" y="197"/>
                  </a:cubicBezTo>
                  <a:cubicBezTo>
                    <a:pt x="177" y="188"/>
                    <a:pt x="210" y="185"/>
                    <a:pt x="241" y="183"/>
                  </a:cubicBezTo>
                  <a:cubicBezTo>
                    <a:pt x="226" y="221"/>
                    <a:pt x="213" y="263"/>
                    <a:pt x="206" y="309"/>
                  </a:cubicBezTo>
                  <a:close/>
                  <a:moveTo>
                    <a:pt x="294" y="92"/>
                  </a:moveTo>
                  <a:cubicBezTo>
                    <a:pt x="277" y="112"/>
                    <a:pt x="260" y="140"/>
                    <a:pt x="246" y="172"/>
                  </a:cubicBezTo>
                  <a:cubicBezTo>
                    <a:pt x="217" y="171"/>
                    <a:pt x="186" y="173"/>
                    <a:pt x="156" y="179"/>
                  </a:cubicBezTo>
                  <a:cubicBezTo>
                    <a:pt x="178" y="145"/>
                    <a:pt x="205" y="118"/>
                    <a:pt x="232" y="103"/>
                  </a:cubicBezTo>
                  <a:cubicBezTo>
                    <a:pt x="252" y="97"/>
                    <a:pt x="273" y="93"/>
                    <a:pt x="294" y="92"/>
                  </a:cubicBezTo>
                  <a:close/>
                  <a:moveTo>
                    <a:pt x="218" y="107"/>
                  </a:moveTo>
                  <a:cubicBezTo>
                    <a:pt x="191" y="124"/>
                    <a:pt x="163" y="150"/>
                    <a:pt x="140" y="183"/>
                  </a:cubicBezTo>
                  <a:cubicBezTo>
                    <a:pt x="121" y="187"/>
                    <a:pt x="102" y="194"/>
                    <a:pt x="85" y="202"/>
                  </a:cubicBezTo>
                  <a:cubicBezTo>
                    <a:pt x="118" y="159"/>
                    <a:pt x="165" y="125"/>
                    <a:pt x="218" y="107"/>
                  </a:cubicBezTo>
                  <a:close/>
                  <a:moveTo>
                    <a:pt x="51" y="481"/>
                  </a:moveTo>
                  <a:cubicBezTo>
                    <a:pt x="72" y="499"/>
                    <a:pt x="95" y="517"/>
                    <a:pt x="121" y="532"/>
                  </a:cubicBezTo>
                  <a:cubicBezTo>
                    <a:pt x="143" y="572"/>
                    <a:pt x="171" y="605"/>
                    <a:pt x="200" y="626"/>
                  </a:cubicBezTo>
                  <a:cubicBezTo>
                    <a:pt x="133" y="598"/>
                    <a:pt x="80" y="546"/>
                    <a:pt x="51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9E95AD80-6532-43FB-B7D6-D98466F89B4F}"/>
                </a:ext>
              </a:extLst>
            </p:cNvPr>
            <p:cNvSpPr>
              <a:spLocks/>
            </p:cNvSpPr>
            <p:nvPr/>
          </p:nvSpPr>
          <p:spPr bwMode="gray">
            <a:xfrm>
              <a:off x="9325196" y="742777"/>
              <a:ext cx="184549" cy="242637"/>
            </a:xfrm>
            <a:custGeom>
              <a:avLst/>
              <a:gdLst>
                <a:gd name="T0" fmla="*/ 215 w 305"/>
                <a:gd name="T1" fmla="*/ 156 h 401"/>
                <a:gd name="T2" fmla="*/ 90 w 305"/>
                <a:gd name="T3" fmla="*/ 156 h 401"/>
                <a:gd name="T4" fmla="*/ 90 w 305"/>
                <a:gd name="T5" fmla="*/ 0 h 401"/>
                <a:gd name="T6" fmla="*/ 0 w 305"/>
                <a:gd name="T7" fmla="*/ 0 h 401"/>
                <a:gd name="T8" fmla="*/ 0 w 305"/>
                <a:gd name="T9" fmla="*/ 401 h 401"/>
                <a:gd name="T10" fmla="*/ 90 w 305"/>
                <a:gd name="T11" fmla="*/ 401 h 401"/>
                <a:gd name="T12" fmla="*/ 90 w 305"/>
                <a:gd name="T13" fmla="*/ 239 h 401"/>
                <a:gd name="T14" fmla="*/ 215 w 305"/>
                <a:gd name="T15" fmla="*/ 239 h 401"/>
                <a:gd name="T16" fmla="*/ 215 w 305"/>
                <a:gd name="T17" fmla="*/ 401 h 401"/>
                <a:gd name="T18" fmla="*/ 305 w 305"/>
                <a:gd name="T19" fmla="*/ 401 h 401"/>
                <a:gd name="T20" fmla="*/ 305 w 305"/>
                <a:gd name="T21" fmla="*/ 0 h 401"/>
                <a:gd name="T22" fmla="*/ 215 w 305"/>
                <a:gd name="T23" fmla="*/ 0 h 401"/>
                <a:gd name="T24" fmla="*/ 215 w 305"/>
                <a:gd name="T25" fmla="*/ 156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5" h="401">
                  <a:moveTo>
                    <a:pt x="215" y="156"/>
                  </a:moveTo>
                  <a:lnTo>
                    <a:pt x="90" y="156"/>
                  </a:lnTo>
                  <a:lnTo>
                    <a:pt x="90" y="0"/>
                  </a:lnTo>
                  <a:lnTo>
                    <a:pt x="0" y="0"/>
                  </a:lnTo>
                  <a:lnTo>
                    <a:pt x="0" y="401"/>
                  </a:lnTo>
                  <a:lnTo>
                    <a:pt x="90" y="401"/>
                  </a:lnTo>
                  <a:lnTo>
                    <a:pt x="90" y="239"/>
                  </a:lnTo>
                  <a:lnTo>
                    <a:pt x="215" y="239"/>
                  </a:lnTo>
                  <a:lnTo>
                    <a:pt x="215" y="401"/>
                  </a:lnTo>
                  <a:lnTo>
                    <a:pt x="305" y="401"/>
                  </a:lnTo>
                  <a:lnTo>
                    <a:pt x="305" y="0"/>
                  </a:lnTo>
                  <a:lnTo>
                    <a:pt x="215" y="0"/>
                  </a:lnTo>
                  <a:lnTo>
                    <a:pt x="215" y="1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6F123567-9F9F-4A3E-A3C3-AD45CA8C6D02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058356" y="739752"/>
              <a:ext cx="246872" cy="246872"/>
            </a:xfrm>
            <a:custGeom>
              <a:avLst/>
              <a:gdLst>
                <a:gd name="T0" fmla="*/ 86 w 172"/>
                <a:gd name="T1" fmla="*/ 0 h 172"/>
                <a:gd name="T2" fmla="*/ 0 w 172"/>
                <a:gd name="T3" fmla="*/ 86 h 172"/>
                <a:gd name="T4" fmla="*/ 86 w 172"/>
                <a:gd name="T5" fmla="*/ 172 h 172"/>
                <a:gd name="T6" fmla="*/ 172 w 172"/>
                <a:gd name="T7" fmla="*/ 86 h 172"/>
                <a:gd name="T8" fmla="*/ 86 w 172"/>
                <a:gd name="T9" fmla="*/ 0 h 172"/>
                <a:gd name="T10" fmla="*/ 86 w 172"/>
                <a:gd name="T11" fmla="*/ 135 h 172"/>
                <a:gd name="T12" fmla="*/ 37 w 172"/>
                <a:gd name="T13" fmla="*/ 86 h 172"/>
                <a:gd name="T14" fmla="*/ 86 w 172"/>
                <a:gd name="T15" fmla="*/ 38 h 172"/>
                <a:gd name="T16" fmla="*/ 135 w 172"/>
                <a:gd name="T17" fmla="*/ 86 h 172"/>
                <a:gd name="T18" fmla="*/ 86 w 172"/>
                <a:gd name="T19" fmla="*/ 13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2" h="172">
                  <a:moveTo>
                    <a:pt x="86" y="0"/>
                  </a:moveTo>
                  <a:cubicBezTo>
                    <a:pt x="39" y="0"/>
                    <a:pt x="0" y="39"/>
                    <a:pt x="0" y="86"/>
                  </a:cubicBezTo>
                  <a:cubicBezTo>
                    <a:pt x="0" y="134"/>
                    <a:pt x="39" y="172"/>
                    <a:pt x="86" y="172"/>
                  </a:cubicBezTo>
                  <a:cubicBezTo>
                    <a:pt x="133" y="172"/>
                    <a:pt x="172" y="134"/>
                    <a:pt x="172" y="86"/>
                  </a:cubicBezTo>
                  <a:cubicBezTo>
                    <a:pt x="172" y="39"/>
                    <a:pt x="133" y="0"/>
                    <a:pt x="86" y="0"/>
                  </a:cubicBezTo>
                  <a:close/>
                  <a:moveTo>
                    <a:pt x="86" y="135"/>
                  </a:moveTo>
                  <a:cubicBezTo>
                    <a:pt x="59" y="135"/>
                    <a:pt x="37" y="113"/>
                    <a:pt x="37" y="86"/>
                  </a:cubicBezTo>
                  <a:cubicBezTo>
                    <a:pt x="37" y="59"/>
                    <a:pt x="59" y="38"/>
                    <a:pt x="86" y="38"/>
                  </a:cubicBezTo>
                  <a:cubicBezTo>
                    <a:pt x="113" y="38"/>
                    <a:pt x="135" y="59"/>
                    <a:pt x="135" y="86"/>
                  </a:cubicBezTo>
                  <a:cubicBezTo>
                    <a:pt x="135" y="113"/>
                    <a:pt x="113" y="135"/>
                    <a:pt x="86" y="1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2CC4BDE9-D5DF-486E-BA14-8244AAE3729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878238" y="742777"/>
              <a:ext cx="189390" cy="242637"/>
            </a:xfrm>
            <a:custGeom>
              <a:avLst/>
              <a:gdLst>
                <a:gd name="T0" fmla="*/ 132 w 132"/>
                <a:gd name="T1" fmla="*/ 169 h 169"/>
                <a:gd name="T2" fmla="*/ 94 w 132"/>
                <a:gd name="T3" fmla="*/ 96 h 169"/>
                <a:gd name="T4" fmla="*/ 122 w 132"/>
                <a:gd name="T5" fmla="*/ 50 h 169"/>
                <a:gd name="T6" fmla="*/ 104 w 132"/>
                <a:gd name="T7" fmla="*/ 12 h 169"/>
                <a:gd name="T8" fmla="*/ 67 w 132"/>
                <a:gd name="T9" fmla="*/ 0 h 169"/>
                <a:gd name="T10" fmla="*/ 0 w 132"/>
                <a:gd name="T11" fmla="*/ 0 h 169"/>
                <a:gd name="T12" fmla="*/ 0 w 132"/>
                <a:gd name="T13" fmla="*/ 169 h 169"/>
                <a:gd name="T14" fmla="*/ 38 w 132"/>
                <a:gd name="T15" fmla="*/ 169 h 169"/>
                <a:gd name="T16" fmla="*/ 38 w 132"/>
                <a:gd name="T17" fmla="*/ 103 h 169"/>
                <a:gd name="T18" fmla="*/ 56 w 132"/>
                <a:gd name="T19" fmla="*/ 103 h 169"/>
                <a:gd name="T20" fmla="*/ 88 w 132"/>
                <a:gd name="T21" fmla="*/ 169 h 169"/>
                <a:gd name="T22" fmla="*/ 132 w 132"/>
                <a:gd name="T23" fmla="*/ 169 h 169"/>
                <a:gd name="T24" fmla="*/ 65 w 132"/>
                <a:gd name="T25" fmla="*/ 67 h 169"/>
                <a:gd name="T26" fmla="*/ 37 w 132"/>
                <a:gd name="T27" fmla="*/ 67 h 169"/>
                <a:gd name="T28" fmla="*/ 37 w 132"/>
                <a:gd name="T29" fmla="*/ 35 h 169"/>
                <a:gd name="T30" fmla="*/ 66 w 132"/>
                <a:gd name="T31" fmla="*/ 35 h 169"/>
                <a:gd name="T32" fmla="*/ 79 w 132"/>
                <a:gd name="T33" fmla="*/ 38 h 169"/>
                <a:gd name="T34" fmla="*/ 84 w 132"/>
                <a:gd name="T35" fmla="*/ 50 h 169"/>
                <a:gd name="T36" fmla="*/ 65 w 132"/>
                <a:gd name="T37" fmla="*/ 67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2" h="169">
                  <a:moveTo>
                    <a:pt x="132" y="169"/>
                  </a:moveTo>
                  <a:cubicBezTo>
                    <a:pt x="94" y="96"/>
                    <a:pt x="94" y="96"/>
                    <a:pt x="94" y="96"/>
                  </a:cubicBezTo>
                  <a:cubicBezTo>
                    <a:pt x="111" y="87"/>
                    <a:pt x="122" y="70"/>
                    <a:pt x="122" y="50"/>
                  </a:cubicBezTo>
                  <a:cubicBezTo>
                    <a:pt x="122" y="34"/>
                    <a:pt x="114" y="20"/>
                    <a:pt x="104" y="12"/>
                  </a:cubicBezTo>
                  <a:cubicBezTo>
                    <a:pt x="94" y="3"/>
                    <a:pt x="82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38" y="169"/>
                    <a:pt x="38" y="169"/>
                    <a:pt x="38" y="169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56" y="103"/>
                    <a:pt x="56" y="103"/>
                    <a:pt x="56" y="103"/>
                  </a:cubicBezTo>
                  <a:cubicBezTo>
                    <a:pt x="88" y="169"/>
                    <a:pt x="88" y="169"/>
                    <a:pt x="88" y="169"/>
                  </a:cubicBezTo>
                  <a:lnTo>
                    <a:pt x="132" y="169"/>
                  </a:lnTo>
                  <a:close/>
                  <a:moveTo>
                    <a:pt x="65" y="67"/>
                  </a:moveTo>
                  <a:cubicBezTo>
                    <a:pt x="37" y="67"/>
                    <a:pt x="37" y="67"/>
                    <a:pt x="37" y="6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73" y="35"/>
                    <a:pt x="76" y="36"/>
                    <a:pt x="79" y="38"/>
                  </a:cubicBezTo>
                  <a:cubicBezTo>
                    <a:pt x="82" y="40"/>
                    <a:pt x="84" y="44"/>
                    <a:pt x="84" y="50"/>
                  </a:cubicBezTo>
                  <a:cubicBezTo>
                    <a:pt x="84" y="59"/>
                    <a:pt x="78" y="67"/>
                    <a:pt x="6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222CA59A-DB3C-418F-BE0D-15759D56E587}"/>
                </a:ext>
              </a:extLst>
            </p:cNvPr>
            <p:cNvSpPr>
              <a:spLocks/>
            </p:cNvSpPr>
            <p:nvPr/>
          </p:nvSpPr>
          <p:spPr bwMode="gray">
            <a:xfrm>
              <a:off x="9547260" y="742777"/>
              <a:ext cx="136143" cy="242637"/>
            </a:xfrm>
            <a:custGeom>
              <a:avLst/>
              <a:gdLst>
                <a:gd name="T0" fmla="*/ 90 w 225"/>
                <a:gd name="T1" fmla="*/ 0 h 401"/>
                <a:gd name="T2" fmla="*/ 0 w 225"/>
                <a:gd name="T3" fmla="*/ 0 h 401"/>
                <a:gd name="T4" fmla="*/ 0 w 225"/>
                <a:gd name="T5" fmla="*/ 401 h 401"/>
                <a:gd name="T6" fmla="*/ 225 w 225"/>
                <a:gd name="T7" fmla="*/ 401 h 401"/>
                <a:gd name="T8" fmla="*/ 225 w 225"/>
                <a:gd name="T9" fmla="*/ 313 h 401"/>
                <a:gd name="T10" fmla="*/ 90 w 225"/>
                <a:gd name="T11" fmla="*/ 313 h 401"/>
                <a:gd name="T12" fmla="*/ 90 w 225"/>
                <a:gd name="T13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5" h="401">
                  <a:moveTo>
                    <a:pt x="90" y="0"/>
                  </a:moveTo>
                  <a:lnTo>
                    <a:pt x="0" y="0"/>
                  </a:lnTo>
                  <a:lnTo>
                    <a:pt x="0" y="401"/>
                  </a:lnTo>
                  <a:lnTo>
                    <a:pt x="225" y="401"/>
                  </a:lnTo>
                  <a:lnTo>
                    <a:pt x="225" y="313"/>
                  </a:lnTo>
                  <a:lnTo>
                    <a:pt x="90" y="313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9A21CA-36CA-472B-9C74-9A6162C7B77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843552" y="741567"/>
              <a:ext cx="200281" cy="243847"/>
            </a:xfrm>
            <a:custGeom>
              <a:avLst/>
              <a:gdLst>
                <a:gd name="T0" fmla="*/ 140 w 140"/>
                <a:gd name="T1" fmla="*/ 85 h 170"/>
                <a:gd name="T2" fmla="*/ 59 w 140"/>
                <a:gd name="T3" fmla="*/ 0 h 170"/>
                <a:gd name="T4" fmla="*/ 0 w 140"/>
                <a:gd name="T5" fmla="*/ 0 h 170"/>
                <a:gd name="T6" fmla="*/ 0 w 140"/>
                <a:gd name="T7" fmla="*/ 170 h 170"/>
                <a:gd name="T8" fmla="*/ 59 w 140"/>
                <a:gd name="T9" fmla="*/ 170 h 170"/>
                <a:gd name="T10" fmla="*/ 140 w 140"/>
                <a:gd name="T11" fmla="*/ 85 h 170"/>
                <a:gd name="T12" fmla="*/ 36 w 140"/>
                <a:gd name="T13" fmla="*/ 133 h 170"/>
                <a:gd name="T14" fmla="*/ 36 w 140"/>
                <a:gd name="T15" fmla="*/ 38 h 170"/>
                <a:gd name="T16" fmla="*/ 54 w 140"/>
                <a:gd name="T17" fmla="*/ 37 h 170"/>
                <a:gd name="T18" fmla="*/ 100 w 140"/>
                <a:gd name="T19" fmla="*/ 85 h 170"/>
                <a:gd name="T20" fmla="*/ 54 w 140"/>
                <a:gd name="T21" fmla="*/ 132 h 170"/>
                <a:gd name="T22" fmla="*/ 36 w 140"/>
                <a:gd name="T23" fmla="*/ 13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0" h="170">
                  <a:moveTo>
                    <a:pt x="140" y="85"/>
                  </a:moveTo>
                  <a:cubicBezTo>
                    <a:pt x="140" y="37"/>
                    <a:pt x="103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59" y="170"/>
                    <a:pt x="59" y="170"/>
                    <a:pt x="59" y="170"/>
                  </a:cubicBezTo>
                  <a:cubicBezTo>
                    <a:pt x="103" y="170"/>
                    <a:pt x="140" y="133"/>
                    <a:pt x="140" y="85"/>
                  </a:cubicBezTo>
                  <a:close/>
                  <a:moveTo>
                    <a:pt x="36" y="133"/>
                  </a:moveTo>
                  <a:cubicBezTo>
                    <a:pt x="36" y="38"/>
                    <a:pt x="36" y="38"/>
                    <a:pt x="36" y="38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81" y="37"/>
                    <a:pt x="100" y="54"/>
                    <a:pt x="100" y="85"/>
                  </a:cubicBezTo>
                  <a:cubicBezTo>
                    <a:pt x="100" y="118"/>
                    <a:pt x="78" y="132"/>
                    <a:pt x="54" y="132"/>
                  </a:cubicBezTo>
                  <a:lnTo>
                    <a:pt x="36" y="1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52AF319-E279-4E06-9A68-31204FD3A8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091635" y="689530"/>
              <a:ext cx="47196" cy="4719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4FF88D9E-C879-48DC-9598-58FB77E29D40}"/>
                </a:ext>
              </a:extLst>
            </p:cNvPr>
            <p:cNvSpPr>
              <a:spLocks/>
            </p:cNvSpPr>
            <p:nvPr/>
          </p:nvSpPr>
          <p:spPr bwMode="gray">
            <a:xfrm>
              <a:off x="9699135" y="742777"/>
              <a:ext cx="150665" cy="242637"/>
            </a:xfrm>
            <a:custGeom>
              <a:avLst/>
              <a:gdLst>
                <a:gd name="T0" fmla="*/ 249 w 249"/>
                <a:gd name="T1" fmla="*/ 313 h 401"/>
                <a:gd name="T2" fmla="*/ 90 w 249"/>
                <a:gd name="T3" fmla="*/ 313 h 401"/>
                <a:gd name="T4" fmla="*/ 90 w 249"/>
                <a:gd name="T5" fmla="*/ 239 h 401"/>
                <a:gd name="T6" fmla="*/ 223 w 249"/>
                <a:gd name="T7" fmla="*/ 239 h 401"/>
                <a:gd name="T8" fmla="*/ 223 w 249"/>
                <a:gd name="T9" fmla="*/ 156 h 401"/>
                <a:gd name="T10" fmla="*/ 90 w 249"/>
                <a:gd name="T11" fmla="*/ 156 h 401"/>
                <a:gd name="T12" fmla="*/ 90 w 249"/>
                <a:gd name="T13" fmla="*/ 85 h 401"/>
                <a:gd name="T14" fmla="*/ 249 w 249"/>
                <a:gd name="T15" fmla="*/ 85 h 401"/>
                <a:gd name="T16" fmla="*/ 249 w 249"/>
                <a:gd name="T17" fmla="*/ 0 h 401"/>
                <a:gd name="T18" fmla="*/ 0 w 249"/>
                <a:gd name="T19" fmla="*/ 0 h 401"/>
                <a:gd name="T20" fmla="*/ 0 w 249"/>
                <a:gd name="T21" fmla="*/ 401 h 401"/>
                <a:gd name="T22" fmla="*/ 249 w 249"/>
                <a:gd name="T23" fmla="*/ 401 h 401"/>
                <a:gd name="T24" fmla="*/ 249 w 249"/>
                <a:gd name="T25" fmla="*/ 313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401">
                  <a:moveTo>
                    <a:pt x="249" y="313"/>
                  </a:moveTo>
                  <a:lnTo>
                    <a:pt x="90" y="313"/>
                  </a:lnTo>
                  <a:lnTo>
                    <a:pt x="90" y="239"/>
                  </a:lnTo>
                  <a:lnTo>
                    <a:pt x="223" y="239"/>
                  </a:lnTo>
                  <a:lnTo>
                    <a:pt x="223" y="156"/>
                  </a:lnTo>
                  <a:lnTo>
                    <a:pt x="90" y="156"/>
                  </a:lnTo>
                  <a:lnTo>
                    <a:pt x="90" y="85"/>
                  </a:lnTo>
                  <a:lnTo>
                    <a:pt x="249" y="85"/>
                  </a:lnTo>
                  <a:lnTo>
                    <a:pt x="249" y="0"/>
                  </a:lnTo>
                  <a:lnTo>
                    <a:pt x="0" y="0"/>
                  </a:lnTo>
                  <a:lnTo>
                    <a:pt x="0" y="401"/>
                  </a:lnTo>
                  <a:lnTo>
                    <a:pt x="249" y="401"/>
                  </a:lnTo>
                  <a:lnTo>
                    <a:pt x="249" y="3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BDE8442-C524-41F4-A909-1C3627B075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224752" y="689530"/>
              <a:ext cx="47196" cy="4719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AE289AB6-6C1A-4EC9-B5F3-AE11D5C9878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882277" y="1076781"/>
              <a:ext cx="31464" cy="56272"/>
            </a:xfrm>
            <a:custGeom>
              <a:avLst/>
              <a:gdLst>
                <a:gd name="T0" fmla="*/ 21 w 52"/>
                <a:gd name="T1" fmla="*/ 0 h 93"/>
                <a:gd name="T2" fmla="*/ 0 w 52"/>
                <a:gd name="T3" fmla="*/ 93 h 93"/>
                <a:gd name="T4" fmla="*/ 14 w 52"/>
                <a:gd name="T5" fmla="*/ 93 h 93"/>
                <a:gd name="T6" fmla="*/ 16 w 52"/>
                <a:gd name="T7" fmla="*/ 72 h 93"/>
                <a:gd name="T8" fmla="*/ 35 w 52"/>
                <a:gd name="T9" fmla="*/ 72 h 93"/>
                <a:gd name="T10" fmla="*/ 38 w 52"/>
                <a:gd name="T11" fmla="*/ 93 h 93"/>
                <a:gd name="T12" fmla="*/ 52 w 52"/>
                <a:gd name="T13" fmla="*/ 93 h 93"/>
                <a:gd name="T14" fmla="*/ 31 w 52"/>
                <a:gd name="T15" fmla="*/ 0 h 93"/>
                <a:gd name="T16" fmla="*/ 21 w 52"/>
                <a:gd name="T17" fmla="*/ 0 h 93"/>
                <a:gd name="T18" fmla="*/ 19 w 52"/>
                <a:gd name="T19" fmla="*/ 60 h 93"/>
                <a:gd name="T20" fmla="*/ 26 w 52"/>
                <a:gd name="T21" fmla="*/ 27 h 93"/>
                <a:gd name="T22" fmla="*/ 33 w 52"/>
                <a:gd name="T23" fmla="*/ 60 h 93"/>
                <a:gd name="T24" fmla="*/ 19 w 52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93">
                  <a:moveTo>
                    <a:pt x="21" y="0"/>
                  </a:moveTo>
                  <a:lnTo>
                    <a:pt x="0" y="93"/>
                  </a:lnTo>
                  <a:lnTo>
                    <a:pt x="14" y="93"/>
                  </a:lnTo>
                  <a:lnTo>
                    <a:pt x="16" y="72"/>
                  </a:lnTo>
                  <a:lnTo>
                    <a:pt x="35" y="72"/>
                  </a:lnTo>
                  <a:lnTo>
                    <a:pt x="38" y="93"/>
                  </a:lnTo>
                  <a:lnTo>
                    <a:pt x="52" y="93"/>
                  </a:lnTo>
                  <a:lnTo>
                    <a:pt x="31" y="0"/>
                  </a:lnTo>
                  <a:lnTo>
                    <a:pt x="21" y="0"/>
                  </a:lnTo>
                  <a:close/>
                  <a:moveTo>
                    <a:pt x="19" y="60"/>
                  </a:moveTo>
                  <a:lnTo>
                    <a:pt x="26" y="27"/>
                  </a:lnTo>
                  <a:lnTo>
                    <a:pt x="33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B6A099B0-BC8B-488E-B557-447634433D96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9852" y="1076781"/>
              <a:ext cx="22993" cy="56272"/>
            </a:xfrm>
            <a:custGeom>
              <a:avLst/>
              <a:gdLst>
                <a:gd name="T0" fmla="*/ 12 w 38"/>
                <a:gd name="T1" fmla="*/ 0 h 93"/>
                <a:gd name="T2" fmla="*/ 0 w 38"/>
                <a:gd name="T3" fmla="*/ 0 h 93"/>
                <a:gd name="T4" fmla="*/ 0 w 38"/>
                <a:gd name="T5" fmla="*/ 93 h 93"/>
                <a:gd name="T6" fmla="*/ 38 w 38"/>
                <a:gd name="T7" fmla="*/ 93 h 93"/>
                <a:gd name="T8" fmla="*/ 38 w 38"/>
                <a:gd name="T9" fmla="*/ 79 h 93"/>
                <a:gd name="T10" fmla="*/ 12 w 38"/>
                <a:gd name="T11" fmla="*/ 79 h 93"/>
                <a:gd name="T12" fmla="*/ 12 w 38"/>
                <a:gd name="T1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93">
                  <a:moveTo>
                    <a:pt x="12" y="0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74B623B4-64FE-43E0-8385-95C9D0FA6F20}"/>
                </a:ext>
              </a:extLst>
            </p:cNvPr>
            <p:cNvSpPr>
              <a:spLocks/>
            </p:cNvSpPr>
            <p:nvPr/>
          </p:nvSpPr>
          <p:spPr bwMode="gray">
            <a:xfrm>
              <a:off x="8844763" y="1076781"/>
              <a:ext cx="27229" cy="56272"/>
            </a:xfrm>
            <a:custGeom>
              <a:avLst/>
              <a:gdLst>
                <a:gd name="T0" fmla="*/ 33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2 w 45"/>
                <a:gd name="T9" fmla="*/ 93 h 93"/>
                <a:gd name="T10" fmla="*/ 12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3 w 45"/>
                <a:gd name="T19" fmla="*/ 0 h 93"/>
                <a:gd name="T20" fmla="*/ 33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3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2" y="93"/>
                  </a:lnTo>
                  <a:lnTo>
                    <a:pt x="12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3" y="0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93354FE3-41F0-40F6-8EF7-AB5D7500678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200549" y="1076781"/>
              <a:ext cx="27229" cy="56272"/>
            </a:xfrm>
            <a:custGeom>
              <a:avLst/>
              <a:gdLst>
                <a:gd name="T0" fmla="*/ 9 w 19"/>
                <a:gd name="T1" fmla="*/ 0 h 39"/>
                <a:gd name="T2" fmla="*/ 0 w 19"/>
                <a:gd name="T3" fmla="*/ 9 h 39"/>
                <a:gd name="T4" fmla="*/ 0 w 19"/>
                <a:gd name="T5" fmla="*/ 30 h 39"/>
                <a:gd name="T6" fmla="*/ 9 w 19"/>
                <a:gd name="T7" fmla="*/ 39 h 39"/>
                <a:gd name="T8" fmla="*/ 19 w 19"/>
                <a:gd name="T9" fmla="*/ 30 h 39"/>
                <a:gd name="T10" fmla="*/ 19 w 19"/>
                <a:gd name="T11" fmla="*/ 9 h 39"/>
                <a:gd name="T12" fmla="*/ 9 w 19"/>
                <a:gd name="T13" fmla="*/ 0 h 39"/>
                <a:gd name="T14" fmla="*/ 13 w 19"/>
                <a:gd name="T15" fmla="*/ 30 h 39"/>
                <a:gd name="T16" fmla="*/ 9 w 19"/>
                <a:gd name="T17" fmla="*/ 34 h 39"/>
                <a:gd name="T18" fmla="*/ 6 w 19"/>
                <a:gd name="T19" fmla="*/ 30 h 39"/>
                <a:gd name="T20" fmla="*/ 6 w 19"/>
                <a:gd name="T21" fmla="*/ 9 h 39"/>
                <a:gd name="T22" fmla="*/ 9 w 19"/>
                <a:gd name="T23" fmla="*/ 6 h 39"/>
                <a:gd name="T24" fmla="*/ 13 w 19"/>
                <a:gd name="T25" fmla="*/ 9 h 39"/>
                <a:gd name="T26" fmla="*/ 13 w 19"/>
                <a:gd name="T27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39">
                  <a:moveTo>
                    <a:pt x="9" y="0"/>
                  </a:moveTo>
                  <a:cubicBezTo>
                    <a:pt x="5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5" y="39"/>
                    <a:pt x="9" y="39"/>
                  </a:cubicBezTo>
                  <a:cubicBezTo>
                    <a:pt x="14" y="39"/>
                    <a:pt x="19" y="36"/>
                    <a:pt x="19" y="3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3"/>
                    <a:pt x="14" y="0"/>
                    <a:pt x="9" y="0"/>
                  </a:cubicBezTo>
                  <a:close/>
                  <a:moveTo>
                    <a:pt x="13" y="30"/>
                  </a:move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6" y="32"/>
                    <a:pt x="6" y="3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lnTo>
                    <a:pt x="1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3" name="Freeform 20">
              <a:extLst>
                <a:ext uri="{FF2B5EF4-FFF2-40B4-BE49-F238E27FC236}">
                  <a16:creationId xmlns:a16="http://schemas.microsoft.com/office/drawing/2014/main" id="{6F5AEEE6-EEBA-49CF-B5A3-681F6B7D091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028102" y="1076781"/>
              <a:ext cx="32069" cy="56272"/>
            </a:xfrm>
            <a:custGeom>
              <a:avLst/>
              <a:gdLst>
                <a:gd name="T0" fmla="*/ 19 w 53"/>
                <a:gd name="T1" fmla="*/ 0 h 93"/>
                <a:gd name="T2" fmla="*/ 0 w 53"/>
                <a:gd name="T3" fmla="*/ 93 h 93"/>
                <a:gd name="T4" fmla="*/ 12 w 53"/>
                <a:gd name="T5" fmla="*/ 93 h 93"/>
                <a:gd name="T6" fmla="*/ 17 w 53"/>
                <a:gd name="T7" fmla="*/ 72 h 93"/>
                <a:gd name="T8" fmla="*/ 34 w 53"/>
                <a:gd name="T9" fmla="*/ 72 h 93"/>
                <a:gd name="T10" fmla="*/ 38 w 53"/>
                <a:gd name="T11" fmla="*/ 93 h 93"/>
                <a:gd name="T12" fmla="*/ 53 w 53"/>
                <a:gd name="T13" fmla="*/ 93 h 93"/>
                <a:gd name="T14" fmla="*/ 31 w 53"/>
                <a:gd name="T15" fmla="*/ 0 h 93"/>
                <a:gd name="T16" fmla="*/ 19 w 53"/>
                <a:gd name="T17" fmla="*/ 0 h 93"/>
                <a:gd name="T18" fmla="*/ 19 w 53"/>
                <a:gd name="T19" fmla="*/ 60 h 93"/>
                <a:gd name="T20" fmla="*/ 26 w 53"/>
                <a:gd name="T21" fmla="*/ 27 h 93"/>
                <a:gd name="T22" fmla="*/ 31 w 53"/>
                <a:gd name="T23" fmla="*/ 60 h 93"/>
                <a:gd name="T24" fmla="*/ 19 w 53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" h="93">
                  <a:moveTo>
                    <a:pt x="19" y="0"/>
                  </a:moveTo>
                  <a:lnTo>
                    <a:pt x="0" y="93"/>
                  </a:lnTo>
                  <a:lnTo>
                    <a:pt x="12" y="93"/>
                  </a:lnTo>
                  <a:lnTo>
                    <a:pt x="17" y="72"/>
                  </a:lnTo>
                  <a:lnTo>
                    <a:pt x="34" y="72"/>
                  </a:lnTo>
                  <a:lnTo>
                    <a:pt x="38" y="93"/>
                  </a:lnTo>
                  <a:lnTo>
                    <a:pt x="53" y="93"/>
                  </a:lnTo>
                  <a:lnTo>
                    <a:pt x="31" y="0"/>
                  </a:lnTo>
                  <a:lnTo>
                    <a:pt x="19" y="0"/>
                  </a:lnTo>
                  <a:close/>
                  <a:moveTo>
                    <a:pt x="19" y="60"/>
                  </a:moveTo>
                  <a:lnTo>
                    <a:pt x="26" y="27"/>
                  </a:lnTo>
                  <a:lnTo>
                    <a:pt x="31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9D2AD66F-752E-4F3E-908F-29C084B277F7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992402" y="1076781"/>
              <a:ext cx="27229" cy="56272"/>
            </a:xfrm>
            <a:custGeom>
              <a:avLst/>
              <a:gdLst>
                <a:gd name="T0" fmla="*/ 18 w 19"/>
                <a:gd name="T1" fmla="*/ 12 h 39"/>
                <a:gd name="T2" fmla="*/ 8 w 19"/>
                <a:gd name="T3" fmla="*/ 0 h 39"/>
                <a:gd name="T4" fmla="*/ 0 w 19"/>
                <a:gd name="T5" fmla="*/ 0 h 39"/>
                <a:gd name="T6" fmla="*/ 0 w 19"/>
                <a:gd name="T7" fmla="*/ 39 h 39"/>
                <a:gd name="T8" fmla="*/ 5 w 19"/>
                <a:gd name="T9" fmla="*/ 39 h 39"/>
                <a:gd name="T10" fmla="*/ 5 w 19"/>
                <a:gd name="T11" fmla="*/ 22 h 39"/>
                <a:gd name="T12" fmla="*/ 8 w 19"/>
                <a:gd name="T13" fmla="*/ 22 h 39"/>
                <a:gd name="T14" fmla="*/ 14 w 19"/>
                <a:gd name="T15" fmla="*/ 39 h 39"/>
                <a:gd name="T16" fmla="*/ 19 w 19"/>
                <a:gd name="T17" fmla="*/ 39 h 39"/>
                <a:gd name="T18" fmla="*/ 13 w 19"/>
                <a:gd name="T19" fmla="*/ 21 h 39"/>
                <a:gd name="T20" fmla="*/ 18 w 19"/>
                <a:gd name="T21" fmla="*/ 12 h 39"/>
                <a:gd name="T22" fmla="*/ 8 w 19"/>
                <a:gd name="T23" fmla="*/ 17 h 39"/>
                <a:gd name="T24" fmla="*/ 5 w 19"/>
                <a:gd name="T25" fmla="*/ 17 h 39"/>
                <a:gd name="T26" fmla="*/ 5 w 19"/>
                <a:gd name="T27" fmla="*/ 6 h 39"/>
                <a:gd name="T28" fmla="*/ 8 w 19"/>
                <a:gd name="T29" fmla="*/ 6 h 39"/>
                <a:gd name="T30" fmla="*/ 13 w 19"/>
                <a:gd name="T31" fmla="*/ 12 h 39"/>
                <a:gd name="T32" fmla="*/ 8 w 19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39">
                  <a:moveTo>
                    <a:pt x="18" y="12"/>
                  </a:moveTo>
                  <a:cubicBezTo>
                    <a:pt x="18" y="4"/>
                    <a:pt x="15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7" y="19"/>
                    <a:pt x="18" y="16"/>
                    <a:pt x="18" y="12"/>
                  </a:cubicBezTo>
                  <a:close/>
                  <a:moveTo>
                    <a:pt x="8" y="17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6"/>
                    <a:pt x="13" y="8"/>
                    <a:pt x="13" y="12"/>
                  </a:cubicBezTo>
                  <a:cubicBezTo>
                    <a:pt x="13" y="15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B3BFA192-33F7-4E1A-AEA7-4DA244DE995F}"/>
                </a:ext>
              </a:extLst>
            </p:cNvPr>
            <p:cNvSpPr>
              <a:spLocks/>
            </p:cNvSpPr>
            <p:nvPr/>
          </p:nvSpPr>
          <p:spPr bwMode="gray">
            <a:xfrm>
              <a:off x="9125519" y="1076781"/>
              <a:ext cx="24808" cy="56272"/>
            </a:xfrm>
            <a:custGeom>
              <a:avLst/>
              <a:gdLst>
                <a:gd name="T0" fmla="*/ 0 w 41"/>
                <a:gd name="T1" fmla="*/ 93 h 93"/>
                <a:gd name="T2" fmla="*/ 15 w 41"/>
                <a:gd name="T3" fmla="*/ 93 h 93"/>
                <a:gd name="T4" fmla="*/ 15 w 41"/>
                <a:gd name="T5" fmla="*/ 53 h 93"/>
                <a:gd name="T6" fmla="*/ 36 w 41"/>
                <a:gd name="T7" fmla="*/ 53 h 93"/>
                <a:gd name="T8" fmla="*/ 36 w 41"/>
                <a:gd name="T9" fmla="*/ 41 h 93"/>
                <a:gd name="T10" fmla="*/ 15 w 41"/>
                <a:gd name="T11" fmla="*/ 41 h 93"/>
                <a:gd name="T12" fmla="*/ 15 w 41"/>
                <a:gd name="T13" fmla="*/ 15 h 93"/>
                <a:gd name="T14" fmla="*/ 41 w 41"/>
                <a:gd name="T15" fmla="*/ 15 h 93"/>
                <a:gd name="T16" fmla="*/ 41 w 41"/>
                <a:gd name="T17" fmla="*/ 0 h 93"/>
                <a:gd name="T18" fmla="*/ 0 w 41"/>
                <a:gd name="T19" fmla="*/ 0 h 93"/>
                <a:gd name="T20" fmla="*/ 0 w 41"/>
                <a:gd name="T21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" h="93">
                  <a:moveTo>
                    <a:pt x="0" y="93"/>
                  </a:moveTo>
                  <a:lnTo>
                    <a:pt x="15" y="93"/>
                  </a:lnTo>
                  <a:lnTo>
                    <a:pt x="15" y="53"/>
                  </a:lnTo>
                  <a:lnTo>
                    <a:pt x="36" y="53"/>
                  </a:lnTo>
                  <a:lnTo>
                    <a:pt x="36" y="41"/>
                  </a:lnTo>
                  <a:lnTo>
                    <a:pt x="15" y="41"/>
                  </a:lnTo>
                  <a:lnTo>
                    <a:pt x="15" y="15"/>
                  </a:lnTo>
                  <a:lnTo>
                    <a:pt x="41" y="15"/>
                  </a:lnTo>
                  <a:lnTo>
                    <a:pt x="41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690330E0-8010-4438-ABBA-0336672BD822}"/>
                </a:ext>
              </a:extLst>
            </p:cNvPr>
            <p:cNvSpPr>
              <a:spLocks/>
            </p:cNvSpPr>
            <p:nvPr/>
          </p:nvSpPr>
          <p:spPr bwMode="gray">
            <a:xfrm>
              <a:off x="8916767" y="1076781"/>
              <a:ext cx="25413" cy="56272"/>
            </a:xfrm>
            <a:custGeom>
              <a:avLst/>
              <a:gdLst>
                <a:gd name="T0" fmla="*/ 0 w 42"/>
                <a:gd name="T1" fmla="*/ 15 h 93"/>
                <a:gd name="T2" fmla="*/ 14 w 42"/>
                <a:gd name="T3" fmla="*/ 15 h 93"/>
                <a:gd name="T4" fmla="*/ 14 w 42"/>
                <a:gd name="T5" fmla="*/ 93 h 93"/>
                <a:gd name="T6" fmla="*/ 28 w 42"/>
                <a:gd name="T7" fmla="*/ 93 h 93"/>
                <a:gd name="T8" fmla="*/ 28 w 42"/>
                <a:gd name="T9" fmla="*/ 15 h 93"/>
                <a:gd name="T10" fmla="*/ 42 w 42"/>
                <a:gd name="T11" fmla="*/ 15 h 93"/>
                <a:gd name="T12" fmla="*/ 42 w 42"/>
                <a:gd name="T13" fmla="*/ 0 h 93"/>
                <a:gd name="T14" fmla="*/ 0 w 42"/>
                <a:gd name="T15" fmla="*/ 0 h 93"/>
                <a:gd name="T16" fmla="*/ 0 w 42"/>
                <a:gd name="T17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93">
                  <a:moveTo>
                    <a:pt x="0" y="15"/>
                  </a:moveTo>
                  <a:lnTo>
                    <a:pt x="14" y="15"/>
                  </a:lnTo>
                  <a:lnTo>
                    <a:pt x="14" y="93"/>
                  </a:lnTo>
                  <a:lnTo>
                    <a:pt x="28" y="93"/>
                  </a:lnTo>
                  <a:lnTo>
                    <a:pt x="28" y="15"/>
                  </a:lnTo>
                  <a:lnTo>
                    <a:pt x="42" y="1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F8CF404D-6923-44DD-B279-45C2123C3B7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161824" y="1076781"/>
              <a:ext cx="25413" cy="56272"/>
            </a:xfrm>
            <a:custGeom>
              <a:avLst/>
              <a:gdLst>
                <a:gd name="T0" fmla="*/ 9 w 18"/>
                <a:gd name="T1" fmla="*/ 0 h 39"/>
                <a:gd name="T2" fmla="*/ 0 w 18"/>
                <a:gd name="T3" fmla="*/ 9 h 39"/>
                <a:gd name="T4" fmla="*/ 0 w 18"/>
                <a:gd name="T5" fmla="*/ 30 h 39"/>
                <a:gd name="T6" fmla="*/ 9 w 18"/>
                <a:gd name="T7" fmla="*/ 39 h 39"/>
                <a:gd name="T8" fmla="*/ 18 w 18"/>
                <a:gd name="T9" fmla="*/ 30 h 39"/>
                <a:gd name="T10" fmla="*/ 18 w 18"/>
                <a:gd name="T11" fmla="*/ 9 h 39"/>
                <a:gd name="T12" fmla="*/ 9 w 18"/>
                <a:gd name="T13" fmla="*/ 0 h 39"/>
                <a:gd name="T14" fmla="*/ 13 w 18"/>
                <a:gd name="T15" fmla="*/ 30 h 39"/>
                <a:gd name="T16" fmla="*/ 9 w 18"/>
                <a:gd name="T17" fmla="*/ 34 h 39"/>
                <a:gd name="T18" fmla="*/ 5 w 18"/>
                <a:gd name="T19" fmla="*/ 30 h 39"/>
                <a:gd name="T20" fmla="*/ 5 w 18"/>
                <a:gd name="T21" fmla="*/ 9 h 39"/>
                <a:gd name="T22" fmla="*/ 9 w 18"/>
                <a:gd name="T23" fmla="*/ 6 h 39"/>
                <a:gd name="T24" fmla="*/ 13 w 18"/>
                <a:gd name="T25" fmla="*/ 9 h 39"/>
                <a:gd name="T26" fmla="*/ 13 w 18"/>
                <a:gd name="T27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9" y="0"/>
                  </a:moveTo>
                  <a:cubicBezTo>
                    <a:pt x="4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4" y="39"/>
                    <a:pt x="9" y="39"/>
                  </a:cubicBezTo>
                  <a:cubicBezTo>
                    <a:pt x="13" y="39"/>
                    <a:pt x="18" y="36"/>
                    <a:pt x="18" y="3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3"/>
                    <a:pt x="13" y="0"/>
                    <a:pt x="9" y="0"/>
                  </a:cubicBezTo>
                  <a:close/>
                  <a:moveTo>
                    <a:pt x="13" y="30"/>
                  </a:move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lnTo>
                    <a:pt x="1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9" name="Freeform 25">
              <a:extLst>
                <a:ext uri="{FF2B5EF4-FFF2-40B4-BE49-F238E27FC236}">
                  <a16:creationId xmlns:a16="http://schemas.microsoft.com/office/drawing/2014/main" id="{50566281-D547-42D7-AB89-3026A749F66F}"/>
                </a:ext>
              </a:extLst>
            </p:cNvPr>
            <p:cNvSpPr>
              <a:spLocks/>
            </p:cNvSpPr>
            <p:nvPr/>
          </p:nvSpPr>
          <p:spPr bwMode="gray">
            <a:xfrm>
              <a:off x="8952467" y="1076781"/>
              <a:ext cx="26018" cy="56272"/>
            </a:xfrm>
            <a:custGeom>
              <a:avLst/>
              <a:gdLst>
                <a:gd name="T0" fmla="*/ 12 w 18"/>
                <a:gd name="T1" fmla="*/ 30 h 39"/>
                <a:gd name="T2" fmla="*/ 9 w 18"/>
                <a:gd name="T3" fmla="*/ 34 h 39"/>
                <a:gd name="T4" fmla="*/ 5 w 18"/>
                <a:gd name="T5" fmla="*/ 30 h 39"/>
                <a:gd name="T6" fmla="*/ 5 w 18"/>
                <a:gd name="T7" fmla="*/ 0 h 39"/>
                <a:gd name="T8" fmla="*/ 0 w 18"/>
                <a:gd name="T9" fmla="*/ 0 h 39"/>
                <a:gd name="T10" fmla="*/ 0 w 18"/>
                <a:gd name="T11" fmla="*/ 30 h 39"/>
                <a:gd name="T12" fmla="*/ 9 w 18"/>
                <a:gd name="T13" fmla="*/ 39 h 39"/>
                <a:gd name="T14" fmla="*/ 18 w 18"/>
                <a:gd name="T15" fmla="*/ 30 h 39"/>
                <a:gd name="T16" fmla="*/ 18 w 18"/>
                <a:gd name="T17" fmla="*/ 0 h 39"/>
                <a:gd name="T18" fmla="*/ 12 w 18"/>
                <a:gd name="T19" fmla="*/ 0 h 39"/>
                <a:gd name="T20" fmla="*/ 12 w 18"/>
                <a:gd name="T21" fmla="*/ 3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39">
                  <a:moveTo>
                    <a:pt x="12" y="30"/>
                  </a:moveTo>
                  <a:cubicBezTo>
                    <a:pt x="12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4" y="39"/>
                    <a:pt x="18" y="35"/>
                    <a:pt x="18" y="3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1" name="Freeform 26">
              <a:extLst>
                <a:ext uri="{FF2B5EF4-FFF2-40B4-BE49-F238E27FC236}">
                  <a16:creationId xmlns:a16="http://schemas.microsoft.com/office/drawing/2014/main" id="{10EFA3E4-6E10-4845-99AB-30AA21CC935C}"/>
                </a:ext>
              </a:extLst>
            </p:cNvPr>
            <p:cNvSpPr>
              <a:spLocks/>
            </p:cNvSpPr>
            <p:nvPr/>
          </p:nvSpPr>
          <p:spPr bwMode="gray">
            <a:xfrm>
              <a:off x="9406881" y="1076781"/>
              <a:ext cx="22993" cy="56272"/>
            </a:xfrm>
            <a:custGeom>
              <a:avLst/>
              <a:gdLst>
                <a:gd name="T0" fmla="*/ 0 w 38"/>
                <a:gd name="T1" fmla="*/ 93 h 93"/>
                <a:gd name="T2" fmla="*/ 38 w 38"/>
                <a:gd name="T3" fmla="*/ 93 h 93"/>
                <a:gd name="T4" fmla="*/ 38 w 38"/>
                <a:gd name="T5" fmla="*/ 79 h 93"/>
                <a:gd name="T6" fmla="*/ 12 w 38"/>
                <a:gd name="T7" fmla="*/ 79 h 93"/>
                <a:gd name="T8" fmla="*/ 12 w 38"/>
                <a:gd name="T9" fmla="*/ 53 h 93"/>
                <a:gd name="T10" fmla="*/ 35 w 38"/>
                <a:gd name="T11" fmla="*/ 53 h 93"/>
                <a:gd name="T12" fmla="*/ 35 w 38"/>
                <a:gd name="T13" fmla="*/ 41 h 93"/>
                <a:gd name="T14" fmla="*/ 12 w 38"/>
                <a:gd name="T15" fmla="*/ 41 h 93"/>
                <a:gd name="T16" fmla="*/ 12 w 38"/>
                <a:gd name="T17" fmla="*/ 15 h 93"/>
                <a:gd name="T18" fmla="*/ 38 w 38"/>
                <a:gd name="T19" fmla="*/ 15 h 93"/>
                <a:gd name="T20" fmla="*/ 38 w 38"/>
                <a:gd name="T21" fmla="*/ 0 h 93"/>
                <a:gd name="T22" fmla="*/ 0 w 38"/>
                <a:gd name="T23" fmla="*/ 0 h 93"/>
                <a:gd name="T24" fmla="*/ 0 w 38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93">
                  <a:moveTo>
                    <a:pt x="0" y="93"/>
                  </a:move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2" y="41"/>
                  </a:lnTo>
                  <a:lnTo>
                    <a:pt x="12" y="15"/>
                  </a:lnTo>
                  <a:lnTo>
                    <a:pt x="38" y="15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4322FDF4-E7FC-449A-95B5-DDB51C69436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866742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8 w 18"/>
                <a:gd name="T7" fmla="*/ 39 h 39"/>
                <a:gd name="T8" fmla="*/ 18 w 18"/>
                <a:gd name="T9" fmla="*/ 28 h 39"/>
                <a:gd name="T10" fmla="*/ 18 w 18"/>
                <a:gd name="T11" fmla="*/ 10 h 39"/>
                <a:gd name="T12" fmla="*/ 8 w 18"/>
                <a:gd name="T13" fmla="*/ 0 h 39"/>
                <a:gd name="T14" fmla="*/ 12 w 18"/>
                <a:gd name="T15" fmla="*/ 29 h 39"/>
                <a:gd name="T16" fmla="*/ 8 w 18"/>
                <a:gd name="T17" fmla="*/ 34 h 39"/>
                <a:gd name="T18" fmla="*/ 5 w 18"/>
                <a:gd name="T19" fmla="*/ 34 h 39"/>
                <a:gd name="T20" fmla="*/ 5 w 18"/>
                <a:gd name="T21" fmla="*/ 6 h 39"/>
                <a:gd name="T22" fmla="*/ 8 w 18"/>
                <a:gd name="T23" fmla="*/ 6 h 39"/>
                <a:gd name="T24" fmla="*/ 12 w 18"/>
                <a:gd name="T25" fmla="*/ 10 h 39"/>
                <a:gd name="T26" fmla="*/ 12 w 18"/>
                <a:gd name="T27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4"/>
                    <a:pt x="14" y="0"/>
                    <a:pt x="8" y="0"/>
                  </a:cubicBezTo>
                  <a:close/>
                  <a:moveTo>
                    <a:pt x="12" y="29"/>
                  </a:moveTo>
                  <a:cubicBezTo>
                    <a:pt x="12" y="32"/>
                    <a:pt x="11" y="34"/>
                    <a:pt x="8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2" y="7"/>
                    <a:pt x="12" y="10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31787FD0-F88C-4F42-91CF-1CA5C9D07A1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240484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8 w 18"/>
                <a:gd name="T7" fmla="*/ 39 h 39"/>
                <a:gd name="T8" fmla="*/ 18 w 18"/>
                <a:gd name="T9" fmla="*/ 28 h 39"/>
                <a:gd name="T10" fmla="*/ 18 w 18"/>
                <a:gd name="T11" fmla="*/ 10 h 39"/>
                <a:gd name="T12" fmla="*/ 8 w 18"/>
                <a:gd name="T13" fmla="*/ 0 h 39"/>
                <a:gd name="T14" fmla="*/ 12 w 18"/>
                <a:gd name="T15" fmla="*/ 29 h 39"/>
                <a:gd name="T16" fmla="*/ 8 w 18"/>
                <a:gd name="T17" fmla="*/ 34 h 39"/>
                <a:gd name="T18" fmla="*/ 6 w 18"/>
                <a:gd name="T19" fmla="*/ 34 h 39"/>
                <a:gd name="T20" fmla="*/ 6 w 18"/>
                <a:gd name="T21" fmla="*/ 6 h 39"/>
                <a:gd name="T22" fmla="*/ 8 w 18"/>
                <a:gd name="T23" fmla="*/ 6 h 39"/>
                <a:gd name="T24" fmla="*/ 12 w 18"/>
                <a:gd name="T25" fmla="*/ 10 h 39"/>
                <a:gd name="T26" fmla="*/ 12 w 18"/>
                <a:gd name="T27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4"/>
                    <a:pt x="15" y="0"/>
                    <a:pt x="8" y="0"/>
                  </a:cubicBezTo>
                  <a:close/>
                  <a:moveTo>
                    <a:pt x="12" y="29"/>
                  </a:moveTo>
                  <a:cubicBezTo>
                    <a:pt x="12" y="32"/>
                    <a:pt x="11" y="34"/>
                    <a:pt x="8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2" y="7"/>
                    <a:pt x="12" y="10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FD0EDB01-3AFA-47F9-B6AA-D716F38FA3C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792317" y="1076781"/>
              <a:ext cx="27229" cy="56272"/>
            </a:xfrm>
            <a:custGeom>
              <a:avLst/>
              <a:gdLst>
                <a:gd name="T0" fmla="*/ 18 w 19"/>
                <a:gd name="T1" fmla="*/ 12 h 39"/>
                <a:gd name="T2" fmla="*/ 9 w 19"/>
                <a:gd name="T3" fmla="*/ 0 h 39"/>
                <a:gd name="T4" fmla="*/ 0 w 19"/>
                <a:gd name="T5" fmla="*/ 0 h 39"/>
                <a:gd name="T6" fmla="*/ 0 w 19"/>
                <a:gd name="T7" fmla="*/ 39 h 39"/>
                <a:gd name="T8" fmla="*/ 5 w 19"/>
                <a:gd name="T9" fmla="*/ 39 h 39"/>
                <a:gd name="T10" fmla="*/ 5 w 19"/>
                <a:gd name="T11" fmla="*/ 22 h 39"/>
                <a:gd name="T12" fmla="*/ 8 w 19"/>
                <a:gd name="T13" fmla="*/ 22 h 39"/>
                <a:gd name="T14" fmla="*/ 14 w 19"/>
                <a:gd name="T15" fmla="*/ 39 h 39"/>
                <a:gd name="T16" fmla="*/ 19 w 19"/>
                <a:gd name="T17" fmla="*/ 39 h 39"/>
                <a:gd name="T18" fmla="*/ 13 w 19"/>
                <a:gd name="T19" fmla="*/ 21 h 39"/>
                <a:gd name="T20" fmla="*/ 18 w 19"/>
                <a:gd name="T21" fmla="*/ 12 h 39"/>
                <a:gd name="T22" fmla="*/ 8 w 19"/>
                <a:gd name="T23" fmla="*/ 17 h 39"/>
                <a:gd name="T24" fmla="*/ 5 w 19"/>
                <a:gd name="T25" fmla="*/ 17 h 39"/>
                <a:gd name="T26" fmla="*/ 5 w 19"/>
                <a:gd name="T27" fmla="*/ 6 h 39"/>
                <a:gd name="T28" fmla="*/ 8 w 19"/>
                <a:gd name="T29" fmla="*/ 6 h 39"/>
                <a:gd name="T30" fmla="*/ 13 w 19"/>
                <a:gd name="T31" fmla="*/ 12 h 39"/>
                <a:gd name="T32" fmla="*/ 8 w 19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39">
                  <a:moveTo>
                    <a:pt x="18" y="12"/>
                  </a:moveTo>
                  <a:cubicBezTo>
                    <a:pt x="18" y="4"/>
                    <a:pt x="15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7" y="19"/>
                    <a:pt x="18" y="16"/>
                    <a:pt x="18" y="12"/>
                  </a:cubicBezTo>
                  <a:close/>
                  <a:moveTo>
                    <a:pt x="8" y="17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6"/>
                    <a:pt x="13" y="8"/>
                    <a:pt x="13" y="12"/>
                  </a:cubicBezTo>
                  <a:cubicBezTo>
                    <a:pt x="13" y="15"/>
                    <a:pt x="12" y="17"/>
                    <a:pt x="8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DE0B7853-0288-403F-B41A-0FF3D6E9A9E5}"/>
                </a:ext>
              </a:extLst>
            </p:cNvPr>
            <p:cNvSpPr>
              <a:spLocks/>
            </p:cNvSpPr>
            <p:nvPr/>
          </p:nvSpPr>
          <p:spPr bwMode="gray">
            <a:xfrm>
              <a:off x="9752382" y="1076781"/>
              <a:ext cx="25413" cy="56272"/>
            </a:xfrm>
            <a:custGeom>
              <a:avLst/>
              <a:gdLst>
                <a:gd name="T0" fmla="*/ 9 w 18"/>
                <a:gd name="T1" fmla="*/ 0 h 39"/>
                <a:gd name="T2" fmla="*/ 0 w 18"/>
                <a:gd name="T3" fmla="*/ 9 h 39"/>
                <a:gd name="T4" fmla="*/ 0 w 18"/>
                <a:gd name="T5" fmla="*/ 30 h 39"/>
                <a:gd name="T6" fmla="*/ 9 w 18"/>
                <a:gd name="T7" fmla="*/ 39 h 39"/>
                <a:gd name="T8" fmla="*/ 18 w 18"/>
                <a:gd name="T9" fmla="*/ 30 h 39"/>
                <a:gd name="T10" fmla="*/ 18 w 18"/>
                <a:gd name="T11" fmla="*/ 18 h 39"/>
                <a:gd name="T12" fmla="*/ 8 w 18"/>
                <a:gd name="T13" fmla="*/ 18 h 39"/>
                <a:gd name="T14" fmla="*/ 8 w 18"/>
                <a:gd name="T15" fmla="*/ 22 h 39"/>
                <a:gd name="T16" fmla="*/ 13 w 18"/>
                <a:gd name="T17" fmla="*/ 22 h 39"/>
                <a:gd name="T18" fmla="*/ 13 w 18"/>
                <a:gd name="T19" fmla="*/ 30 h 39"/>
                <a:gd name="T20" fmla="*/ 9 w 18"/>
                <a:gd name="T21" fmla="*/ 34 h 39"/>
                <a:gd name="T22" fmla="*/ 5 w 18"/>
                <a:gd name="T23" fmla="*/ 30 h 39"/>
                <a:gd name="T24" fmla="*/ 5 w 18"/>
                <a:gd name="T25" fmla="*/ 9 h 39"/>
                <a:gd name="T26" fmla="*/ 9 w 18"/>
                <a:gd name="T27" fmla="*/ 6 h 39"/>
                <a:gd name="T28" fmla="*/ 13 w 18"/>
                <a:gd name="T29" fmla="*/ 9 h 39"/>
                <a:gd name="T30" fmla="*/ 13 w 18"/>
                <a:gd name="T31" fmla="*/ 11 h 39"/>
                <a:gd name="T32" fmla="*/ 18 w 18"/>
                <a:gd name="T33" fmla="*/ 11 h 39"/>
                <a:gd name="T34" fmla="*/ 18 w 18"/>
                <a:gd name="T35" fmla="*/ 9 h 39"/>
                <a:gd name="T36" fmla="*/ 9 w 18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" h="39">
                  <a:moveTo>
                    <a:pt x="9" y="0"/>
                  </a:moveTo>
                  <a:cubicBezTo>
                    <a:pt x="4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4" y="39"/>
                    <a:pt x="9" y="39"/>
                  </a:cubicBezTo>
                  <a:cubicBezTo>
                    <a:pt x="13" y="39"/>
                    <a:pt x="18" y="36"/>
                    <a:pt x="18" y="30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2"/>
                    <a:pt x="11" y="34"/>
                    <a:pt x="9" y="34"/>
                  </a:cubicBezTo>
                  <a:cubicBezTo>
                    <a:pt x="7" y="34"/>
                    <a:pt x="5" y="32"/>
                    <a:pt x="5" y="3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7"/>
                    <a:pt x="7" y="6"/>
                    <a:pt x="9" y="6"/>
                  </a:cubicBezTo>
                  <a:cubicBezTo>
                    <a:pt x="11" y="6"/>
                    <a:pt x="13" y="7"/>
                    <a:pt x="13" y="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3"/>
                    <a:pt x="13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54C1358-E124-4F02-BC23-E5B781AC06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677" y="1076781"/>
              <a:ext cx="7261" cy="5627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08FD56F6-391B-447A-A737-8AAB216D79B5}"/>
                </a:ext>
              </a:extLst>
            </p:cNvPr>
            <p:cNvSpPr>
              <a:spLocks/>
            </p:cNvSpPr>
            <p:nvPr/>
          </p:nvSpPr>
          <p:spPr bwMode="gray">
            <a:xfrm>
              <a:off x="9831042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15FCDBC1-3795-477B-ACE1-DE02EA88DA42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01674" y="1076781"/>
              <a:ext cx="25413" cy="56272"/>
            </a:xfrm>
            <a:custGeom>
              <a:avLst/>
              <a:gdLst>
                <a:gd name="T0" fmla="*/ 0 w 42"/>
                <a:gd name="T1" fmla="*/ 15 h 93"/>
                <a:gd name="T2" fmla="*/ 14 w 42"/>
                <a:gd name="T3" fmla="*/ 15 h 93"/>
                <a:gd name="T4" fmla="*/ 14 w 42"/>
                <a:gd name="T5" fmla="*/ 93 h 93"/>
                <a:gd name="T6" fmla="*/ 28 w 42"/>
                <a:gd name="T7" fmla="*/ 93 h 93"/>
                <a:gd name="T8" fmla="*/ 28 w 42"/>
                <a:gd name="T9" fmla="*/ 15 h 93"/>
                <a:gd name="T10" fmla="*/ 42 w 42"/>
                <a:gd name="T11" fmla="*/ 15 h 93"/>
                <a:gd name="T12" fmla="*/ 42 w 42"/>
                <a:gd name="T13" fmla="*/ 0 h 93"/>
                <a:gd name="T14" fmla="*/ 0 w 42"/>
                <a:gd name="T15" fmla="*/ 0 h 93"/>
                <a:gd name="T16" fmla="*/ 0 w 42"/>
                <a:gd name="T17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93">
                  <a:moveTo>
                    <a:pt x="0" y="15"/>
                  </a:moveTo>
                  <a:lnTo>
                    <a:pt x="14" y="15"/>
                  </a:lnTo>
                  <a:lnTo>
                    <a:pt x="14" y="93"/>
                  </a:lnTo>
                  <a:lnTo>
                    <a:pt x="28" y="93"/>
                  </a:lnTo>
                  <a:lnTo>
                    <a:pt x="28" y="15"/>
                  </a:lnTo>
                  <a:lnTo>
                    <a:pt x="42" y="1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7A531E48-433C-4F05-BA41-C25CDBF43A29}"/>
                </a:ext>
              </a:extLst>
            </p:cNvPr>
            <p:cNvSpPr>
              <a:spLocks/>
            </p:cNvSpPr>
            <p:nvPr/>
          </p:nvSpPr>
          <p:spPr bwMode="gray">
            <a:xfrm>
              <a:off x="9928460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6D97BB57-75CF-4916-8A83-6D19EAD8937C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35559" y="1076781"/>
              <a:ext cx="27229" cy="56272"/>
            </a:xfrm>
            <a:custGeom>
              <a:avLst/>
              <a:gdLst>
                <a:gd name="T0" fmla="*/ 10 w 19"/>
                <a:gd name="T1" fmla="*/ 0 h 39"/>
                <a:gd name="T2" fmla="*/ 0 w 19"/>
                <a:gd name="T3" fmla="*/ 11 h 39"/>
                <a:gd name="T4" fmla="*/ 6 w 19"/>
                <a:gd name="T5" fmla="*/ 20 h 39"/>
                <a:gd name="T6" fmla="*/ 10 w 19"/>
                <a:gd name="T7" fmla="*/ 22 h 39"/>
                <a:gd name="T8" fmla="*/ 13 w 19"/>
                <a:gd name="T9" fmla="*/ 28 h 39"/>
                <a:gd name="T10" fmla="*/ 9 w 19"/>
                <a:gd name="T11" fmla="*/ 34 h 39"/>
                <a:gd name="T12" fmla="*/ 6 w 19"/>
                <a:gd name="T13" fmla="*/ 30 h 39"/>
                <a:gd name="T14" fmla="*/ 6 w 19"/>
                <a:gd name="T15" fmla="*/ 28 h 39"/>
                <a:gd name="T16" fmla="*/ 0 w 19"/>
                <a:gd name="T17" fmla="*/ 28 h 39"/>
                <a:gd name="T18" fmla="*/ 0 w 19"/>
                <a:gd name="T19" fmla="*/ 30 h 39"/>
                <a:gd name="T20" fmla="*/ 9 w 19"/>
                <a:gd name="T21" fmla="*/ 39 h 39"/>
                <a:gd name="T22" fmla="*/ 19 w 19"/>
                <a:gd name="T23" fmla="*/ 28 h 39"/>
                <a:gd name="T24" fmla="*/ 13 w 19"/>
                <a:gd name="T25" fmla="*/ 17 h 39"/>
                <a:gd name="T26" fmla="*/ 9 w 19"/>
                <a:gd name="T27" fmla="*/ 16 h 39"/>
                <a:gd name="T28" fmla="*/ 6 w 19"/>
                <a:gd name="T29" fmla="*/ 11 h 39"/>
                <a:gd name="T30" fmla="*/ 10 w 19"/>
                <a:gd name="T31" fmla="*/ 6 h 39"/>
                <a:gd name="T32" fmla="*/ 13 w 19"/>
                <a:gd name="T33" fmla="*/ 10 h 39"/>
                <a:gd name="T34" fmla="*/ 13 w 19"/>
                <a:gd name="T35" fmla="*/ 11 h 39"/>
                <a:gd name="T36" fmla="*/ 19 w 19"/>
                <a:gd name="T37" fmla="*/ 11 h 39"/>
                <a:gd name="T38" fmla="*/ 19 w 19"/>
                <a:gd name="T39" fmla="*/ 9 h 39"/>
                <a:gd name="T40" fmla="*/ 10 w 19"/>
                <a:gd name="T4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39">
                  <a:moveTo>
                    <a:pt x="10" y="0"/>
                  </a:moveTo>
                  <a:cubicBezTo>
                    <a:pt x="3" y="0"/>
                    <a:pt x="0" y="5"/>
                    <a:pt x="0" y="11"/>
                  </a:cubicBezTo>
                  <a:cubicBezTo>
                    <a:pt x="0" y="15"/>
                    <a:pt x="2" y="18"/>
                    <a:pt x="6" y="20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3" y="23"/>
                    <a:pt x="13" y="24"/>
                    <a:pt x="13" y="28"/>
                  </a:cubicBezTo>
                  <a:cubicBezTo>
                    <a:pt x="13" y="31"/>
                    <a:pt x="13" y="34"/>
                    <a:pt x="9" y="34"/>
                  </a:cubicBezTo>
                  <a:cubicBezTo>
                    <a:pt x="7" y="34"/>
                    <a:pt x="6" y="32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7" y="39"/>
                    <a:pt x="19" y="34"/>
                    <a:pt x="19" y="28"/>
                  </a:cubicBezTo>
                  <a:cubicBezTo>
                    <a:pt x="19" y="22"/>
                    <a:pt x="18" y="19"/>
                    <a:pt x="13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6" y="14"/>
                    <a:pt x="6" y="13"/>
                    <a:pt x="6" y="11"/>
                  </a:cubicBezTo>
                  <a:cubicBezTo>
                    <a:pt x="6" y="8"/>
                    <a:pt x="7" y="6"/>
                    <a:pt x="10" y="6"/>
                  </a:cubicBezTo>
                  <a:cubicBezTo>
                    <a:pt x="12" y="6"/>
                    <a:pt x="13" y="8"/>
                    <a:pt x="13" y="1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4"/>
                    <a:pt x="15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D47A5C04-1536-4C7C-8F35-A65E588B7661}"/>
                </a:ext>
              </a:extLst>
            </p:cNvPr>
            <p:cNvSpPr>
              <a:spLocks/>
            </p:cNvSpPr>
            <p:nvPr/>
          </p:nvSpPr>
          <p:spPr bwMode="gray">
            <a:xfrm>
              <a:off x="9964159" y="1076781"/>
              <a:ext cx="27229" cy="56272"/>
            </a:xfrm>
            <a:custGeom>
              <a:avLst/>
              <a:gdLst>
                <a:gd name="T0" fmla="*/ 31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2 w 45"/>
                <a:gd name="T9" fmla="*/ 93 h 93"/>
                <a:gd name="T10" fmla="*/ 12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1 w 45"/>
                <a:gd name="T19" fmla="*/ 0 h 93"/>
                <a:gd name="T20" fmla="*/ 31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1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2" y="93"/>
                  </a:lnTo>
                  <a:lnTo>
                    <a:pt x="12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1" y="0"/>
                  </a:lnTo>
                  <a:lnTo>
                    <a:pt x="31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EB202313-A68D-40E7-85FC-831D6C2FE64E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0631" y="1076781"/>
              <a:ext cx="27229" cy="56272"/>
            </a:xfrm>
            <a:custGeom>
              <a:avLst/>
              <a:gdLst>
                <a:gd name="T0" fmla="*/ 33 w 45"/>
                <a:gd name="T1" fmla="*/ 55 h 93"/>
                <a:gd name="T2" fmla="*/ 12 w 45"/>
                <a:gd name="T3" fmla="*/ 0 h 93"/>
                <a:gd name="T4" fmla="*/ 0 w 45"/>
                <a:gd name="T5" fmla="*/ 0 h 93"/>
                <a:gd name="T6" fmla="*/ 0 w 45"/>
                <a:gd name="T7" fmla="*/ 93 h 93"/>
                <a:gd name="T8" fmla="*/ 14 w 45"/>
                <a:gd name="T9" fmla="*/ 93 h 93"/>
                <a:gd name="T10" fmla="*/ 14 w 45"/>
                <a:gd name="T11" fmla="*/ 38 h 93"/>
                <a:gd name="T12" fmla="*/ 33 w 45"/>
                <a:gd name="T13" fmla="*/ 93 h 93"/>
                <a:gd name="T14" fmla="*/ 45 w 45"/>
                <a:gd name="T15" fmla="*/ 93 h 93"/>
                <a:gd name="T16" fmla="*/ 45 w 45"/>
                <a:gd name="T17" fmla="*/ 0 h 93"/>
                <a:gd name="T18" fmla="*/ 33 w 45"/>
                <a:gd name="T19" fmla="*/ 0 h 93"/>
                <a:gd name="T20" fmla="*/ 33 w 45"/>
                <a:gd name="T21" fmla="*/ 5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" h="93">
                  <a:moveTo>
                    <a:pt x="33" y="55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4" y="93"/>
                  </a:lnTo>
                  <a:lnTo>
                    <a:pt x="14" y="38"/>
                  </a:lnTo>
                  <a:lnTo>
                    <a:pt x="33" y="93"/>
                  </a:lnTo>
                  <a:lnTo>
                    <a:pt x="45" y="93"/>
                  </a:lnTo>
                  <a:lnTo>
                    <a:pt x="45" y="0"/>
                  </a:lnTo>
                  <a:lnTo>
                    <a:pt x="33" y="0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14298194-9135-486E-86D1-E9DCBEEF891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366341" y="1076781"/>
              <a:ext cx="26018" cy="56272"/>
            </a:xfrm>
            <a:custGeom>
              <a:avLst/>
              <a:gdLst>
                <a:gd name="T0" fmla="*/ 8 w 18"/>
                <a:gd name="T1" fmla="*/ 0 h 39"/>
                <a:gd name="T2" fmla="*/ 0 w 18"/>
                <a:gd name="T3" fmla="*/ 0 h 39"/>
                <a:gd name="T4" fmla="*/ 0 w 18"/>
                <a:gd name="T5" fmla="*/ 39 h 39"/>
                <a:gd name="T6" fmla="*/ 7 w 18"/>
                <a:gd name="T7" fmla="*/ 39 h 39"/>
                <a:gd name="T8" fmla="*/ 18 w 18"/>
                <a:gd name="T9" fmla="*/ 28 h 39"/>
                <a:gd name="T10" fmla="*/ 18 w 18"/>
                <a:gd name="T11" fmla="*/ 26 h 39"/>
                <a:gd name="T12" fmla="*/ 14 w 18"/>
                <a:gd name="T13" fmla="*/ 19 h 39"/>
                <a:gd name="T14" fmla="*/ 18 w 18"/>
                <a:gd name="T15" fmla="*/ 11 h 39"/>
                <a:gd name="T16" fmla="*/ 18 w 18"/>
                <a:gd name="T17" fmla="*/ 10 h 39"/>
                <a:gd name="T18" fmla="*/ 8 w 18"/>
                <a:gd name="T19" fmla="*/ 0 h 39"/>
                <a:gd name="T20" fmla="*/ 8 w 18"/>
                <a:gd name="T21" fmla="*/ 33 h 39"/>
                <a:gd name="T22" fmla="*/ 5 w 18"/>
                <a:gd name="T23" fmla="*/ 33 h 39"/>
                <a:gd name="T24" fmla="*/ 5 w 18"/>
                <a:gd name="T25" fmla="*/ 21 h 39"/>
                <a:gd name="T26" fmla="*/ 8 w 18"/>
                <a:gd name="T27" fmla="*/ 21 h 39"/>
                <a:gd name="T28" fmla="*/ 13 w 18"/>
                <a:gd name="T29" fmla="*/ 27 h 39"/>
                <a:gd name="T30" fmla="*/ 8 w 18"/>
                <a:gd name="T31" fmla="*/ 33 h 39"/>
                <a:gd name="T32" fmla="*/ 8 w 18"/>
                <a:gd name="T33" fmla="*/ 16 h 39"/>
                <a:gd name="T34" fmla="*/ 5 w 18"/>
                <a:gd name="T35" fmla="*/ 16 h 39"/>
                <a:gd name="T36" fmla="*/ 5 w 18"/>
                <a:gd name="T37" fmla="*/ 6 h 39"/>
                <a:gd name="T38" fmla="*/ 8 w 18"/>
                <a:gd name="T39" fmla="*/ 6 h 39"/>
                <a:gd name="T40" fmla="*/ 13 w 18"/>
                <a:gd name="T41" fmla="*/ 11 h 39"/>
                <a:gd name="T42" fmla="*/ 8 w 18"/>
                <a:gd name="T43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" h="39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14" y="39"/>
                    <a:pt x="18" y="35"/>
                    <a:pt x="18" y="28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2"/>
                    <a:pt x="16" y="20"/>
                    <a:pt x="14" y="19"/>
                  </a:cubicBezTo>
                  <a:cubicBezTo>
                    <a:pt x="16" y="17"/>
                    <a:pt x="18" y="16"/>
                    <a:pt x="18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5"/>
                    <a:pt x="15" y="0"/>
                    <a:pt x="8" y="0"/>
                  </a:cubicBezTo>
                  <a:close/>
                  <a:moveTo>
                    <a:pt x="8" y="33"/>
                  </a:moveTo>
                  <a:cubicBezTo>
                    <a:pt x="5" y="33"/>
                    <a:pt x="5" y="33"/>
                    <a:pt x="5" y="33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12" y="21"/>
                    <a:pt x="13" y="23"/>
                    <a:pt x="13" y="27"/>
                  </a:cubicBezTo>
                  <a:cubicBezTo>
                    <a:pt x="13" y="31"/>
                    <a:pt x="12" y="33"/>
                    <a:pt x="8" y="33"/>
                  </a:cubicBezTo>
                  <a:close/>
                  <a:moveTo>
                    <a:pt x="8" y="16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1" y="6"/>
                    <a:pt x="13" y="7"/>
                    <a:pt x="13" y="11"/>
                  </a:cubicBezTo>
                  <a:cubicBezTo>
                    <a:pt x="13" y="14"/>
                    <a:pt x="12" y="16"/>
                    <a:pt x="8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67A9CD8B-FC81-46C2-A0A1-D5DA27516FCE}"/>
                </a:ext>
              </a:extLst>
            </p:cNvPr>
            <p:cNvSpPr>
              <a:spLocks/>
            </p:cNvSpPr>
            <p:nvPr/>
          </p:nvSpPr>
          <p:spPr bwMode="gray">
            <a:xfrm>
              <a:off x="9479491" y="1076781"/>
              <a:ext cx="22993" cy="56272"/>
            </a:xfrm>
            <a:custGeom>
              <a:avLst/>
              <a:gdLst>
                <a:gd name="T0" fmla="*/ 0 w 38"/>
                <a:gd name="T1" fmla="*/ 93 h 93"/>
                <a:gd name="T2" fmla="*/ 38 w 38"/>
                <a:gd name="T3" fmla="*/ 93 h 93"/>
                <a:gd name="T4" fmla="*/ 38 w 38"/>
                <a:gd name="T5" fmla="*/ 79 h 93"/>
                <a:gd name="T6" fmla="*/ 12 w 38"/>
                <a:gd name="T7" fmla="*/ 79 h 93"/>
                <a:gd name="T8" fmla="*/ 12 w 38"/>
                <a:gd name="T9" fmla="*/ 53 h 93"/>
                <a:gd name="T10" fmla="*/ 36 w 38"/>
                <a:gd name="T11" fmla="*/ 53 h 93"/>
                <a:gd name="T12" fmla="*/ 36 w 38"/>
                <a:gd name="T13" fmla="*/ 41 h 93"/>
                <a:gd name="T14" fmla="*/ 12 w 38"/>
                <a:gd name="T15" fmla="*/ 41 h 93"/>
                <a:gd name="T16" fmla="*/ 12 w 38"/>
                <a:gd name="T17" fmla="*/ 15 h 93"/>
                <a:gd name="T18" fmla="*/ 38 w 38"/>
                <a:gd name="T19" fmla="*/ 15 h 93"/>
                <a:gd name="T20" fmla="*/ 38 w 38"/>
                <a:gd name="T21" fmla="*/ 0 h 93"/>
                <a:gd name="T22" fmla="*/ 0 w 38"/>
                <a:gd name="T23" fmla="*/ 0 h 93"/>
                <a:gd name="T24" fmla="*/ 0 w 38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93">
                  <a:moveTo>
                    <a:pt x="0" y="93"/>
                  </a:moveTo>
                  <a:lnTo>
                    <a:pt x="38" y="93"/>
                  </a:lnTo>
                  <a:lnTo>
                    <a:pt x="38" y="79"/>
                  </a:lnTo>
                  <a:lnTo>
                    <a:pt x="12" y="79"/>
                  </a:lnTo>
                  <a:lnTo>
                    <a:pt x="12" y="53"/>
                  </a:lnTo>
                  <a:lnTo>
                    <a:pt x="36" y="53"/>
                  </a:lnTo>
                  <a:lnTo>
                    <a:pt x="36" y="41"/>
                  </a:lnTo>
                  <a:lnTo>
                    <a:pt x="12" y="41"/>
                  </a:lnTo>
                  <a:lnTo>
                    <a:pt x="12" y="15"/>
                  </a:lnTo>
                  <a:lnTo>
                    <a:pt x="38" y="15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6" name="Freeform 40">
              <a:extLst>
                <a:ext uri="{FF2B5EF4-FFF2-40B4-BE49-F238E27FC236}">
                  <a16:creationId xmlns:a16="http://schemas.microsoft.com/office/drawing/2014/main" id="{18AC4361-5B40-4A2C-9E21-1EF0C521E863}"/>
                </a:ext>
              </a:extLst>
            </p:cNvPr>
            <p:cNvSpPr>
              <a:spLocks/>
            </p:cNvSpPr>
            <p:nvPr/>
          </p:nvSpPr>
          <p:spPr bwMode="gray">
            <a:xfrm>
              <a:off x="9438345" y="1076781"/>
              <a:ext cx="30254" cy="56272"/>
            </a:xfrm>
            <a:custGeom>
              <a:avLst/>
              <a:gdLst>
                <a:gd name="T0" fmla="*/ 26 w 50"/>
                <a:gd name="T1" fmla="*/ 64 h 93"/>
                <a:gd name="T2" fmla="*/ 14 w 50"/>
                <a:gd name="T3" fmla="*/ 0 h 93"/>
                <a:gd name="T4" fmla="*/ 0 w 50"/>
                <a:gd name="T5" fmla="*/ 0 h 93"/>
                <a:gd name="T6" fmla="*/ 19 w 50"/>
                <a:gd name="T7" fmla="*/ 93 h 93"/>
                <a:gd name="T8" fmla="*/ 31 w 50"/>
                <a:gd name="T9" fmla="*/ 93 h 93"/>
                <a:gd name="T10" fmla="*/ 50 w 50"/>
                <a:gd name="T11" fmla="*/ 0 h 93"/>
                <a:gd name="T12" fmla="*/ 35 w 50"/>
                <a:gd name="T13" fmla="*/ 0 h 93"/>
                <a:gd name="T14" fmla="*/ 26 w 50"/>
                <a:gd name="T15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93">
                  <a:moveTo>
                    <a:pt x="26" y="64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19" y="93"/>
                  </a:lnTo>
                  <a:lnTo>
                    <a:pt x="31" y="93"/>
                  </a:lnTo>
                  <a:lnTo>
                    <a:pt x="50" y="0"/>
                  </a:lnTo>
                  <a:lnTo>
                    <a:pt x="35" y="0"/>
                  </a:lnTo>
                  <a:lnTo>
                    <a:pt x="26" y="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7" name="Freeform 41">
              <a:extLst>
                <a:ext uri="{FF2B5EF4-FFF2-40B4-BE49-F238E27FC236}">
                  <a16:creationId xmlns:a16="http://schemas.microsoft.com/office/drawing/2014/main" id="{BA81B609-F59E-4AEE-83C6-E0CE30A6BE8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300387" y="1082832"/>
              <a:ext cx="32069" cy="50222"/>
            </a:xfrm>
            <a:custGeom>
              <a:avLst/>
              <a:gdLst>
                <a:gd name="T0" fmla="*/ 22 w 22"/>
                <a:gd name="T1" fmla="*/ 23 h 35"/>
                <a:gd name="T2" fmla="*/ 19 w 22"/>
                <a:gd name="T3" fmla="*/ 20 h 35"/>
                <a:gd name="T4" fmla="*/ 16 w 22"/>
                <a:gd name="T5" fmla="*/ 25 h 35"/>
                <a:gd name="T6" fmla="*/ 11 w 22"/>
                <a:gd name="T7" fmla="*/ 17 h 35"/>
                <a:gd name="T8" fmla="*/ 17 w 22"/>
                <a:gd name="T9" fmla="*/ 7 h 35"/>
                <a:gd name="T10" fmla="*/ 9 w 22"/>
                <a:gd name="T11" fmla="*/ 0 h 35"/>
                <a:gd name="T12" fmla="*/ 2 w 22"/>
                <a:gd name="T13" fmla="*/ 7 h 35"/>
                <a:gd name="T14" fmla="*/ 5 w 22"/>
                <a:gd name="T15" fmla="*/ 16 h 35"/>
                <a:gd name="T16" fmla="*/ 0 w 22"/>
                <a:gd name="T17" fmla="*/ 26 h 35"/>
                <a:gd name="T18" fmla="*/ 8 w 22"/>
                <a:gd name="T19" fmla="*/ 35 h 35"/>
                <a:gd name="T20" fmla="*/ 15 w 22"/>
                <a:gd name="T21" fmla="*/ 32 h 35"/>
                <a:gd name="T22" fmla="*/ 17 w 22"/>
                <a:gd name="T23" fmla="*/ 35 h 35"/>
                <a:gd name="T24" fmla="*/ 22 w 22"/>
                <a:gd name="T25" fmla="*/ 35 h 35"/>
                <a:gd name="T26" fmla="*/ 18 w 22"/>
                <a:gd name="T27" fmla="*/ 28 h 35"/>
                <a:gd name="T28" fmla="*/ 22 w 22"/>
                <a:gd name="T29" fmla="*/ 23 h 35"/>
                <a:gd name="T30" fmla="*/ 9 w 22"/>
                <a:gd name="T31" fmla="*/ 4 h 35"/>
                <a:gd name="T32" fmla="*/ 12 w 22"/>
                <a:gd name="T33" fmla="*/ 7 h 35"/>
                <a:gd name="T34" fmla="*/ 9 w 22"/>
                <a:gd name="T35" fmla="*/ 13 h 35"/>
                <a:gd name="T36" fmla="*/ 7 w 22"/>
                <a:gd name="T37" fmla="*/ 7 h 35"/>
                <a:gd name="T38" fmla="*/ 9 w 22"/>
                <a:gd name="T39" fmla="*/ 4 h 35"/>
                <a:gd name="T40" fmla="*/ 9 w 22"/>
                <a:gd name="T41" fmla="*/ 31 h 35"/>
                <a:gd name="T42" fmla="*/ 5 w 22"/>
                <a:gd name="T43" fmla="*/ 26 h 35"/>
                <a:gd name="T44" fmla="*/ 8 w 22"/>
                <a:gd name="T45" fmla="*/ 20 h 35"/>
                <a:gd name="T46" fmla="*/ 13 w 22"/>
                <a:gd name="T47" fmla="*/ 28 h 35"/>
                <a:gd name="T48" fmla="*/ 9 w 22"/>
                <a:gd name="T49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35">
                  <a:moveTo>
                    <a:pt x="22" y="23"/>
                  </a:moveTo>
                  <a:cubicBezTo>
                    <a:pt x="19" y="20"/>
                    <a:pt x="19" y="20"/>
                    <a:pt x="19" y="20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4" y="22"/>
                    <a:pt x="12" y="19"/>
                    <a:pt x="11" y="17"/>
                  </a:cubicBezTo>
                  <a:cubicBezTo>
                    <a:pt x="14" y="14"/>
                    <a:pt x="17" y="10"/>
                    <a:pt x="17" y="7"/>
                  </a:cubicBezTo>
                  <a:cubicBezTo>
                    <a:pt x="17" y="3"/>
                    <a:pt x="14" y="0"/>
                    <a:pt x="9" y="0"/>
                  </a:cubicBezTo>
                  <a:cubicBezTo>
                    <a:pt x="4" y="0"/>
                    <a:pt x="2" y="3"/>
                    <a:pt x="2" y="7"/>
                  </a:cubicBezTo>
                  <a:cubicBezTo>
                    <a:pt x="2" y="11"/>
                    <a:pt x="3" y="13"/>
                    <a:pt x="5" y="16"/>
                  </a:cubicBezTo>
                  <a:cubicBezTo>
                    <a:pt x="2" y="19"/>
                    <a:pt x="0" y="22"/>
                    <a:pt x="0" y="26"/>
                  </a:cubicBezTo>
                  <a:cubicBezTo>
                    <a:pt x="0" y="31"/>
                    <a:pt x="3" y="35"/>
                    <a:pt x="8" y="35"/>
                  </a:cubicBezTo>
                  <a:cubicBezTo>
                    <a:pt x="11" y="35"/>
                    <a:pt x="13" y="34"/>
                    <a:pt x="15" y="32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8" y="28"/>
                    <a:pt x="18" y="28"/>
                    <a:pt x="18" y="28"/>
                  </a:cubicBezTo>
                  <a:lnTo>
                    <a:pt x="22" y="23"/>
                  </a:lnTo>
                  <a:close/>
                  <a:moveTo>
                    <a:pt x="9" y="4"/>
                  </a:moveTo>
                  <a:cubicBezTo>
                    <a:pt x="11" y="4"/>
                    <a:pt x="12" y="6"/>
                    <a:pt x="12" y="7"/>
                  </a:cubicBezTo>
                  <a:cubicBezTo>
                    <a:pt x="12" y="10"/>
                    <a:pt x="10" y="12"/>
                    <a:pt x="9" y="13"/>
                  </a:cubicBezTo>
                  <a:cubicBezTo>
                    <a:pt x="8" y="11"/>
                    <a:pt x="7" y="9"/>
                    <a:pt x="7" y="7"/>
                  </a:cubicBezTo>
                  <a:cubicBezTo>
                    <a:pt x="7" y="6"/>
                    <a:pt x="8" y="4"/>
                    <a:pt x="9" y="4"/>
                  </a:cubicBezTo>
                  <a:close/>
                  <a:moveTo>
                    <a:pt x="9" y="31"/>
                  </a:moveTo>
                  <a:cubicBezTo>
                    <a:pt x="6" y="31"/>
                    <a:pt x="5" y="29"/>
                    <a:pt x="5" y="26"/>
                  </a:cubicBezTo>
                  <a:cubicBezTo>
                    <a:pt x="5" y="24"/>
                    <a:pt x="6" y="22"/>
                    <a:pt x="8" y="20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9"/>
                    <a:pt x="11" y="31"/>
                    <a:pt x="9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8" name="Freeform 42">
              <a:extLst>
                <a:ext uri="{FF2B5EF4-FFF2-40B4-BE49-F238E27FC236}">
                  <a16:creationId xmlns:a16="http://schemas.microsoft.com/office/drawing/2014/main" id="{BD416A4A-05E8-4E99-A753-977D0E04552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551495" y="1076781"/>
              <a:ext cx="30254" cy="56272"/>
            </a:xfrm>
            <a:custGeom>
              <a:avLst/>
              <a:gdLst>
                <a:gd name="T0" fmla="*/ 19 w 50"/>
                <a:gd name="T1" fmla="*/ 0 h 93"/>
                <a:gd name="T2" fmla="*/ 0 w 50"/>
                <a:gd name="T3" fmla="*/ 93 h 93"/>
                <a:gd name="T4" fmla="*/ 12 w 50"/>
                <a:gd name="T5" fmla="*/ 93 h 93"/>
                <a:gd name="T6" fmla="*/ 17 w 50"/>
                <a:gd name="T7" fmla="*/ 72 h 93"/>
                <a:gd name="T8" fmla="*/ 33 w 50"/>
                <a:gd name="T9" fmla="*/ 72 h 93"/>
                <a:gd name="T10" fmla="*/ 38 w 50"/>
                <a:gd name="T11" fmla="*/ 93 h 93"/>
                <a:gd name="T12" fmla="*/ 50 w 50"/>
                <a:gd name="T13" fmla="*/ 93 h 93"/>
                <a:gd name="T14" fmla="*/ 31 w 50"/>
                <a:gd name="T15" fmla="*/ 0 h 93"/>
                <a:gd name="T16" fmla="*/ 19 w 50"/>
                <a:gd name="T17" fmla="*/ 0 h 93"/>
                <a:gd name="T18" fmla="*/ 19 w 50"/>
                <a:gd name="T19" fmla="*/ 60 h 93"/>
                <a:gd name="T20" fmla="*/ 24 w 50"/>
                <a:gd name="T21" fmla="*/ 27 h 93"/>
                <a:gd name="T22" fmla="*/ 31 w 50"/>
                <a:gd name="T23" fmla="*/ 60 h 93"/>
                <a:gd name="T24" fmla="*/ 19 w 50"/>
                <a:gd name="T25" fmla="*/ 6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93">
                  <a:moveTo>
                    <a:pt x="19" y="0"/>
                  </a:moveTo>
                  <a:lnTo>
                    <a:pt x="0" y="93"/>
                  </a:lnTo>
                  <a:lnTo>
                    <a:pt x="12" y="93"/>
                  </a:lnTo>
                  <a:lnTo>
                    <a:pt x="17" y="72"/>
                  </a:lnTo>
                  <a:lnTo>
                    <a:pt x="33" y="72"/>
                  </a:lnTo>
                  <a:lnTo>
                    <a:pt x="38" y="93"/>
                  </a:lnTo>
                  <a:lnTo>
                    <a:pt x="50" y="93"/>
                  </a:lnTo>
                  <a:lnTo>
                    <a:pt x="31" y="0"/>
                  </a:lnTo>
                  <a:lnTo>
                    <a:pt x="19" y="0"/>
                  </a:lnTo>
                  <a:close/>
                  <a:moveTo>
                    <a:pt x="19" y="60"/>
                  </a:moveTo>
                  <a:lnTo>
                    <a:pt x="24" y="27"/>
                  </a:lnTo>
                  <a:lnTo>
                    <a:pt x="31" y="60"/>
                  </a:lnTo>
                  <a:lnTo>
                    <a:pt x="19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9" name="Freeform 43">
              <a:extLst>
                <a:ext uri="{FF2B5EF4-FFF2-40B4-BE49-F238E27FC236}">
                  <a16:creationId xmlns:a16="http://schemas.microsoft.com/office/drawing/2014/main" id="{1B1E40BB-365D-4F79-B5A0-8340521431FC}"/>
                </a:ext>
              </a:extLst>
            </p:cNvPr>
            <p:cNvSpPr>
              <a:spLocks/>
            </p:cNvSpPr>
            <p:nvPr/>
          </p:nvSpPr>
          <p:spPr bwMode="gray">
            <a:xfrm>
              <a:off x="9591430" y="1076781"/>
              <a:ext cx="27229" cy="56272"/>
            </a:xfrm>
            <a:custGeom>
              <a:avLst/>
              <a:gdLst>
                <a:gd name="T0" fmla="*/ 10 w 19"/>
                <a:gd name="T1" fmla="*/ 0 h 39"/>
                <a:gd name="T2" fmla="*/ 0 w 19"/>
                <a:gd name="T3" fmla="*/ 9 h 39"/>
                <a:gd name="T4" fmla="*/ 0 w 19"/>
                <a:gd name="T5" fmla="*/ 30 h 39"/>
                <a:gd name="T6" fmla="*/ 10 w 19"/>
                <a:gd name="T7" fmla="*/ 39 h 39"/>
                <a:gd name="T8" fmla="*/ 19 w 19"/>
                <a:gd name="T9" fmla="*/ 30 h 39"/>
                <a:gd name="T10" fmla="*/ 19 w 19"/>
                <a:gd name="T11" fmla="*/ 18 h 39"/>
                <a:gd name="T12" fmla="*/ 9 w 19"/>
                <a:gd name="T13" fmla="*/ 18 h 39"/>
                <a:gd name="T14" fmla="*/ 9 w 19"/>
                <a:gd name="T15" fmla="*/ 22 h 39"/>
                <a:gd name="T16" fmla="*/ 13 w 19"/>
                <a:gd name="T17" fmla="*/ 22 h 39"/>
                <a:gd name="T18" fmla="*/ 13 w 19"/>
                <a:gd name="T19" fmla="*/ 30 h 39"/>
                <a:gd name="T20" fmla="*/ 10 w 19"/>
                <a:gd name="T21" fmla="*/ 34 h 39"/>
                <a:gd name="T22" fmla="*/ 6 w 19"/>
                <a:gd name="T23" fmla="*/ 30 h 39"/>
                <a:gd name="T24" fmla="*/ 6 w 19"/>
                <a:gd name="T25" fmla="*/ 9 h 39"/>
                <a:gd name="T26" fmla="*/ 10 w 19"/>
                <a:gd name="T27" fmla="*/ 6 h 39"/>
                <a:gd name="T28" fmla="*/ 13 w 19"/>
                <a:gd name="T29" fmla="*/ 9 h 39"/>
                <a:gd name="T30" fmla="*/ 13 w 19"/>
                <a:gd name="T31" fmla="*/ 11 h 39"/>
                <a:gd name="T32" fmla="*/ 19 w 19"/>
                <a:gd name="T33" fmla="*/ 11 h 39"/>
                <a:gd name="T34" fmla="*/ 19 w 19"/>
                <a:gd name="T35" fmla="*/ 9 h 39"/>
                <a:gd name="T36" fmla="*/ 10 w 19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39">
                  <a:moveTo>
                    <a:pt x="10" y="0"/>
                  </a:moveTo>
                  <a:cubicBezTo>
                    <a:pt x="5" y="0"/>
                    <a:pt x="0" y="3"/>
                    <a:pt x="0" y="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5" y="39"/>
                    <a:pt x="10" y="39"/>
                  </a:cubicBezTo>
                  <a:cubicBezTo>
                    <a:pt x="14" y="39"/>
                    <a:pt x="19" y="36"/>
                    <a:pt x="19" y="3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2"/>
                    <a:pt x="12" y="34"/>
                    <a:pt x="10" y="34"/>
                  </a:cubicBezTo>
                  <a:cubicBezTo>
                    <a:pt x="8" y="34"/>
                    <a:pt x="6" y="32"/>
                    <a:pt x="6" y="3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7"/>
                    <a:pt x="8" y="6"/>
                    <a:pt x="10" y="6"/>
                  </a:cubicBezTo>
                  <a:cubicBezTo>
                    <a:pt x="12" y="6"/>
                    <a:pt x="13" y="7"/>
                    <a:pt x="13" y="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3"/>
                    <a:pt x="14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0" name="Freeform 44">
              <a:extLst>
                <a:ext uri="{FF2B5EF4-FFF2-40B4-BE49-F238E27FC236}">
                  <a16:creationId xmlns:a16="http://schemas.microsoft.com/office/drawing/2014/main" id="{747BFFDC-2087-4F5E-8345-70D70D0EFE39}"/>
                </a:ext>
              </a:extLst>
            </p:cNvPr>
            <p:cNvSpPr>
              <a:spLocks/>
            </p:cNvSpPr>
            <p:nvPr/>
          </p:nvSpPr>
          <p:spPr bwMode="gray">
            <a:xfrm>
              <a:off x="9631971" y="1076781"/>
              <a:ext cx="24203" cy="56272"/>
            </a:xfrm>
            <a:custGeom>
              <a:avLst/>
              <a:gdLst>
                <a:gd name="T0" fmla="*/ 0 w 40"/>
                <a:gd name="T1" fmla="*/ 93 h 93"/>
                <a:gd name="T2" fmla="*/ 40 w 40"/>
                <a:gd name="T3" fmla="*/ 93 h 93"/>
                <a:gd name="T4" fmla="*/ 40 w 40"/>
                <a:gd name="T5" fmla="*/ 79 h 93"/>
                <a:gd name="T6" fmla="*/ 14 w 40"/>
                <a:gd name="T7" fmla="*/ 79 h 93"/>
                <a:gd name="T8" fmla="*/ 14 w 40"/>
                <a:gd name="T9" fmla="*/ 53 h 93"/>
                <a:gd name="T10" fmla="*/ 35 w 40"/>
                <a:gd name="T11" fmla="*/ 53 h 93"/>
                <a:gd name="T12" fmla="*/ 35 w 40"/>
                <a:gd name="T13" fmla="*/ 41 h 93"/>
                <a:gd name="T14" fmla="*/ 14 w 40"/>
                <a:gd name="T15" fmla="*/ 41 h 93"/>
                <a:gd name="T16" fmla="*/ 14 w 40"/>
                <a:gd name="T17" fmla="*/ 15 h 93"/>
                <a:gd name="T18" fmla="*/ 40 w 40"/>
                <a:gd name="T19" fmla="*/ 15 h 93"/>
                <a:gd name="T20" fmla="*/ 40 w 40"/>
                <a:gd name="T21" fmla="*/ 0 h 93"/>
                <a:gd name="T22" fmla="*/ 0 w 40"/>
                <a:gd name="T23" fmla="*/ 0 h 93"/>
                <a:gd name="T24" fmla="*/ 0 w 40"/>
                <a:gd name="T2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93">
                  <a:moveTo>
                    <a:pt x="0" y="93"/>
                  </a:moveTo>
                  <a:lnTo>
                    <a:pt x="40" y="93"/>
                  </a:lnTo>
                  <a:lnTo>
                    <a:pt x="40" y="79"/>
                  </a:lnTo>
                  <a:lnTo>
                    <a:pt x="14" y="79"/>
                  </a:lnTo>
                  <a:lnTo>
                    <a:pt x="14" y="53"/>
                  </a:lnTo>
                  <a:lnTo>
                    <a:pt x="35" y="53"/>
                  </a:lnTo>
                  <a:lnTo>
                    <a:pt x="35" y="41"/>
                  </a:lnTo>
                  <a:lnTo>
                    <a:pt x="14" y="41"/>
                  </a:lnTo>
                  <a:lnTo>
                    <a:pt x="14" y="15"/>
                  </a:lnTo>
                  <a:lnTo>
                    <a:pt x="40" y="15"/>
                  </a:lnTo>
                  <a:lnTo>
                    <a:pt x="40" y="0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E5FECB4-14BD-4CBE-846C-5B7E8B3BF56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688848" y="1076781"/>
              <a:ext cx="7261" cy="5627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2" name="Freeform 46">
              <a:extLst>
                <a:ext uri="{FF2B5EF4-FFF2-40B4-BE49-F238E27FC236}">
                  <a16:creationId xmlns:a16="http://schemas.microsoft.com/office/drawing/2014/main" id="{D6495F3D-E2B6-47D5-83BE-7F525B6B7C0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9513980" y="1076781"/>
              <a:ext cx="29044" cy="56272"/>
            </a:xfrm>
            <a:custGeom>
              <a:avLst/>
              <a:gdLst>
                <a:gd name="T0" fmla="*/ 19 w 20"/>
                <a:gd name="T1" fmla="*/ 12 h 39"/>
                <a:gd name="T2" fmla="*/ 9 w 20"/>
                <a:gd name="T3" fmla="*/ 0 h 39"/>
                <a:gd name="T4" fmla="*/ 0 w 20"/>
                <a:gd name="T5" fmla="*/ 0 h 39"/>
                <a:gd name="T6" fmla="*/ 0 w 20"/>
                <a:gd name="T7" fmla="*/ 39 h 39"/>
                <a:gd name="T8" fmla="*/ 6 w 20"/>
                <a:gd name="T9" fmla="*/ 39 h 39"/>
                <a:gd name="T10" fmla="*/ 6 w 20"/>
                <a:gd name="T11" fmla="*/ 22 h 39"/>
                <a:gd name="T12" fmla="*/ 9 w 20"/>
                <a:gd name="T13" fmla="*/ 22 h 39"/>
                <a:gd name="T14" fmla="*/ 14 w 20"/>
                <a:gd name="T15" fmla="*/ 39 h 39"/>
                <a:gd name="T16" fmla="*/ 20 w 20"/>
                <a:gd name="T17" fmla="*/ 39 h 39"/>
                <a:gd name="T18" fmla="*/ 14 w 20"/>
                <a:gd name="T19" fmla="*/ 21 h 39"/>
                <a:gd name="T20" fmla="*/ 19 w 20"/>
                <a:gd name="T21" fmla="*/ 12 h 39"/>
                <a:gd name="T22" fmla="*/ 9 w 20"/>
                <a:gd name="T23" fmla="*/ 17 h 39"/>
                <a:gd name="T24" fmla="*/ 6 w 20"/>
                <a:gd name="T25" fmla="*/ 17 h 39"/>
                <a:gd name="T26" fmla="*/ 6 w 20"/>
                <a:gd name="T27" fmla="*/ 6 h 39"/>
                <a:gd name="T28" fmla="*/ 9 w 20"/>
                <a:gd name="T29" fmla="*/ 6 h 39"/>
                <a:gd name="T30" fmla="*/ 13 w 20"/>
                <a:gd name="T31" fmla="*/ 12 h 39"/>
                <a:gd name="T32" fmla="*/ 9 w 20"/>
                <a:gd name="T33" fmla="*/ 1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39">
                  <a:moveTo>
                    <a:pt x="19" y="12"/>
                  </a:moveTo>
                  <a:cubicBezTo>
                    <a:pt x="19" y="4"/>
                    <a:pt x="16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8" y="19"/>
                    <a:pt x="19" y="16"/>
                    <a:pt x="19" y="12"/>
                  </a:cubicBezTo>
                  <a:close/>
                  <a:moveTo>
                    <a:pt x="9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3" y="6"/>
                    <a:pt x="13" y="8"/>
                    <a:pt x="13" y="12"/>
                  </a:cubicBezTo>
                  <a:cubicBezTo>
                    <a:pt x="13" y="15"/>
                    <a:pt x="13" y="17"/>
                    <a:pt x="9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93" name="Group 50">
            <a:extLst>
              <a:ext uri="{FF2B5EF4-FFF2-40B4-BE49-F238E27FC236}">
                <a16:creationId xmlns:a16="http://schemas.microsoft.com/office/drawing/2014/main" id="{02D7E0EF-B0D3-4620-A982-1CE888F2DD8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2816954" y="1126132"/>
            <a:ext cx="2465304" cy="464579"/>
            <a:chOff x="545" y="1181"/>
            <a:chExt cx="4670" cy="880"/>
          </a:xfrm>
          <a:solidFill>
            <a:schemeClr val="tx1"/>
          </a:solidFill>
          <a:effectLst/>
        </p:grpSpPr>
        <p:sp>
          <p:nvSpPr>
            <p:cNvPr id="94" name="Freeform 51">
              <a:extLst>
                <a:ext uri="{FF2B5EF4-FFF2-40B4-BE49-F238E27FC236}">
                  <a16:creationId xmlns:a16="http://schemas.microsoft.com/office/drawing/2014/main" id="{ADFF85AE-31FF-4038-9B15-3962C2B655E5}"/>
                </a:ext>
              </a:extLst>
            </p:cNvPr>
            <p:cNvSpPr>
              <a:spLocks/>
            </p:cNvSpPr>
            <p:nvPr/>
          </p:nvSpPr>
          <p:spPr bwMode="gray">
            <a:xfrm>
              <a:off x="3048" y="1329"/>
              <a:ext cx="99" cy="121"/>
            </a:xfrm>
            <a:custGeom>
              <a:avLst/>
              <a:gdLst>
                <a:gd name="T0" fmla="*/ 32 w 42"/>
                <a:gd name="T1" fmla="*/ 51 h 51"/>
                <a:gd name="T2" fmla="*/ 12 w 42"/>
                <a:gd name="T3" fmla="*/ 20 h 51"/>
                <a:gd name="T4" fmla="*/ 6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9 w 42"/>
                <a:gd name="T15" fmla="*/ 0 h 51"/>
                <a:gd name="T16" fmla="*/ 29 w 42"/>
                <a:gd name="T17" fmla="*/ 31 h 51"/>
                <a:gd name="T18" fmla="*/ 35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2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6" y="9"/>
                  </a:cubicBezTo>
                  <a:cubicBezTo>
                    <a:pt x="6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8"/>
                    <a:pt x="35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5" name="Freeform 52">
              <a:extLst>
                <a:ext uri="{FF2B5EF4-FFF2-40B4-BE49-F238E27FC236}">
                  <a16:creationId xmlns:a16="http://schemas.microsoft.com/office/drawing/2014/main" id="{EFA2236A-3E47-4017-91DA-B3F919B6AB3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180" y="1329"/>
              <a:ext cx="109" cy="121"/>
            </a:xfrm>
            <a:custGeom>
              <a:avLst/>
              <a:gdLst>
                <a:gd name="T0" fmla="*/ 38 w 46"/>
                <a:gd name="T1" fmla="*/ 51 h 51"/>
                <a:gd name="T2" fmla="*/ 34 w 46"/>
                <a:gd name="T3" fmla="*/ 39 h 51"/>
                <a:gd name="T4" fmla="*/ 12 w 46"/>
                <a:gd name="T5" fmla="*/ 39 h 51"/>
                <a:gd name="T6" fmla="*/ 7 w 46"/>
                <a:gd name="T7" fmla="*/ 51 h 51"/>
                <a:gd name="T8" fmla="*/ 0 w 46"/>
                <a:gd name="T9" fmla="*/ 51 h 51"/>
                <a:gd name="T10" fmla="*/ 19 w 46"/>
                <a:gd name="T11" fmla="*/ 0 h 51"/>
                <a:gd name="T12" fmla="*/ 27 w 46"/>
                <a:gd name="T13" fmla="*/ 0 h 51"/>
                <a:gd name="T14" fmla="*/ 46 w 46"/>
                <a:gd name="T15" fmla="*/ 51 h 51"/>
                <a:gd name="T16" fmla="*/ 38 w 46"/>
                <a:gd name="T17" fmla="*/ 51 h 51"/>
                <a:gd name="T18" fmla="*/ 25 w 46"/>
                <a:gd name="T19" fmla="*/ 15 h 51"/>
                <a:gd name="T20" fmla="*/ 23 w 46"/>
                <a:gd name="T21" fmla="*/ 8 h 51"/>
                <a:gd name="T22" fmla="*/ 23 w 46"/>
                <a:gd name="T23" fmla="*/ 8 h 51"/>
                <a:gd name="T24" fmla="*/ 20 w 46"/>
                <a:gd name="T25" fmla="*/ 15 h 51"/>
                <a:gd name="T26" fmla="*/ 13 w 46"/>
                <a:gd name="T27" fmla="*/ 34 h 51"/>
                <a:gd name="T28" fmla="*/ 32 w 46"/>
                <a:gd name="T29" fmla="*/ 34 h 51"/>
                <a:gd name="T30" fmla="*/ 25 w 46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" h="51">
                  <a:moveTo>
                    <a:pt x="38" y="5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46" y="51"/>
                    <a:pt x="46" y="51"/>
                    <a:pt x="46" y="51"/>
                  </a:cubicBezTo>
                  <a:lnTo>
                    <a:pt x="38" y="51"/>
                  </a:lnTo>
                  <a:close/>
                  <a:moveTo>
                    <a:pt x="25" y="15"/>
                  </a:moveTo>
                  <a:cubicBezTo>
                    <a:pt x="24" y="12"/>
                    <a:pt x="23" y="10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10"/>
                    <a:pt x="21" y="12"/>
                    <a:pt x="20" y="15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32" y="34"/>
                    <a:pt x="32" y="34"/>
                    <a:pt x="32" y="34"/>
                  </a:cubicBezTo>
                  <a:lnTo>
                    <a:pt x="25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6" name="Freeform 53">
              <a:extLst>
                <a:ext uri="{FF2B5EF4-FFF2-40B4-BE49-F238E27FC236}">
                  <a16:creationId xmlns:a16="http://schemas.microsoft.com/office/drawing/2014/main" id="{F4CE0D23-7CF7-43C7-BBE5-CC94A6D7E94E}"/>
                </a:ext>
              </a:extLst>
            </p:cNvPr>
            <p:cNvSpPr>
              <a:spLocks/>
            </p:cNvSpPr>
            <p:nvPr/>
          </p:nvSpPr>
          <p:spPr bwMode="gray">
            <a:xfrm>
              <a:off x="3296" y="1329"/>
              <a:ext cx="90" cy="121"/>
            </a:xfrm>
            <a:custGeom>
              <a:avLst/>
              <a:gdLst>
                <a:gd name="T0" fmla="*/ 52 w 90"/>
                <a:gd name="T1" fmla="*/ 14 h 121"/>
                <a:gd name="T2" fmla="*/ 52 w 90"/>
                <a:gd name="T3" fmla="*/ 121 h 121"/>
                <a:gd name="T4" fmla="*/ 36 w 90"/>
                <a:gd name="T5" fmla="*/ 121 h 121"/>
                <a:gd name="T6" fmla="*/ 36 w 90"/>
                <a:gd name="T7" fmla="*/ 14 h 121"/>
                <a:gd name="T8" fmla="*/ 0 w 90"/>
                <a:gd name="T9" fmla="*/ 14 h 121"/>
                <a:gd name="T10" fmla="*/ 0 w 90"/>
                <a:gd name="T11" fmla="*/ 0 h 121"/>
                <a:gd name="T12" fmla="*/ 90 w 90"/>
                <a:gd name="T13" fmla="*/ 0 h 121"/>
                <a:gd name="T14" fmla="*/ 90 w 90"/>
                <a:gd name="T15" fmla="*/ 14 h 121"/>
                <a:gd name="T16" fmla="*/ 52 w 90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90" y="0"/>
                  </a:lnTo>
                  <a:lnTo>
                    <a:pt x="90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7" name="Freeform 54">
              <a:extLst>
                <a:ext uri="{FF2B5EF4-FFF2-40B4-BE49-F238E27FC236}">
                  <a16:creationId xmlns:a16="http://schemas.microsoft.com/office/drawing/2014/main" id="{7967B0A4-ADD8-4E7B-92E9-53C1412B7CC6}"/>
                </a:ext>
              </a:extLst>
            </p:cNvPr>
            <p:cNvSpPr>
              <a:spLocks/>
            </p:cNvSpPr>
            <p:nvPr/>
          </p:nvSpPr>
          <p:spPr bwMode="gray">
            <a:xfrm>
              <a:off x="3415" y="1329"/>
              <a:ext cx="97" cy="123"/>
            </a:xfrm>
            <a:custGeom>
              <a:avLst/>
              <a:gdLst>
                <a:gd name="T0" fmla="*/ 19 w 41"/>
                <a:gd name="T1" fmla="*/ 52 h 52"/>
                <a:gd name="T2" fmla="*/ 0 w 41"/>
                <a:gd name="T3" fmla="*/ 34 h 52"/>
                <a:gd name="T4" fmla="*/ 0 w 41"/>
                <a:gd name="T5" fmla="*/ 0 h 52"/>
                <a:gd name="T6" fmla="*/ 7 w 41"/>
                <a:gd name="T7" fmla="*/ 0 h 52"/>
                <a:gd name="T8" fmla="*/ 7 w 41"/>
                <a:gd name="T9" fmla="*/ 34 h 52"/>
                <a:gd name="T10" fmla="*/ 20 w 41"/>
                <a:gd name="T11" fmla="*/ 46 h 52"/>
                <a:gd name="T12" fmla="*/ 33 w 41"/>
                <a:gd name="T13" fmla="*/ 32 h 52"/>
                <a:gd name="T14" fmla="*/ 33 w 41"/>
                <a:gd name="T15" fmla="*/ 0 h 52"/>
                <a:gd name="T16" fmla="*/ 41 w 41"/>
                <a:gd name="T17" fmla="*/ 0 h 52"/>
                <a:gd name="T18" fmla="*/ 41 w 41"/>
                <a:gd name="T19" fmla="*/ 32 h 52"/>
                <a:gd name="T20" fmla="*/ 19 w 41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" h="52">
                  <a:moveTo>
                    <a:pt x="19" y="52"/>
                  </a:moveTo>
                  <a:cubicBezTo>
                    <a:pt x="3" y="52"/>
                    <a:pt x="0" y="43"/>
                    <a:pt x="0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41"/>
                    <a:pt x="9" y="46"/>
                    <a:pt x="20" y="46"/>
                  </a:cubicBezTo>
                  <a:cubicBezTo>
                    <a:pt x="29" y="46"/>
                    <a:pt x="33" y="43"/>
                    <a:pt x="33" y="3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45"/>
                    <a:pt x="33" y="52"/>
                    <a:pt x="19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8" name="Freeform 55">
              <a:extLst>
                <a:ext uri="{FF2B5EF4-FFF2-40B4-BE49-F238E27FC236}">
                  <a16:creationId xmlns:a16="http://schemas.microsoft.com/office/drawing/2014/main" id="{DC56CF80-3E58-4B90-A70F-FEB4F9218AE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559" y="1329"/>
              <a:ext cx="83" cy="121"/>
            </a:xfrm>
            <a:custGeom>
              <a:avLst/>
              <a:gdLst>
                <a:gd name="T0" fmla="*/ 26 w 35"/>
                <a:gd name="T1" fmla="*/ 51 h 51"/>
                <a:gd name="T2" fmla="*/ 8 w 35"/>
                <a:gd name="T3" fmla="*/ 28 h 51"/>
                <a:gd name="T4" fmla="*/ 7 w 35"/>
                <a:gd name="T5" fmla="*/ 28 h 51"/>
                <a:gd name="T6" fmla="*/ 7 w 35"/>
                <a:gd name="T7" fmla="*/ 51 h 51"/>
                <a:gd name="T8" fmla="*/ 0 w 35"/>
                <a:gd name="T9" fmla="*/ 51 h 51"/>
                <a:gd name="T10" fmla="*/ 0 w 35"/>
                <a:gd name="T11" fmla="*/ 0 h 51"/>
                <a:gd name="T12" fmla="*/ 13 w 35"/>
                <a:gd name="T13" fmla="*/ 0 h 51"/>
                <a:gd name="T14" fmla="*/ 31 w 35"/>
                <a:gd name="T15" fmla="*/ 13 h 51"/>
                <a:gd name="T16" fmla="*/ 16 w 35"/>
                <a:gd name="T17" fmla="*/ 28 h 51"/>
                <a:gd name="T18" fmla="*/ 20 w 35"/>
                <a:gd name="T19" fmla="*/ 33 h 51"/>
                <a:gd name="T20" fmla="*/ 35 w 35"/>
                <a:gd name="T21" fmla="*/ 51 h 51"/>
                <a:gd name="T22" fmla="*/ 26 w 35"/>
                <a:gd name="T23" fmla="*/ 51 h 51"/>
                <a:gd name="T24" fmla="*/ 12 w 35"/>
                <a:gd name="T25" fmla="*/ 5 h 51"/>
                <a:gd name="T26" fmla="*/ 7 w 35"/>
                <a:gd name="T27" fmla="*/ 6 h 51"/>
                <a:gd name="T28" fmla="*/ 7 w 35"/>
                <a:gd name="T29" fmla="*/ 23 h 51"/>
                <a:gd name="T30" fmla="*/ 12 w 35"/>
                <a:gd name="T31" fmla="*/ 23 h 51"/>
                <a:gd name="T32" fmla="*/ 24 w 35"/>
                <a:gd name="T33" fmla="*/ 14 h 51"/>
                <a:gd name="T34" fmla="*/ 12 w 35"/>
                <a:gd name="T35" fmla="*/ 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51">
                  <a:moveTo>
                    <a:pt x="26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3" y="0"/>
                  </a:cubicBezTo>
                  <a:cubicBezTo>
                    <a:pt x="24" y="0"/>
                    <a:pt x="31" y="3"/>
                    <a:pt x="31" y="13"/>
                  </a:cubicBezTo>
                  <a:cubicBezTo>
                    <a:pt x="31" y="22"/>
                    <a:pt x="24" y="27"/>
                    <a:pt x="16" y="28"/>
                  </a:cubicBezTo>
                  <a:cubicBezTo>
                    <a:pt x="17" y="29"/>
                    <a:pt x="19" y="31"/>
                    <a:pt x="20" y="33"/>
                  </a:cubicBezTo>
                  <a:cubicBezTo>
                    <a:pt x="35" y="51"/>
                    <a:pt x="35" y="51"/>
                    <a:pt x="35" y="51"/>
                  </a:cubicBezTo>
                  <a:lnTo>
                    <a:pt x="26" y="51"/>
                  </a:lnTo>
                  <a:close/>
                  <a:moveTo>
                    <a:pt x="12" y="5"/>
                  </a:moveTo>
                  <a:cubicBezTo>
                    <a:pt x="10" y="5"/>
                    <a:pt x="9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3"/>
                    <a:pt x="10" y="23"/>
                    <a:pt x="12" y="23"/>
                  </a:cubicBezTo>
                  <a:cubicBezTo>
                    <a:pt x="19" y="23"/>
                    <a:pt x="24" y="20"/>
                    <a:pt x="24" y="14"/>
                  </a:cubicBezTo>
                  <a:cubicBezTo>
                    <a:pt x="24" y="8"/>
                    <a:pt x="20" y="5"/>
                    <a:pt x="12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9" name="Freeform 56">
              <a:extLst>
                <a:ext uri="{FF2B5EF4-FFF2-40B4-BE49-F238E27FC236}">
                  <a16:creationId xmlns:a16="http://schemas.microsoft.com/office/drawing/2014/main" id="{DE419544-7954-4BF4-B186-FEA37DC57F1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63" y="1329"/>
              <a:ext cx="111" cy="121"/>
            </a:xfrm>
            <a:custGeom>
              <a:avLst/>
              <a:gdLst>
                <a:gd name="T0" fmla="*/ 39 w 47"/>
                <a:gd name="T1" fmla="*/ 51 h 51"/>
                <a:gd name="T2" fmla="*/ 35 w 47"/>
                <a:gd name="T3" fmla="*/ 39 h 51"/>
                <a:gd name="T4" fmla="*/ 12 w 47"/>
                <a:gd name="T5" fmla="*/ 39 h 51"/>
                <a:gd name="T6" fmla="*/ 8 w 47"/>
                <a:gd name="T7" fmla="*/ 51 h 51"/>
                <a:gd name="T8" fmla="*/ 0 w 47"/>
                <a:gd name="T9" fmla="*/ 51 h 51"/>
                <a:gd name="T10" fmla="*/ 20 w 47"/>
                <a:gd name="T11" fmla="*/ 0 h 51"/>
                <a:gd name="T12" fmla="*/ 28 w 47"/>
                <a:gd name="T13" fmla="*/ 0 h 51"/>
                <a:gd name="T14" fmla="*/ 47 w 47"/>
                <a:gd name="T15" fmla="*/ 51 h 51"/>
                <a:gd name="T16" fmla="*/ 39 w 47"/>
                <a:gd name="T17" fmla="*/ 51 h 51"/>
                <a:gd name="T18" fmla="*/ 26 w 47"/>
                <a:gd name="T19" fmla="*/ 15 h 51"/>
                <a:gd name="T20" fmla="*/ 24 w 47"/>
                <a:gd name="T21" fmla="*/ 8 h 51"/>
                <a:gd name="T22" fmla="*/ 23 w 47"/>
                <a:gd name="T23" fmla="*/ 8 h 51"/>
                <a:gd name="T24" fmla="*/ 21 w 47"/>
                <a:gd name="T25" fmla="*/ 15 h 51"/>
                <a:gd name="T26" fmla="*/ 14 w 47"/>
                <a:gd name="T27" fmla="*/ 34 h 51"/>
                <a:gd name="T28" fmla="*/ 33 w 47"/>
                <a:gd name="T29" fmla="*/ 34 h 51"/>
                <a:gd name="T30" fmla="*/ 26 w 47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51">
                  <a:moveTo>
                    <a:pt x="39" y="51"/>
                  </a:moveTo>
                  <a:cubicBezTo>
                    <a:pt x="35" y="39"/>
                    <a:pt x="35" y="39"/>
                    <a:pt x="35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7" y="51"/>
                    <a:pt x="47" y="51"/>
                    <a:pt x="47" y="51"/>
                  </a:cubicBezTo>
                  <a:lnTo>
                    <a:pt x="39" y="51"/>
                  </a:lnTo>
                  <a:close/>
                  <a:moveTo>
                    <a:pt x="26" y="15"/>
                  </a:moveTo>
                  <a:cubicBezTo>
                    <a:pt x="25" y="12"/>
                    <a:pt x="24" y="10"/>
                    <a:pt x="24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10"/>
                    <a:pt x="22" y="12"/>
                    <a:pt x="21" y="15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4"/>
                    <a:pt x="33" y="34"/>
                    <a:pt x="33" y="34"/>
                  </a:cubicBezTo>
                  <a:lnTo>
                    <a:pt x="26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0" name="Freeform 57">
              <a:extLst>
                <a:ext uri="{FF2B5EF4-FFF2-40B4-BE49-F238E27FC236}">
                  <a16:creationId xmlns:a16="http://schemas.microsoft.com/office/drawing/2014/main" id="{88422FB1-B44E-4F3B-A9C1-F79C1A031A33}"/>
                </a:ext>
              </a:extLst>
            </p:cNvPr>
            <p:cNvSpPr>
              <a:spLocks/>
            </p:cNvSpPr>
            <p:nvPr/>
          </p:nvSpPr>
          <p:spPr bwMode="gray">
            <a:xfrm>
              <a:off x="3807" y="1329"/>
              <a:ext cx="62" cy="121"/>
            </a:xfrm>
            <a:custGeom>
              <a:avLst/>
              <a:gdLst>
                <a:gd name="T0" fmla="*/ 0 w 62"/>
                <a:gd name="T1" fmla="*/ 121 h 121"/>
                <a:gd name="T2" fmla="*/ 0 w 62"/>
                <a:gd name="T3" fmla="*/ 0 h 121"/>
                <a:gd name="T4" fmla="*/ 17 w 62"/>
                <a:gd name="T5" fmla="*/ 0 h 121"/>
                <a:gd name="T6" fmla="*/ 17 w 62"/>
                <a:gd name="T7" fmla="*/ 107 h 121"/>
                <a:gd name="T8" fmla="*/ 62 w 62"/>
                <a:gd name="T9" fmla="*/ 107 h 121"/>
                <a:gd name="T10" fmla="*/ 62 w 62"/>
                <a:gd name="T11" fmla="*/ 121 h 121"/>
                <a:gd name="T12" fmla="*/ 0 w 62"/>
                <a:gd name="T13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121">
                  <a:moveTo>
                    <a:pt x="0" y="121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107"/>
                  </a:lnTo>
                  <a:lnTo>
                    <a:pt x="62" y="107"/>
                  </a:lnTo>
                  <a:lnTo>
                    <a:pt x="62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1" name="Rectangle 58">
              <a:extLst>
                <a:ext uri="{FF2B5EF4-FFF2-40B4-BE49-F238E27FC236}">
                  <a16:creationId xmlns:a16="http://schemas.microsoft.com/office/drawing/2014/main" id="{FB539FC4-8A7E-42AA-9BDC-8DA9ECA8A0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78" y="1329"/>
              <a:ext cx="16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2" name="Freeform 59">
              <a:extLst>
                <a:ext uri="{FF2B5EF4-FFF2-40B4-BE49-F238E27FC236}">
                  <a16:creationId xmlns:a16="http://schemas.microsoft.com/office/drawing/2014/main" id="{C0E5B1DD-5385-4CE2-8A9E-4311B16B30E6}"/>
                </a:ext>
              </a:extLst>
            </p:cNvPr>
            <p:cNvSpPr>
              <a:spLocks/>
            </p:cNvSpPr>
            <p:nvPr/>
          </p:nvSpPr>
          <p:spPr bwMode="gray">
            <a:xfrm>
              <a:off x="4053" y="1329"/>
              <a:ext cx="100" cy="121"/>
            </a:xfrm>
            <a:custGeom>
              <a:avLst/>
              <a:gdLst>
                <a:gd name="T0" fmla="*/ 32 w 42"/>
                <a:gd name="T1" fmla="*/ 51 h 51"/>
                <a:gd name="T2" fmla="*/ 12 w 42"/>
                <a:gd name="T3" fmla="*/ 20 h 51"/>
                <a:gd name="T4" fmla="*/ 6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9 w 42"/>
                <a:gd name="T15" fmla="*/ 0 h 51"/>
                <a:gd name="T16" fmla="*/ 29 w 42"/>
                <a:gd name="T17" fmla="*/ 31 h 51"/>
                <a:gd name="T18" fmla="*/ 35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2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6" y="9"/>
                  </a:cubicBezTo>
                  <a:cubicBezTo>
                    <a:pt x="6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8"/>
                    <a:pt x="35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3" name="Freeform 60">
              <a:extLst>
                <a:ext uri="{FF2B5EF4-FFF2-40B4-BE49-F238E27FC236}">
                  <a16:creationId xmlns:a16="http://schemas.microsoft.com/office/drawing/2014/main" id="{5B8DCB9F-2A20-40F0-82CA-4CEF3A01948A}"/>
                </a:ext>
              </a:extLst>
            </p:cNvPr>
            <p:cNvSpPr>
              <a:spLocks/>
            </p:cNvSpPr>
            <p:nvPr/>
          </p:nvSpPr>
          <p:spPr bwMode="gray">
            <a:xfrm>
              <a:off x="4195" y="1326"/>
              <a:ext cx="105" cy="126"/>
            </a:xfrm>
            <a:custGeom>
              <a:avLst/>
              <a:gdLst>
                <a:gd name="T0" fmla="*/ 26 w 44"/>
                <a:gd name="T1" fmla="*/ 53 h 53"/>
                <a:gd name="T2" fmla="*/ 0 w 44"/>
                <a:gd name="T3" fmla="*/ 28 h 53"/>
                <a:gd name="T4" fmla="*/ 29 w 44"/>
                <a:gd name="T5" fmla="*/ 0 h 53"/>
                <a:gd name="T6" fmla="*/ 43 w 44"/>
                <a:gd name="T7" fmla="*/ 3 h 53"/>
                <a:gd name="T8" fmla="*/ 42 w 44"/>
                <a:gd name="T9" fmla="*/ 9 h 53"/>
                <a:gd name="T10" fmla="*/ 28 w 44"/>
                <a:gd name="T11" fmla="*/ 6 h 53"/>
                <a:gd name="T12" fmla="*/ 8 w 44"/>
                <a:gd name="T13" fmla="*/ 27 h 53"/>
                <a:gd name="T14" fmla="*/ 27 w 44"/>
                <a:gd name="T15" fmla="*/ 47 h 53"/>
                <a:gd name="T16" fmla="*/ 37 w 44"/>
                <a:gd name="T17" fmla="*/ 46 h 53"/>
                <a:gd name="T18" fmla="*/ 37 w 44"/>
                <a:gd name="T19" fmla="*/ 26 h 53"/>
                <a:gd name="T20" fmla="*/ 44 w 44"/>
                <a:gd name="T21" fmla="*/ 26 h 53"/>
                <a:gd name="T22" fmla="*/ 44 w 44"/>
                <a:gd name="T23" fmla="*/ 50 h 53"/>
                <a:gd name="T24" fmla="*/ 26 w 44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53">
                  <a:moveTo>
                    <a:pt x="26" y="53"/>
                  </a:moveTo>
                  <a:cubicBezTo>
                    <a:pt x="10" y="53"/>
                    <a:pt x="0" y="44"/>
                    <a:pt x="0" y="28"/>
                  </a:cubicBezTo>
                  <a:cubicBezTo>
                    <a:pt x="0" y="12"/>
                    <a:pt x="11" y="0"/>
                    <a:pt x="29" y="0"/>
                  </a:cubicBezTo>
                  <a:cubicBezTo>
                    <a:pt x="34" y="0"/>
                    <a:pt x="39" y="1"/>
                    <a:pt x="43" y="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7" y="7"/>
                    <a:pt x="33" y="6"/>
                    <a:pt x="28" y="6"/>
                  </a:cubicBezTo>
                  <a:cubicBezTo>
                    <a:pt x="17" y="6"/>
                    <a:pt x="8" y="13"/>
                    <a:pt x="8" y="27"/>
                  </a:cubicBezTo>
                  <a:cubicBezTo>
                    <a:pt x="8" y="40"/>
                    <a:pt x="16" y="47"/>
                    <a:pt x="27" y="47"/>
                  </a:cubicBezTo>
                  <a:cubicBezTo>
                    <a:pt x="31" y="47"/>
                    <a:pt x="34" y="46"/>
                    <a:pt x="37" y="4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39" y="52"/>
                    <a:pt x="32" y="53"/>
                    <a:pt x="26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4" name="Freeform 61">
              <a:extLst>
                <a:ext uri="{FF2B5EF4-FFF2-40B4-BE49-F238E27FC236}">
                  <a16:creationId xmlns:a16="http://schemas.microsoft.com/office/drawing/2014/main" id="{ECDCF566-7B41-4DFF-88DE-E6C74491899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349" y="1329"/>
              <a:ext cx="81" cy="121"/>
            </a:xfrm>
            <a:custGeom>
              <a:avLst/>
              <a:gdLst>
                <a:gd name="T0" fmla="*/ 25 w 34"/>
                <a:gd name="T1" fmla="*/ 51 h 51"/>
                <a:gd name="T2" fmla="*/ 8 w 34"/>
                <a:gd name="T3" fmla="*/ 28 h 51"/>
                <a:gd name="T4" fmla="*/ 7 w 34"/>
                <a:gd name="T5" fmla="*/ 28 h 51"/>
                <a:gd name="T6" fmla="*/ 7 w 34"/>
                <a:gd name="T7" fmla="*/ 51 h 51"/>
                <a:gd name="T8" fmla="*/ 0 w 34"/>
                <a:gd name="T9" fmla="*/ 51 h 51"/>
                <a:gd name="T10" fmla="*/ 0 w 34"/>
                <a:gd name="T11" fmla="*/ 0 h 51"/>
                <a:gd name="T12" fmla="*/ 13 w 34"/>
                <a:gd name="T13" fmla="*/ 0 h 51"/>
                <a:gd name="T14" fmla="*/ 31 w 34"/>
                <a:gd name="T15" fmla="*/ 13 h 51"/>
                <a:gd name="T16" fmla="*/ 15 w 34"/>
                <a:gd name="T17" fmla="*/ 28 h 51"/>
                <a:gd name="T18" fmla="*/ 20 w 34"/>
                <a:gd name="T19" fmla="*/ 33 h 51"/>
                <a:gd name="T20" fmla="*/ 34 w 34"/>
                <a:gd name="T21" fmla="*/ 51 h 51"/>
                <a:gd name="T22" fmla="*/ 25 w 34"/>
                <a:gd name="T23" fmla="*/ 51 h 51"/>
                <a:gd name="T24" fmla="*/ 11 w 34"/>
                <a:gd name="T25" fmla="*/ 5 h 51"/>
                <a:gd name="T26" fmla="*/ 7 w 34"/>
                <a:gd name="T27" fmla="*/ 6 h 51"/>
                <a:gd name="T28" fmla="*/ 7 w 34"/>
                <a:gd name="T29" fmla="*/ 23 h 51"/>
                <a:gd name="T30" fmla="*/ 11 w 34"/>
                <a:gd name="T31" fmla="*/ 23 h 51"/>
                <a:gd name="T32" fmla="*/ 23 w 34"/>
                <a:gd name="T33" fmla="*/ 14 h 51"/>
                <a:gd name="T34" fmla="*/ 11 w 34"/>
                <a:gd name="T35" fmla="*/ 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1">
                  <a:moveTo>
                    <a:pt x="25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7" y="0"/>
                    <a:pt x="13" y="0"/>
                  </a:cubicBezTo>
                  <a:cubicBezTo>
                    <a:pt x="23" y="0"/>
                    <a:pt x="31" y="3"/>
                    <a:pt x="31" y="13"/>
                  </a:cubicBezTo>
                  <a:cubicBezTo>
                    <a:pt x="31" y="22"/>
                    <a:pt x="24" y="27"/>
                    <a:pt x="15" y="28"/>
                  </a:cubicBezTo>
                  <a:cubicBezTo>
                    <a:pt x="17" y="29"/>
                    <a:pt x="18" y="31"/>
                    <a:pt x="20" y="33"/>
                  </a:cubicBezTo>
                  <a:cubicBezTo>
                    <a:pt x="34" y="51"/>
                    <a:pt x="34" y="51"/>
                    <a:pt x="34" y="51"/>
                  </a:cubicBezTo>
                  <a:lnTo>
                    <a:pt x="25" y="51"/>
                  </a:lnTo>
                  <a:close/>
                  <a:moveTo>
                    <a:pt x="11" y="5"/>
                  </a:moveTo>
                  <a:cubicBezTo>
                    <a:pt x="10" y="5"/>
                    <a:pt x="8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9" y="23"/>
                    <a:pt x="11" y="23"/>
                  </a:cubicBezTo>
                  <a:cubicBezTo>
                    <a:pt x="19" y="23"/>
                    <a:pt x="23" y="20"/>
                    <a:pt x="23" y="14"/>
                  </a:cubicBezTo>
                  <a:cubicBezTo>
                    <a:pt x="23" y="8"/>
                    <a:pt x="19" y="5"/>
                    <a:pt x="11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5" name="Freeform 62">
              <a:extLst>
                <a:ext uri="{FF2B5EF4-FFF2-40B4-BE49-F238E27FC236}">
                  <a16:creationId xmlns:a16="http://schemas.microsoft.com/office/drawing/2014/main" id="{4F029FC5-A4EF-495E-8EDE-46A3303B3050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" y="1329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6" name="Freeform 63">
              <a:extLst>
                <a:ext uri="{FF2B5EF4-FFF2-40B4-BE49-F238E27FC236}">
                  <a16:creationId xmlns:a16="http://schemas.microsoft.com/office/drawing/2014/main" id="{84AC118C-EC32-4EA8-A621-821491C30A0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576" y="1329"/>
              <a:ext cx="100" cy="123"/>
            </a:xfrm>
            <a:custGeom>
              <a:avLst/>
              <a:gdLst>
                <a:gd name="T0" fmla="*/ 13 w 42"/>
                <a:gd name="T1" fmla="*/ 52 h 52"/>
                <a:gd name="T2" fmla="*/ 0 w 42"/>
                <a:gd name="T3" fmla="*/ 51 h 52"/>
                <a:gd name="T4" fmla="*/ 0 w 42"/>
                <a:gd name="T5" fmla="*/ 0 h 52"/>
                <a:gd name="T6" fmla="*/ 15 w 42"/>
                <a:gd name="T7" fmla="*/ 0 h 52"/>
                <a:gd name="T8" fmla="*/ 42 w 42"/>
                <a:gd name="T9" fmla="*/ 25 h 52"/>
                <a:gd name="T10" fmla="*/ 13 w 42"/>
                <a:gd name="T11" fmla="*/ 52 h 52"/>
                <a:gd name="T12" fmla="*/ 15 w 42"/>
                <a:gd name="T13" fmla="*/ 6 h 52"/>
                <a:gd name="T14" fmla="*/ 7 w 42"/>
                <a:gd name="T15" fmla="*/ 6 h 52"/>
                <a:gd name="T16" fmla="*/ 7 w 42"/>
                <a:gd name="T17" fmla="*/ 45 h 52"/>
                <a:gd name="T18" fmla="*/ 14 w 42"/>
                <a:gd name="T19" fmla="*/ 46 h 52"/>
                <a:gd name="T20" fmla="*/ 35 w 42"/>
                <a:gd name="T21" fmla="*/ 26 h 52"/>
                <a:gd name="T22" fmla="*/ 15 w 42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52">
                  <a:moveTo>
                    <a:pt x="13" y="52"/>
                  </a:moveTo>
                  <a:cubicBezTo>
                    <a:pt x="8" y="52"/>
                    <a:pt x="3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10" y="0"/>
                    <a:pt x="15" y="0"/>
                  </a:cubicBezTo>
                  <a:cubicBezTo>
                    <a:pt x="32" y="0"/>
                    <a:pt x="42" y="8"/>
                    <a:pt x="42" y="25"/>
                  </a:cubicBezTo>
                  <a:cubicBezTo>
                    <a:pt x="42" y="43"/>
                    <a:pt x="30" y="52"/>
                    <a:pt x="13" y="52"/>
                  </a:cubicBezTo>
                  <a:close/>
                  <a:moveTo>
                    <a:pt x="15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9" y="46"/>
                    <a:pt x="12" y="46"/>
                    <a:pt x="14" y="46"/>
                  </a:cubicBezTo>
                  <a:cubicBezTo>
                    <a:pt x="26" y="46"/>
                    <a:pt x="35" y="40"/>
                    <a:pt x="35" y="26"/>
                  </a:cubicBezTo>
                  <a:cubicBezTo>
                    <a:pt x="35" y="13"/>
                    <a:pt x="28" y="6"/>
                    <a:pt x="15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7" name="Rectangle 64">
              <a:extLst>
                <a:ext uri="{FF2B5EF4-FFF2-40B4-BE49-F238E27FC236}">
                  <a16:creationId xmlns:a16="http://schemas.microsoft.com/office/drawing/2014/main" id="{F5EC05AE-B9AB-466C-9C84-B3EA2232E5C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718" y="1329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3DD47D0E-165C-46D7-9188-E1138A49E262}"/>
                </a:ext>
              </a:extLst>
            </p:cNvPr>
            <p:cNvSpPr>
              <a:spLocks/>
            </p:cNvSpPr>
            <p:nvPr/>
          </p:nvSpPr>
          <p:spPr bwMode="gray">
            <a:xfrm>
              <a:off x="4789" y="1329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9" name="Freeform 66">
              <a:extLst>
                <a:ext uri="{FF2B5EF4-FFF2-40B4-BE49-F238E27FC236}">
                  <a16:creationId xmlns:a16="http://schemas.microsoft.com/office/drawing/2014/main" id="{E59DF623-F25C-476C-B483-EF34D315FA42}"/>
                </a:ext>
              </a:extLst>
            </p:cNvPr>
            <p:cNvSpPr>
              <a:spLocks/>
            </p:cNvSpPr>
            <p:nvPr/>
          </p:nvSpPr>
          <p:spPr bwMode="gray">
            <a:xfrm>
              <a:off x="4898" y="1329"/>
              <a:ext cx="99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20 h 51"/>
                <a:gd name="T4" fmla="*/ 7 w 42"/>
                <a:gd name="T5" fmla="*/ 9 h 51"/>
                <a:gd name="T6" fmla="*/ 7 w 42"/>
                <a:gd name="T7" fmla="*/ 35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29 w 42"/>
                <a:gd name="T17" fmla="*/ 31 h 51"/>
                <a:gd name="T18" fmla="*/ 36 w 42"/>
                <a:gd name="T19" fmla="*/ 42 h 51"/>
                <a:gd name="T20" fmla="*/ 35 w 42"/>
                <a:gd name="T21" fmla="*/ 15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2" y="35"/>
                    <a:pt x="34" y="38"/>
                    <a:pt x="36" y="42"/>
                  </a:cubicBezTo>
                  <a:cubicBezTo>
                    <a:pt x="35" y="36"/>
                    <a:pt x="35" y="23"/>
                    <a:pt x="35" y="1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0" name="Freeform 67">
              <a:extLst>
                <a:ext uri="{FF2B5EF4-FFF2-40B4-BE49-F238E27FC236}">
                  <a16:creationId xmlns:a16="http://schemas.microsoft.com/office/drawing/2014/main" id="{E5C6A0D7-539F-434E-BCCD-C127A0392603}"/>
                </a:ext>
              </a:extLst>
            </p:cNvPr>
            <p:cNvSpPr>
              <a:spLocks/>
            </p:cNvSpPr>
            <p:nvPr/>
          </p:nvSpPr>
          <p:spPr bwMode="gray">
            <a:xfrm>
              <a:off x="5031" y="1329"/>
              <a:ext cx="89" cy="121"/>
            </a:xfrm>
            <a:custGeom>
              <a:avLst/>
              <a:gdLst>
                <a:gd name="T0" fmla="*/ 54 w 89"/>
                <a:gd name="T1" fmla="*/ 14 h 121"/>
                <a:gd name="T2" fmla="*/ 54 w 89"/>
                <a:gd name="T3" fmla="*/ 121 h 121"/>
                <a:gd name="T4" fmla="*/ 35 w 89"/>
                <a:gd name="T5" fmla="*/ 121 h 121"/>
                <a:gd name="T6" fmla="*/ 35 w 89"/>
                <a:gd name="T7" fmla="*/ 14 h 121"/>
                <a:gd name="T8" fmla="*/ 0 w 89"/>
                <a:gd name="T9" fmla="*/ 14 h 121"/>
                <a:gd name="T10" fmla="*/ 0 w 89"/>
                <a:gd name="T11" fmla="*/ 0 h 121"/>
                <a:gd name="T12" fmla="*/ 89 w 89"/>
                <a:gd name="T13" fmla="*/ 0 h 121"/>
                <a:gd name="T14" fmla="*/ 89 w 89"/>
                <a:gd name="T15" fmla="*/ 14 h 121"/>
                <a:gd name="T16" fmla="*/ 54 w 89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121">
                  <a:moveTo>
                    <a:pt x="54" y="14"/>
                  </a:moveTo>
                  <a:lnTo>
                    <a:pt x="54" y="121"/>
                  </a:lnTo>
                  <a:lnTo>
                    <a:pt x="35" y="121"/>
                  </a:lnTo>
                  <a:lnTo>
                    <a:pt x="35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9" y="0"/>
                  </a:lnTo>
                  <a:lnTo>
                    <a:pt x="89" y="14"/>
                  </a:lnTo>
                  <a:lnTo>
                    <a:pt x="54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1" name="Freeform 68">
              <a:extLst>
                <a:ext uri="{FF2B5EF4-FFF2-40B4-BE49-F238E27FC236}">
                  <a16:creationId xmlns:a16="http://schemas.microsoft.com/office/drawing/2014/main" id="{AB7BC67D-F9F8-4D1A-9C5B-C1D3045D2B5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39" y="1326"/>
              <a:ext cx="76" cy="126"/>
            </a:xfrm>
            <a:custGeom>
              <a:avLst/>
              <a:gdLst>
                <a:gd name="T0" fmla="*/ 12 w 32"/>
                <a:gd name="T1" fmla="*/ 53 h 53"/>
                <a:gd name="T2" fmla="*/ 0 w 32"/>
                <a:gd name="T3" fmla="*/ 52 h 53"/>
                <a:gd name="T4" fmla="*/ 1 w 32"/>
                <a:gd name="T5" fmla="*/ 45 h 53"/>
                <a:gd name="T6" fmla="*/ 12 w 32"/>
                <a:gd name="T7" fmla="*/ 47 h 53"/>
                <a:gd name="T8" fmla="*/ 24 w 32"/>
                <a:gd name="T9" fmla="*/ 38 h 53"/>
                <a:gd name="T10" fmla="*/ 0 w 32"/>
                <a:gd name="T11" fmla="*/ 15 h 53"/>
                <a:gd name="T12" fmla="*/ 18 w 32"/>
                <a:gd name="T13" fmla="*/ 0 h 53"/>
                <a:gd name="T14" fmla="*/ 28 w 32"/>
                <a:gd name="T15" fmla="*/ 1 h 53"/>
                <a:gd name="T16" fmla="*/ 27 w 32"/>
                <a:gd name="T17" fmla="*/ 8 h 53"/>
                <a:gd name="T18" fmla="*/ 18 w 32"/>
                <a:gd name="T19" fmla="*/ 6 h 53"/>
                <a:gd name="T20" fmla="*/ 7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3"/>
                    <a:pt x="0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9" y="47"/>
                    <a:pt x="12" y="47"/>
                  </a:cubicBezTo>
                  <a:cubicBezTo>
                    <a:pt x="19" y="47"/>
                    <a:pt x="24" y="45"/>
                    <a:pt x="24" y="38"/>
                  </a:cubicBezTo>
                  <a:cubicBezTo>
                    <a:pt x="24" y="27"/>
                    <a:pt x="0" y="31"/>
                    <a:pt x="0" y="15"/>
                  </a:cubicBezTo>
                  <a:cubicBezTo>
                    <a:pt x="0" y="6"/>
                    <a:pt x="7" y="0"/>
                    <a:pt x="18" y="0"/>
                  </a:cubicBezTo>
                  <a:cubicBezTo>
                    <a:pt x="22" y="0"/>
                    <a:pt x="25" y="1"/>
                    <a:pt x="28" y="1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4" y="7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2" y="21"/>
                    <a:pt x="32" y="37"/>
                  </a:cubicBezTo>
                  <a:cubicBezTo>
                    <a:pt x="32" y="47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2" name="Rectangle 69">
              <a:extLst>
                <a:ext uri="{FF2B5EF4-FFF2-40B4-BE49-F238E27FC236}">
                  <a16:creationId xmlns:a16="http://schemas.microsoft.com/office/drawing/2014/main" id="{15AD0158-68EA-40B6-8BDD-92867738960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48" y="1562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3" name="Freeform 70">
              <a:extLst>
                <a:ext uri="{FF2B5EF4-FFF2-40B4-BE49-F238E27FC236}">
                  <a16:creationId xmlns:a16="http://schemas.microsoft.com/office/drawing/2014/main" id="{E54FE512-F321-4F6E-85B4-9D8DD26B9BFE}"/>
                </a:ext>
              </a:extLst>
            </p:cNvPr>
            <p:cNvSpPr>
              <a:spLocks/>
            </p:cNvSpPr>
            <p:nvPr/>
          </p:nvSpPr>
          <p:spPr bwMode="gray">
            <a:xfrm>
              <a:off x="3121" y="1562"/>
              <a:ext cx="100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19 h 51"/>
                <a:gd name="T4" fmla="*/ 7 w 42"/>
                <a:gd name="T5" fmla="*/ 8 h 51"/>
                <a:gd name="T6" fmla="*/ 7 w 42"/>
                <a:gd name="T7" fmla="*/ 34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29 w 42"/>
                <a:gd name="T17" fmla="*/ 30 h 51"/>
                <a:gd name="T18" fmla="*/ 36 w 42"/>
                <a:gd name="T19" fmla="*/ 42 h 51"/>
                <a:gd name="T20" fmla="*/ 35 w 42"/>
                <a:gd name="T21" fmla="*/ 14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19"/>
                    <a:pt x="13" y="19"/>
                    <a:pt x="13" y="19"/>
                  </a:cubicBezTo>
                  <a:cubicBezTo>
                    <a:pt x="10" y="15"/>
                    <a:pt x="8" y="12"/>
                    <a:pt x="7" y="8"/>
                  </a:cubicBezTo>
                  <a:cubicBezTo>
                    <a:pt x="7" y="14"/>
                    <a:pt x="7" y="26"/>
                    <a:pt x="7" y="34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32" y="34"/>
                    <a:pt x="34" y="38"/>
                    <a:pt x="36" y="42"/>
                  </a:cubicBezTo>
                  <a:cubicBezTo>
                    <a:pt x="36" y="35"/>
                    <a:pt x="35" y="23"/>
                    <a:pt x="35" y="14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4" name="Freeform 71">
              <a:extLst>
                <a:ext uri="{FF2B5EF4-FFF2-40B4-BE49-F238E27FC236}">
                  <a16:creationId xmlns:a16="http://schemas.microsoft.com/office/drawing/2014/main" id="{AE5D0EFF-19A9-4CFC-95A1-4900D34D11E1}"/>
                </a:ext>
              </a:extLst>
            </p:cNvPr>
            <p:cNvSpPr>
              <a:spLocks/>
            </p:cNvSpPr>
            <p:nvPr/>
          </p:nvSpPr>
          <p:spPr bwMode="gray">
            <a:xfrm>
              <a:off x="3270" y="1559"/>
              <a:ext cx="102" cy="127"/>
            </a:xfrm>
            <a:custGeom>
              <a:avLst/>
              <a:gdLst>
                <a:gd name="T0" fmla="*/ 26 w 43"/>
                <a:gd name="T1" fmla="*/ 53 h 53"/>
                <a:gd name="T2" fmla="*/ 0 w 43"/>
                <a:gd name="T3" fmla="*/ 27 h 53"/>
                <a:gd name="T4" fmla="*/ 28 w 43"/>
                <a:gd name="T5" fmla="*/ 0 h 53"/>
                <a:gd name="T6" fmla="*/ 43 w 43"/>
                <a:gd name="T7" fmla="*/ 2 h 53"/>
                <a:gd name="T8" fmla="*/ 41 w 43"/>
                <a:gd name="T9" fmla="*/ 8 h 53"/>
                <a:gd name="T10" fmla="*/ 27 w 43"/>
                <a:gd name="T11" fmla="*/ 6 h 53"/>
                <a:gd name="T12" fmla="*/ 7 w 43"/>
                <a:gd name="T13" fmla="*/ 26 h 53"/>
                <a:gd name="T14" fmla="*/ 27 w 43"/>
                <a:gd name="T15" fmla="*/ 47 h 53"/>
                <a:gd name="T16" fmla="*/ 36 w 43"/>
                <a:gd name="T17" fmla="*/ 45 h 53"/>
                <a:gd name="T18" fmla="*/ 36 w 43"/>
                <a:gd name="T19" fmla="*/ 26 h 53"/>
                <a:gd name="T20" fmla="*/ 43 w 43"/>
                <a:gd name="T21" fmla="*/ 26 h 53"/>
                <a:gd name="T22" fmla="*/ 43 w 43"/>
                <a:gd name="T23" fmla="*/ 50 h 53"/>
                <a:gd name="T24" fmla="*/ 26 w 43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53">
                  <a:moveTo>
                    <a:pt x="26" y="53"/>
                  </a:moveTo>
                  <a:cubicBezTo>
                    <a:pt x="10" y="53"/>
                    <a:pt x="0" y="43"/>
                    <a:pt x="0" y="27"/>
                  </a:cubicBezTo>
                  <a:cubicBezTo>
                    <a:pt x="0" y="12"/>
                    <a:pt x="10" y="0"/>
                    <a:pt x="28" y="0"/>
                  </a:cubicBezTo>
                  <a:cubicBezTo>
                    <a:pt x="33" y="0"/>
                    <a:pt x="38" y="1"/>
                    <a:pt x="43" y="2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37" y="7"/>
                    <a:pt x="32" y="6"/>
                    <a:pt x="27" y="6"/>
                  </a:cubicBezTo>
                  <a:cubicBezTo>
                    <a:pt x="16" y="6"/>
                    <a:pt x="7" y="13"/>
                    <a:pt x="7" y="26"/>
                  </a:cubicBezTo>
                  <a:cubicBezTo>
                    <a:pt x="7" y="39"/>
                    <a:pt x="15" y="47"/>
                    <a:pt x="27" y="47"/>
                  </a:cubicBezTo>
                  <a:cubicBezTo>
                    <a:pt x="30" y="47"/>
                    <a:pt x="33" y="46"/>
                    <a:pt x="36" y="4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38" y="52"/>
                    <a:pt x="32" y="53"/>
                    <a:pt x="26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5" name="Freeform 72">
              <a:extLst>
                <a:ext uri="{FF2B5EF4-FFF2-40B4-BE49-F238E27FC236}">
                  <a16:creationId xmlns:a16="http://schemas.microsoft.com/office/drawing/2014/main" id="{D7C3BDB7-AB8C-4C21-A6F0-1107939BE3E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431" y="1559"/>
              <a:ext cx="81" cy="124"/>
            </a:xfrm>
            <a:custGeom>
              <a:avLst/>
              <a:gdLst>
                <a:gd name="T0" fmla="*/ 25 w 34"/>
                <a:gd name="T1" fmla="*/ 52 h 52"/>
                <a:gd name="T2" fmla="*/ 8 w 34"/>
                <a:gd name="T3" fmla="*/ 29 h 52"/>
                <a:gd name="T4" fmla="*/ 7 w 34"/>
                <a:gd name="T5" fmla="*/ 29 h 52"/>
                <a:gd name="T6" fmla="*/ 7 w 34"/>
                <a:gd name="T7" fmla="*/ 52 h 52"/>
                <a:gd name="T8" fmla="*/ 0 w 34"/>
                <a:gd name="T9" fmla="*/ 52 h 52"/>
                <a:gd name="T10" fmla="*/ 0 w 34"/>
                <a:gd name="T11" fmla="*/ 1 h 52"/>
                <a:gd name="T12" fmla="*/ 13 w 34"/>
                <a:gd name="T13" fmla="*/ 0 h 52"/>
                <a:gd name="T14" fmla="*/ 31 w 34"/>
                <a:gd name="T15" fmla="*/ 14 h 52"/>
                <a:gd name="T16" fmla="*/ 16 w 34"/>
                <a:gd name="T17" fmla="*/ 28 h 52"/>
                <a:gd name="T18" fmla="*/ 20 w 34"/>
                <a:gd name="T19" fmla="*/ 34 h 52"/>
                <a:gd name="T20" fmla="*/ 34 w 34"/>
                <a:gd name="T21" fmla="*/ 52 h 52"/>
                <a:gd name="T22" fmla="*/ 25 w 34"/>
                <a:gd name="T23" fmla="*/ 52 h 52"/>
                <a:gd name="T24" fmla="*/ 12 w 34"/>
                <a:gd name="T25" fmla="*/ 6 h 52"/>
                <a:gd name="T26" fmla="*/ 7 w 34"/>
                <a:gd name="T27" fmla="*/ 6 h 52"/>
                <a:gd name="T28" fmla="*/ 7 w 34"/>
                <a:gd name="T29" fmla="*/ 24 h 52"/>
                <a:gd name="T30" fmla="*/ 12 w 34"/>
                <a:gd name="T31" fmla="*/ 24 h 52"/>
                <a:gd name="T32" fmla="*/ 24 w 34"/>
                <a:gd name="T33" fmla="*/ 15 h 52"/>
                <a:gd name="T34" fmla="*/ 12 w 34"/>
                <a:gd name="T35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2">
                  <a:moveTo>
                    <a:pt x="25" y="52"/>
                  </a:moveTo>
                  <a:cubicBezTo>
                    <a:pt x="8" y="29"/>
                    <a:pt x="8" y="29"/>
                    <a:pt x="8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0"/>
                    <a:pt x="7" y="0"/>
                    <a:pt x="13" y="0"/>
                  </a:cubicBezTo>
                  <a:cubicBezTo>
                    <a:pt x="24" y="0"/>
                    <a:pt x="31" y="4"/>
                    <a:pt x="31" y="14"/>
                  </a:cubicBezTo>
                  <a:cubicBezTo>
                    <a:pt x="31" y="22"/>
                    <a:pt x="24" y="28"/>
                    <a:pt x="16" y="28"/>
                  </a:cubicBezTo>
                  <a:cubicBezTo>
                    <a:pt x="17" y="30"/>
                    <a:pt x="19" y="32"/>
                    <a:pt x="20" y="34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25" y="52"/>
                  </a:lnTo>
                  <a:close/>
                  <a:moveTo>
                    <a:pt x="12" y="6"/>
                  </a:moveTo>
                  <a:cubicBezTo>
                    <a:pt x="10" y="6"/>
                    <a:pt x="8" y="6"/>
                    <a:pt x="7" y="6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8" y="24"/>
                    <a:pt x="9" y="24"/>
                    <a:pt x="12" y="24"/>
                  </a:cubicBezTo>
                  <a:cubicBezTo>
                    <a:pt x="19" y="24"/>
                    <a:pt x="24" y="20"/>
                    <a:pt x="24" y="15"/>
                  </a:cubicBezTo>
                  <a:cubicBezTo>
                    <a:pt x="24" y="8"/>
                    <a:pt x="20" y="6"/>
                    <a:pt x="12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6" name="Freeform 73">
              <a:extLst>
                <a:ext uri="{FF2B5EF4-FFF2-40B4-BE49-F238E27FC236}">
                  <a16:creationId xmlns:a16="http://schemas.microsoft.com/office/drawing/2014/main" id="{99E4770C-A68E-4D50-85BD-0C48F739D4CA}"/>
                </a:ext>
              </a:extLst>
            </p:cNvPr>
            <p:cNvSpPr>
              <a:spLocks/>
            </p:cNvSpPr>
            <p:nvPr/>
          </p:nvSpPr>
          <p:spPr bwMode="gray">
            <a:xfrm>
              <a:off x="3557" y="1562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2 h 121"/>
                <a:gd name="T8" fmla="*/ 16 w 64"/>
                <a:gd name="T9" fmla="*/ 12 h 121"/>
                <a:gd name="T10" fmla="*/ 16 w 64"/>
                <a:gd name="T11" fmla="*/ 52 h 121"/>
                <a:gd name="T12" fmla="*/ 61 w 64"/>
                <a:gd name="T13" fmla="*/ 52 h 121"/>
                <a:gd name="T14" fmla="*/ 61 w 64"/>
                <a:gd name="T15" fmla="*/ 64 h 121"/>
                <a:gd name="T16" fmla="*/ 16 w 64"/>
                <a:gd name="T17" fmla="*/ 64 h 121"/>
                <a:gd name="T18" fmla="*/ 16 w 64"/>
                <a:gd name="T19" fmla="*/ 107 h 121"/>
                <a:gd name="T20" fmla="*/ 64 w 64"/>
                <a:gd name="T21" fmla="*/ 107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2"/>
                  </a:lnTo>
                  <a:lnTo>
                    <a:pt x="16" y="12"/>
                  </a:lnTo>
                  <a:lnTo>
                    <a:pt x="16" y="52"/>
                  </a:lnTo>
                  <a:lnTo>
                    <a:pt x="61" y="52"/>
                  </a:lnTo>
                  <a:lnTo>
                    <a:pt x="61" y="64"/>
                  </a:lnTo>
                  <a:lnTo>
                    <a:pt x="16" y="64"/>
                  </a:lnTo>
                  <a:lnTo>
                    <a:pt x="16" y="107"/>
                  </a:lnTo>
                  <a:lnTo>
                    <a:pt x="64" y="107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7" name="Freeform 74">
              <a:extLst>
                <a:ext uri="{FF2B5EF4-FFF2-40B4-BE49-F238E27FC236}">
                  <a16:creationId xmlns:a16="http://schemas.microsoft.com/office/drawing/2014/main" id="{A8C24177-FA2C-40D1-B46E-3EE292084D7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75" y="1559"/>
              <a:ext cx="102" cy="124"/>
            </a:xfrm>
            <a:custGeom>
              <a:avLst/>
              <a:gdLst>
                <a:gd name="T0" fmla="*/ 13 w 43"/>
                <a:gd name="T1" fmla="*/ 52 h 52"/>
                <a:gd name="T2" fmla="*/ 0 w 43"/>
                <a:gd name="T3" fmla="*/ 52 h 52"/>
                <a:gd name="T4" fmla="*/ 0 w 43"/>
                <a:gd name="T5" fmla="*/ 1 h 52"/>
                <a:gd name="T6" fmla="*/ 16 w 43"/>
                <a:gd name="T7" fmla="*/ 0 h 52"/>
                <a:gd name="T8" fmla="*/ 43 w 43"/>
                <a:gd name="T9" fmla="*/ 26 h 52"/>
                <a:gd name="T10" fmla="*/ 13 w 43"/>
                <a:gd name="T11" fmla="*/ 52 h 52"/>
                <a:gd name="T12" fmla="*/ 15 w 43"/>
                <a:gd name="T13" fmla="*/ 6 h 52"/>
                <a:gd name="T14" fmla="*/ 7 w 43"/>
                <a:gd name="T15" fmla="*/ 6 h 52"/>
                <a:gd name="T16" fmla="*/ 7 w 43"/>
                <a:gd name="T17" fmla="*/ 46 h 52"/>
                <a:gd name="T18" fmla="*/ 14 w 43"/>
                <a:gd name="T19" fmla="*/ 46 h 52"/>
                <a:gd name="T20" fmla="*/ 35 w 43"/>
                <a:gd name="T21" fmla="*/ 26 h 52"/>
                <a:gd name="T22" fmla="*/ 15 w 43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52">
                  <a:moveTo>
                    <a:pt x="13" y="52"/>
                  </a:moveTo>
                  <a:cubicBezTo>
                    <a:pt x="8" y="52"/>
                    <a:pt x="4" y="52"/>
                    <a:pt x="0" y="5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10" y="0"/>
                    <a:pt x="16" y="0"/>
                  </a:cubicBezTo>
                  <a:cubicBezTo>
                    <a:pt x="33" y="0"/>
                    <a:pt x="43" y="8"/>
                    <a:pt x="43" y="26"/>
                  </a:cubicBezTo>
                  <a:cubicBezTo>
                    <a:pt x="43" y="43"/>
                    <a:pt x="31" y="52"/>
                    <a:pt x="13" y="52"/>
                  </a:cubicBezTo>
                  <a:close/>
                  <a:moveTo>
                    <a:pt x="15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9" y="46"/>
                    <a:pt x="12" y="46"/>
                    <a:pt x="14" y="46"/>
                  </a:cubicBezTo>
                  <a:cubicBezTo>
                    <a:pt x="26" y="46"/>
                    <a:pt x="35" y="40"/>
                    <a:pt x="35" y="26"/>
                  </a:cubicBezTo>
                  <a:cubicBezTo>
                    <a:pt x="35" y="13"/>
                    <a:pt x="29" y="6"/>
                    <a:pt x="15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D49FB96C-0634-4EC3-8812-4D1C84AC0F5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24" y="1562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9" name="Freeform 76">
              <a:extLst>
                <a:ext uri="{FF2B5EF4-FFF2-40B4-BE49-F238E27FC236}">
                  <a16:creationId xmlns:a16="http://schemas.microsoft.com/office/drawing/2014/main" id="{9C6C0740-8272-4B74-AE46-F12536EB10A9}"/>
                </a:ext>
              </a:extLst>
            </p:cNvPr>
            <p:cNvSpPr>
              <a:spLocks/>
            </p:cNvSpPr>
            <p:nvPr/>
          </p:nvSpPr>
          <p:spPr bwMode="gray">
            <a:xfrm>
              <a:off x="3907" y="1562"/>
              <a:ext cx="66" cy="121"/>
            </a:xfrm>
            <a:custGeom>
              <a:avLst/>
              <a:gdLst>
                <a:gd name="T0" fmla="*/ 0 w 66"/>
                <a:gd name="T1" fmla="*/ 121 h 121"/>
                <a:gd name="T2" fmla="*/ 0 w 66"/>
                <a:gd name="T3" fmla="*/ 0 h 121"/>
                <a:gd name="T4" fmla="*/ 66 w 66"/>
                <a:gd name="T5" fmla="*/ 0 h 121"/>
                <a:gd name="T6" fmla="*/ 66 w 66"/>
                <a:gd name="T7" fmla="*/ 12 h 121"/>
                <a:gd name="T8" fmla="*/ 19 w 66"/>
                <a:gd name="T9" fmla="*/ 12 h 121"/>
                <a:gd name="T10" fmla="*/ 19 w 66"/>
                <a:gd name="T11" fmla="*/ 52 h 121"/>
                <a:gd name="T12" fmla="*/ 64 w 66"/>
                <a:gd name="T13" fmla="*/ 52 h 121"/>
                <a:gd name="T14" fmla="*/ 64 w 66"/>
                <a:gd name="T15" fmla="*/ 64 h 121"/>
                <a:gd name="T16" fmla="*/ 19 w 66"/>
                <a:gd name="T17" fmla="*/ 64 h 121"/>
                <a:gd name="T18" fmla="*/ 19 w 66"/>
                <a:gd name="T19" fmla="*/ 107 h 121"/>
                <a:gd name="T20" fmla="*/ 66 w 66"/>
                <a:gd name="T21" fmla="*/ 107 h 121"/>
                <a:gd name="T22" fmla="*/ 66 w 66"/>
                <a:gd name="T23" fmla="*/ 121 h 121"/>
                <a:gd name="T24" fmla="*/ 0 w 66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121">
                  <a:moveTo>
                    <a:pt x="0" y="121"/>
                  </a:moveTo>
                  <a:lnTo>
                    <a:pt x="0" y="0"/>
                  </a:lnTo>
                  <a:lnTo>
                    <a:pt x="66" y="0"/>
                  </a:lnTo>
                  <a:lnTo>
                    <a:pt x="66" y="12"/>
                  </a:lnTo>
                  <a:lnTo>
                    <a:pt x="19" y="12"/>
                  </a:lnTo>
                  <a:lnTo>
                    <a:pt x="19" y="52"/>
                  </a:lnTo>
                  <a:lnTo>
                    <a:pt x="64" y="52"/>
                  </a:lnTo>
                  <a:lnTo>
                    <a:pt x="64" y="64"/>
                  </a:lnTo>
                  <a:lnTo>
                    <a:pt x="19" y="64"/>
                  </a:lnTo>
                  <a:lnTo>
                    <a:pt x="19" y="107"/>
                  </a:lnTo>
                  <a:lnTo>
                    <a:pt x="66" y="107"/>
                  </a:lnTo>
                  <a:lnTo>
                    <a:pt x="66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0" name="Freeform 77">
              <a:extLst>
                <a:ext uri="{FF2B5EF4-FFF2-40B4-BE49-F238E27FC236}">
                  <a16:creationId xmlns:a16="http://schemas.microsoft.com/office/drawing/2014/main" id="{2798EF98-23C5-4B52-8B1F-D753EA5D3EC8}"/>
                </a:ext>
              </a:extLst>
            </p:cNvPr>
            <p:cNvSpPr>
              <a:spLocks/>
            </p:cNvSpPr>
            <p:nvPr/>
          </p:nvSpPr>
          <p:spPr bwMode="gray">
            <a:xfrm>
              <a:off x="4025" y="1562"/>
              <a:ext cx="99" cy="121"/>
            </a:xfrm>
            <a:custGeom>
              <a:avLst/>
              <a:gdLst>
                <a:gd name="T0" fmla="*/ 33 w 42"/>
                <a:gd name="T1" fmla="*/ 51 h 51"/>
                <a:gd name="T2" fmla="*/ 13 w 42"/>
                <a:gd name="T3" fmla="*/ 19 h 51"/>
                <a:gd name="T4" fmla="*/ 7 w 42"/>
                <a:gd name="T5" fmla="*/ 8 h 51"/>
                <a:gd name="T6" fmla="*/ 7 w 42"/>
                <a:gd name="T7" fmla="*/ 34 h 51"/>
                <a:gd name="T8" fmla="*/ 7 w 42"/>
                <a:gd name="T9" fmla="*/ 51 h 51"/>
                <a:gd name="T10" fmla="*/ 0 w 42"/>
                <a:gd name="T11" fmla="*/ 51 h 51"/>
                <a:gd name="T12" fmla="*/ 0 w 42"/>
                <a:gd name="T13" fmla="*/ 0 h 51"/>
                <a:gd name="T14" fmla="*/ 10 w 42"/>
                <a:gd name="T15" fmla="*/ 0 h 51"/>
                <a:gd name="T16" fmla="*/ 30 w 42"/>
                <a:gd name="T17" fmla="*/ 30 h 51"/>
                <a:gd name="T18" fmla="*/ 36 w 42"/>
                <a:gd name="T19" fmla="*/ 42 h 51"/>
                <a:gd name="T20" fmla="*/ 35 w 42"/>
                <a:gd name="T21" fmla="*/ 14 h 51"/>
                <a:gd name="T22" fmla="*/ 35 w 42"/>
                <a:gd name="T23" fmla="*/ 0 h 51"/>
                <a:gd name="T24" fmla="*/ 42 w 42"/>
                <a:gd name="T25" fmla="*/ 0 h 51"/>
                <a:gd name="T26" fmla="*/ 42 w 42"/>
                <a:gd name="T27" fmla="*/ 51 h 51"/>
                <a:gd name="T28" fmla="*/ 33 w 42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13" y="19"/>
                    <a:pt x="13" y="19"/>
                    <a:pt x="13" y="19"/>
                  </a:cubicBezTo>
                  <a:cubicBezTo>
                    <a:pt x="10" y="15"/>
                    <a:pt x="9" y="12"/>
                    <a:pt x="7" y="8"/>
                  </a:cubicBezTo>
                  <a:cubicBezTo>
                    <a:pt x="7" y="14"/>
                    <a:pt x="7" y="26"/>
                    <a:pt x="7" y="34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2" y="34"/>
                    <a:pt x="34" y="38"/>
                    <a:pt x="36" y="42"/>
                  </a:cubicBezTo>
                  <a:cubicBezTo>
                    <a:pt x="36" y="35"/>
                    <a:pt x="35" y="23"/>
                    <a:pt x="35" y="14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51"/>
                    <a:pt x="42" y="51"/>
                    <a:pt x="42" y="51"/>
                  </a:cubicBezTo>
                  <a:lnTo>
                    <a:pt x="33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1" name="Freeform 78">
              <a:extLst>
                <a:ext uri="{FF2B5EF4-FFF2-40B4-BE49-F238E27FC236}">
                  <a16:creationId xmlns:a16="http://schemas.microsoft.com/office/drawing/2014/main" id="{29522D5F-FFFB-4111-B744-F3129A52D462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2" y="1562"/>
              <a:ext cx="88" cy="121"/>
            </a:xfrm>
            <a:custGeom>
              <a:avLst/>
              <a:gdLst>
                <a:gd name="T0" fmla="*/ 52 w 88"/>
                <a:gd name="T1" fmla="*/ 12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2 h 121"/>
                <a:gd name="T8" fmla="*/ 0 w 88"/>
                <a:gd name="T9" fmla="*/ 12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2 h 121"/>
                <a:gd name="T16" fmla="*/ 52 w 88"/>
                <a:gd name="T17" fmla="*/ 1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2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2"/>
                  </a:lnTo>
                  <a:lnTo>
                    <a:pt x="52" y="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2" name="Freeform 79">
              <a:extLst>
                <a:ext uri="{FF2B5EF4-FFF2-40B4-BE49-F238E27FC236}">
                  <a16:creationId xmlns:a16="http://schemas.microsoft.com/office/drawing/2014/main" id="{A3B04DDE-0A1B-4BA2-AD33-3C408EF9226D}"/>
                </a:ext>
              </a:extLst>
            </p:cNvPr>
            <p:cNvSpPr>
              <a:spLocks/>
            </p:cNvSpPr>
            <p:nvPr/>
          </p:nvSpPr>
          <p:spPr bwMode="gray">
            <a:xfrm>
              <a:off x="4361" y="1559"/>
              <a:ext cx="73" cy="127"/>
            </a:xfrm>
            <a:custGeom>
              <a:avLst/>
              <a:gdLst>
                <a:gd name="T0" fmla="*/ 12 w 31"/>
                <a:gd name="T1" fmla="*/ 53 h 53"/>
                <a:gd name="T2" fmla="*/ 0 w 31"/>
                <a:gd name="T3" fmla="*/ 51 h 53"/>
                <a:gd name="T4" fmla="*/ 1 w 31"/>
                <a:gd name="T5" fmla="*/ 44 h 53"/>
                <a:gd name="T6" fmla="*/ 12 w 31"/>
                <a:gd name="T7" fmla="*/ 47 h 53"/>
                <a:gd name="T8" fmla="*/ 24 w 31"/>
                <a:gd name="T9" fmla="*/ 38 h 53"/>
                <a:gd name="T10" fmla="*/ 0 w 31"/>
                <a:gd name="T11" fmla="*/ 14 h 53"/>
                <a:gd name="T12" fmla="*/ 18 w 31"/>
                <a:gd name="T13" fmla="*/ 0 h 53"/>
                <a:gd name="T14" fmla="*/ 28 w 31"/>
                <a:gd name="T15" fmla="*/ 1 h 53"/>
                <a:gd name="T16" fmla="*/ 27 w 31"/>
                <a:gd name="T17" fmla="*/ 7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7" y="53"/>
                    <a:pt x="3" y="52"/>
                    <a:pt x="0" y="51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4" y="46"/>
                    <a:pt x="8" y="47"/>
                    <a:pt x="12" y="47"/>
                  </a:cubicBezTo>
                  <a:cubicBezTo>
                    <a:pt x="18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6" y="0"/>
                    <a:pt x="18" y="0"/>
                  </a:cubicBezTo>
                  <a:cubicBezTo>
                    <a:pt x="21" y="0"/>
                    <a:pt x="25" y="0"/>
                    <a:pt x="28" y="1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4" y="6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3" name="Freeform 80">
              <a:extLst>
                <a:ext uri="{FF2B5EF4-FFF2-40B4-BE49-F238E27FC236}">
                  <a16:creationId xmlns:a16="http://schemas.microsoft.com/office/drawing/2014/main" id="{894EC198-A007-4FC5-8A22-DBF4DFBA4B8B}"/>
                </a:ext>
              </a:extLst>
            </p:cNvPr>
            <p:cNvSpPr>
              <a:spLocks/>
            </p:cNvSpPr>
            <p:nvPr/>
          </p:nvSpPr>
          <p:spPr bwMode="gray">
            <a:xfrm>
              <a:off x="4470" y="1562"/>
              <a:ext cx="94" cy="121"/>
            </a:xfrm>
            <a:custGeom>
              <a:avLst/>
              <a:gdLst>
                <a:gd name="T0" fmla="*/ 23 w 40"/>
                <a:gd name="T1" fmla="*/ 32 h 51"/>
                <a:gd name="T2" fmla="*/ 23 w 40"/>
                <a:gd name="T3" fmla="*/ 51 h 51"/>
                <a:gd name="T4" fmla="*/ 16 w 40"/>
                <a:gd name="T5" fmla="*/ 51 h 51"/>
                <a:gd name="T6" fmla="*/ 16 w 40"/>
                <a:gd name="T7" fmla="*/ 32 h 51"/>
                <a:gd name="T8" fmla="*/ 0 w 40"/>
                <a:gd name="T9" fmla="*/ 0 h 51"/>
                <a:gd name="T10" fmla="*/ 8 w 40"/>
                <a:gd name="T11" fmla="*/ 0 h 51"/>
                <a:gd name="T12" fmla="*/ 16 w 40"/>
                <a:gd name="T13" fmla="*/ 17 h 51"/>
                <a:gd name="T14" fmla="*/ 20 w 40"/>
                <a:gd name="T15" fmla="*/ 26 h 51"/>
                <a:gd name="T16" fmla="*/ 20 w 40"/>
                <a:gd name="T17" fmla="*/ 26 h 51"/>
                <a:gd name="T18" fmla="*/ 25 w 40"/>
                <a:gd name="T19" fmla="*/ 16 h 51"/>
                <a:gd name="T20" fmla="*/ 33 w 40"/>
                <a:gd name="T21" fmla="*/ 0 h 51"/>
                <a:gd name="T22" fmla="*/ 40 w 40"/>
                <a:gd name="T23" fmla="*/ 0 h 51"/>
                <a:gd name="T24" fmla="*/ 23 w 40"/>
                <a:gd name="T25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51">
                  <a:moveTo>
                    <a:pt x="23" y="32"/>
                  </a:moveTo>
                  <a:cubicBezTo>
                    <a:pt x="23" y="51"/>
                    <a:pt x="23" y="51"/>
                    <a:pt x="23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20"/>
                    <a:pt x="19" y="23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1" y="23"/>
                    <a:pt x="23" y="19"/>
                    <a:pt x="25" y="16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23" y="3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4" name="Freeform 81">
              <a:extLst>
                <a:ext uri="{FF2B5EF4-FFF2-40B4-BE49-F238E27FC236}">
                  <a16:creationId xmlns:a16="http://schemas.microsoft.com/office/drawing/2014/main" id="{B5D33CDE-7E95-45AB-8DC9-416140B57FA2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8" y="1559"/>
              <a:ext cx="75" cy="127"/>
            </a:xfrm>
            <a:custGeom>
              <a:avLst/>
              <a:gdLst>
                <a:gd name="T0" fmla="*/ 12 w 32"/>
                <a:gd name="T1" fmla="*/ 53 h 53"/>
                <a:gd name="T2" fmla="*/ 1 w 32"/>
                <a:gd name="T3" fmla="*/ 51 h 53"/>
                <a:gd name="T4" fmla="*/ 2 w 32"/>
                <a:gd name="T5" fmla="*/ 44 h 53"/>
                <a:gd name="T6" fmla="*/ 13 w 32"/>
                <a:gd name="T7" fmla="*/ 47 h 53"/>
                <a:gd name="T8" fmla="*/ 24 w 32"/>
                <a:gd name="T9" fmla="*/ 38 h 53"/>
                <a:gd name="T10" fmla="*/ 0 w 32"/>
                <a:gd name="T11" fmla="*/ 14 h 53"/>
                <a:gd name="T12" fmla="*/ 19 w 32"/>
                <a:gd name="T13" fmla="*/ 0 h 53"/>
                <a:gd name="T14" fmla="*/ 28 w 32"/>
                <a:gd name="T15" fmla="*/ 1 h 53"/>
                <a:gd name="T16" fmla="*/ 28 w 32"/>
                <a:gd name="T17" fmla="*/ 7 h 53"/>
                <a:gd name="T18" fmla="*/ 19 w 32"/>
                <a:gd name="T19" fmla="*/ 6 h 53"/>
                <a:gd name="T20" fmla="*/ 8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2"/>
                    <a:pt x="1" y="51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6"/>
                    <a:pt x="9" y="47"/>
                    <a:pt x="13" y="47"/>
                  </a:cubicBezTo>
                  <a:cubicBezTo>
                    <a:pt x="19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7" y="0"/>
                    <a:pt x="19" y="0"/>
                  </a:cubicBezTo>
                  <a:cubicBezTo>
                    <a:pt x="22" y="0"/>
                    <a:pt x="25" y="0"/>
                    <a:pt x="28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5" y="6"/>
                    <a:pt x="22" y="6"/>
                    <a:pt x="19" y="6"/>
                  </a:cubicBezTo>
                  <a:cubicBezTo>
                    <a:pt x="11" y="6"/>
                    <a:pt x="8" y="9"/>
                    <a:pt x="8" y="14"/>
                  </a:cubicBezTo>
                  <a:cubicBezTo>
                    <a:pt x="8" y="25"/>
                    <a:pt x="32" y="21"/>
                    <a:pt x="32" y="37"/>
                  </a:cubicBezTo>
                  <a:cubicBezTo>
                    <a:pt x="32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5" name="Freeform 82">
              <a:extLst>
                <a:ext uri="{FF2B5EF4-FFF2-40B4-BE49-F238E27FC236}">
                  <a16:creationId xmlns:a16="http://schemas.microsoft.com/office/drawing/2014/main" id="{8E2A3350-30E8-407D-80B2-5C1C83C4A32B}"/>
                </a:ext>
              </a:extLst>
            </p:cNvPr>
            <p:cNvSpPr>
              <a:spLocks/>
            </p:cNvSpPr>
            <p:nvPr/>
          </p:nvSpPr>
          <p:spPr bwMode="gray">
            <a:xfrm>
              <a:off x="4704" y="1562"/>
              <a:ext cx="88" cy="121"/>
            </a:xfrm>
            <a:custGeom>
              <a:avLst/>
              <a:gdLst>
                <a:gd name="T0" fmla="*/ 52 w 88"/>
                <a:gd name="T1" fmla="*/ 12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2 h 121"/>
                <a:gd name="T8" fmla="*/ 0 w 88"/>
                <a:gd name="T9" fmla="*/ 12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2 h 121"/>
                <a:gd name="T16" fmla="*/ 52 w 88"/>
                <a:gd name="T17" fmla="*/ 1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2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2"/>
                  </a:lnTo>
                  <a:lnTo>
                    <a:pt x="52" y="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6" name="Freeform 83">
              <a:extLst>
                <a:ext uri="{FF2B5EF4-FFF2-40B4-BE49-F238E27FC236}">
                  <a16:creationId xmlns:a16="http://schemas.microsoft.com/office/drawing/2014/main" id="{FB792152-B4B2-4579-A3B2-15B1D1AE97B4}"/>
                </a:ext>
              </a:extLst>
            </p:cNvPr>
            <p:cNvSpPr>
              <a:spLocks/>
            </p:cNvSpPr>
            <p:nvPr/>
          </p:nvSpPr>
          <p:spPr bwMode="gray">
            <a:xfrm>
              <a:off x="4834" y="1562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2 h 121"/>
                <a:gd name="T8" fmla="*/ 17 w 64"/>
                <a:gd name="T9" fmla="*/ 12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4 h 121"/>
                <a:gd name="T16" fmla="*/ 17 w 64"/>
                <a:gd name="T17" fmla="*/ 64 h 121"/>
                <a:gd name="T18" fmla="*/ 17 w 64"/>
                <a:gd name="T19" fmla="*/ 107 h 121"/>
                <a:gd name="T20" fmla="*/ 64 w 64"/>
                <a:gd name="T21" fmla="*/ 107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2"/>
                  </a:lnTo>
                  <a:lnTo>
                    <a:pt x="17" y="12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4"/>
                  </a:lnTo>
                  <a:lnTo>
                    <a:pt x="17" y="64"/>
                  </a:lnTo>
                  <a:lnTo>
                    <a:pt x="17" y="107"/>
                  </a:lnTo>
                  <a:lnTo>
                    <a:pt x="64" y="107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7" name="Freeform 84">
              <a:extLst>
                <a:ext uri="{FF2B5EF4-FFF2-40B4-BE49-F238E27FC236}">
                  <a16:creationId xmlns:a16="http://schemas.microsoft.com/office/drawing/2014/main" id="{00AF0DA2-731B-405C-9BAB-4574D960875A}"/>
                </a:ext>
              </a:extLst>
            </p:cNvPr>
            <p:cNvSpPr>
              <a:spLocks/>
            </p:cNvSpPr>
            <p:nvPr/>
          </p:nvSpPr>
          <p:spPr bwMode="gray">
            <a:xfrm>
              <a:off x="4945" y="1562"/>
              <a:ext cx="149" cy="121"/>
            </a:xfrm>
            <a:custGeom>
              <a:avLst/>
              <a:gdLst>
                <a:gd name="T0" fmla="*/ 55 w 63"/>
                <a:gd name="T1" fmla="*/ 51 h 51"/>
                <a:gd name="T2" fmla="*/ 50 w 63"/>
                <a:gd name="T3" fmla="*/ 21 h 51"/>
                <a:gd name="T4" fmla="*/ 49 w 63"/>
                <a:gd name="T5" fmla="*/ 9 h 51"/>
                <a:gd name="T6" fmla="*/ 49 w 63"/>
                <a:gd name="T7" fmla="*/ 9 h 51"/>
                <a:gd name="T8" fmla="*/ 46 w 63"/>
                <a:gd name="T9" fmla="*/ 18 h 51"/>
                <a:gd name="T10" fmla="*/ 35 w 63"/>
                <a:gd name="T11" fmla="*/ 51 h 51"/>
                <a:gd name="T12" fmla="*/ 27 w 63"/>
                <a:gd name="T13" fmla="*/ 51 h 51"/>
                <a:gd name="T14" fmla="*/ 16 w 63"/>
                <a:gd name="T15" fmla="*/ 20 h 51"/>
                <a:gd name="T16" fmla="*/ 13 w 63"/>
                <a:gd name="T17" fmla="*/ 9 h 51"/>
                <a:gd name="T18" fmla="*/ 13 w 63"/>
                <a:gd name="T19" fmla="*/ 9 h 51"/>
                <a:gd name="T20" fmla="*/ 11 w 63"/>
                <a:gd name="T21" fmla="*/ 22 h 51"/>
                <a:gd name="T22" fmla="*/ 8 w 63"/>
                <a:gd name="T23" fmla="*/ 51 h 51"/>
                <a:gd name="T24" fmla="*/ 0 w 63"/>
                <a:gd name="T25" fmla="*/ 51 h 51"/>
                <a:gd name="T26" fmla="*/ 8 w 63"/>
                <a:gd name="T27" fmla="*/ 0 h 51"/>
                <a:gd name="T28" fmla="*/ 17 w 63"/>
                <a:gd name="T29" fmla="*/ 0 h 51"/>
                <a:gd name="T30" fmla="*/ 28 w 63"/>
                <a:gd name="T31" fmla="*/ 32 h 51"/>
                <a:gd name="T32" fmla="*/ 31 w 63"/>
                <a:gd name="T33" fmla="*/ 42 h 51"/>
                <a:gd name="T34" fmla="*/ 31 w 63"/>
                <a:gd name="T35" fmla="*/ 42 h 51"/>
                <a:gd name="T36" fmla="*/ 34 w 63"/>
                <a:gd name="T37" fmla="*/ 32 h 51"/>
                <a:gd name="T38" fmla="*/ 46 w 63"/>
                <a:gd name="T39" fmla="*/ 0 h 51"/>
                <a:gd name="T40" fmla="*/ 55 w 63"/>
                <a:gd name="T41" fmla="*/ 0 h 51"/>
                <a:gd name="T42" fmla="*/ 63 w 63"/>
                <a:gd name="T43" fmla="*/ 51 h 51"/>
                <a:gd name="T44" fmla="*/ 55 w 63"/>
                <a:gd name="T4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" h="51">
                  <a:moveTo>
                    <a:pt x="55" y="51"/>
                  </a:moveTo>
                  <a:cubicBezTo>
                    <a:pt x="50" y="21"/>
                    <a:pt x="50" y="21"/>
                    <a:pt x="50" y="21"/>
                  </a:cubicBezTo>
                  <a:cubicBezTo>
                    <a:pt x="50" y="16"/>
                    <a:pt x="49" y="12"/>
                    <a:pt x="49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8" y="11"/>
                    <a:pt x="47" y="14"/>
                    <a:pt x="46" y="1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16"/>
                    <a:pt x="14" y="12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13"/>
                    <a:pt x="12" y="17"/>
                    <a:pt x="11" y="2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9" y="35"/>
                    <a:pt x="30" y="38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39"/>
                    <a:pt x="33" y="36"/>
                    <a:pt x="34" y="32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3" y="51"/>
                    <a:pt x="63" y="51"/>
                    <a:pt x="63" y="51"/>
                  </a:cubicBezTo>
                  <a:lnTo>
                    <a:pt x="55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8" name="Freeform 85">
              <a:extLst>
                <a:ext uri="{FF2B5EF4-FFF2-40B4-BE49-F238E27FC236}">
                  <a16:creationId xmlns:a16="http://schemas.microsoft.com/office/drawing/2014/main" id="{0264E987-EC5A-4008-8325-817D5B95455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39" y="1559"/>
              <a:ext cx="76" cy="127"/>
            </a:xfrm>
            <a:custGeom>
              <a:avLst/>
              <a:gdLst>
                <a:gd name="T0" fmla="*/ 12 w 32"/>
                <a:gd name="T1" fmla="*/ 53 h 53"/>
                <a:gd name="T2" fmla="*/ 1 w 32"/>
                <a:gd name="T3" fmla="*/ 51 h 53"/>
                <a:gd name="T4" fmla="*/ 1 w 32"/>
                <a:gd name="T5" fmla="*/ 44 h 53"/>
                <a:gd name="T6" fmla="*/ 13 w 32"/>
                <a:gd name="T7" fmla="*/ 47 h 53"/>
                <a:gd name="T8" fmla="*/ 24 w 32"/>
                <a:gd name="T9" fmla="*/ 38 h 53"/>
                <a:gd name="T10" fmla="*/ 0 w 32"/>
                <a:gd name="T11" fmla="*/ 14 h 53"/>
                <a:gd name="T12" fmla="*/ 19 w 32"/>
                <a:gd name="T13" fmla="*/ 0 h 53"/>
                <a:gd name="T14" fmla="*/ 28 w 32"/>
                <a:gd name="T15" fmla="*/ 1 h 53"/>
                <a:gd name="T16" fmla="*/ 27 w 32"/>
                <a:gd name="T17" fmla="*/ 7 h 53"/>
                <a:gd name="T18" fmla="*/ 18 w 32"/>
                <a:gd name="T19" fmla="*/ 6 h 53"/>
                <a:gd name="T20" fmla="*/ 8 w 32"/>
                <a:gd name="T21" fmla="*/ 14 h 53"/>
                <a:gd name="T22" fmla="*/ 32 w 32"/>
                <a:gd name="T23" fmla="*/ 37 h 53"/>
                <a:gd name="T24" fmla="*/ 12 w 3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53">
                  <a:moveTo>
                    <a:pt x="12" y="53"/>
                  </a:moveTo>
                  <a:cubicBezTo>
                    <a:pt x="8" y="53"/>
                    <a:pt x="4" y="52"/>
                    <a:pt x="1" y="51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5" y="46"/>
                    <a:pt x="9" y="47"/>
                    <a:pt x="13" y="47"/>
                  </a:cubicBezTo>
                  <a:cubicBezTo>
                    <a:pt x="19" y="47"/>
                    <a:pt x="24" y="44"/>
                    <a:pt x="24" y="38"/>
                  </a:cubicBezTo>
                  <a:cubicBezTo>
                    <a:pt x="24" y="26"/>
                    <a:pt x="0" y="31"/>
                    <a:pt x="0" y="14"/>
                  </a:cubicBezTo>
                  <a:cubicBezTo>
                    <a:pt x="0" y="6"/>
                    <a:pt x="7" y="0"/>
                    <a:pt x="19" y="0"/>
                  </a:cubicBezTo>
                  <a:cubicBezTo>
                    <a:pt x="22" y="0"/>
                    <a:pt x="25" y="0"/>
                    <a:pt x="28" y="1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4" y="6"/>
                    <a:pt x="21" y="6"/>
                    <a:pt x="18" y="6"/>
                  </a:cubicBezTo>
                  <a:cubicBezTo>
                    <a:pt x="11" y="6"/>
                    <a:pt x="8" y="9"/>
                    <a:pt x="8" y="14"/>
                  </a:cubicBezTo>
                  <a:cubicBezTo>
                    <a:pt x="8" y="25"/>
                    <a:pt x="32" y="21"/>
                    <a:pt x="32" y="37"/>
                  </a:cubicBezTo>
                  <a:cubicBezTo>
                    <a:pt x="32" y="46"/>
                    <a:pt x="24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9" name="Rectangle 86">
              <a:extLst>
                <a:ext uri="{FF2B5EF4-FFF2-40B4-BE49-F238E27FC236}">
                  <a16:creationId xmlns:a16="http://schemas.microsoft.com/office/drawing/2014/main" id="{F514C47A-D5F4-43E3-9E2B-DB3EA500A5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48" y="1793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0" name="Freeform 87">
              <a:extLst>
                <a:ext uri="{FF2B5EF4-FFF2-40B4-BE49-F238E27FC236}">
                  <a16:creationId xmlns:a16="http://schemas.microsoft.com/office/drawing/2014/main" id="{F838FCE5-C4CB-4E8B-90FB-1D0206ABA450}"/>
                </a:ext>
              </a:extLst>
            </p:cNvPr>
            <p:cNvSpPr>
              <a:spLocks/>
            </p:cNvSpPr>
            <p:nvPr/>
          </p:nvSpPr>
          <p:spPr bwMode="gray">
            <a:xfrm>
              <a:off x="3112" y="1793"/>
              <a:ext cx="97" cy="121"/>
            </a:xfrm>
            <a:custGeom>
              <a:avLst/>
              <a:gdLst>
                <a:gd name="T0" fmla="*/ 32 w 41"/>
                <a:gd name="T1" fmla="*/ 51 h 51"/>
                <a:gd name="T2" fmla="*/ 12 w 41"/>
                <a:gd name="T3" fmla="*/ 20 h 51"/>
                <a:gd name="T4" fmla="*/ 7 w 41"/>
                <a:gd name="T5" fmla="*/ 9 h 51"/>
                <a:gd name="T6" fmla="*/ 7 w 41"/>
                <a:gd name="T7" fmla="*/ 35 h 51"/>
                <a:gd name="T8" fmla="*/ 7 w 41"/>
                <a:gd name="T9" fmla="*/ 51 h 51"/>
                <a:gd name="T10" fmla="*/ 0 w 41"/>
                <a:gd name="T11" fmla="*/ 51 h 51"/>
                <a:gd name="T12" fmla="*/ 0 w 41"/>
                <a:gd name="T13" fmla="*/ 0 h 51"/>
                <a:gd name="T14" fmla="*/ 9 w 41"/>
                <a:gd name="T15" fmla="*/ 0 h 51"/>
                <a:gd name="T16" fmla="*/ 29 w 41"/>
                <a:gd name="T17" fmla="*/ 31 h 51"/>
                <a:gd name="T18" fmla="*/ 35 w 41"/>
                <a:gd name="T19" fmla="*/ 42 h 51"/>
                <a:gd name="T20" fmla="*/ 34 w 41"/>
                <a:gd name="T21" fmla="*/ 15 h 51"/>
                <a:gd name="T22" fmla="*/ 34 w 41"/>
                <a:gd name="T23" fmla="*/ 0 h 51"/>
                <a:gd name="T24" fmla="*/ 41 w 41"/>
                <a:gd name="T25" fmla="*/ 0 h 51"/>
                <a:gd name="T26" fmla="*/ 41 w 41"/>
                <a:gd name="T27" fmla="*/ 51 h 51"/>
                <a:gd name="T28" fmla="*/ 32 w 41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1">
                  <a:moveTo>
                    <a:pt x="32" y="51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9"/>
                    <a:pt x="35" y="42"/>
                  </a:cubicBezTo>
                  <a:cubicBezTo>
                    <a:pt x="35" y="36"/>
                    <a:pt x="34" y="23"/>
                    <a:pt x="34" y="15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1"/>
                    <a:pt x="41" y="51"/>
                    <a:pt x="41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1" name="Freeform 88">
              <a:extLst>
                <a:ext uri="{FF2B5EF4-FFF2-40B4-BE49-F238E27FC236}">
                  <a16:creationId xmlns:a16="http://schemas.microsoft.com/office/drawing/2014/main" id="{53679EB5-8599-4372-9C8D-BC8D7FC423EC}"/>
                </a:ext>
              </a:extLst>
            </p:cNvPr>
            <p:cNvSpPr>
              <a:spLocks/>
            </p:cNvSpPr>
            <p:nvPr/>
          </p:nvSpPr>
          <p:spPr bwMode="gray">
            <a:xfrm>
              <a:off x="3237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2" name="Freeform 89">
              <a:extLst>
                <a:ext uri="{FF2B5EF4-FFF2-40B4-BE49-F238E27FC236}">
                  <a16:creationId xmlns:a16="http://schemas.microsoft.com/office/drawing/2014/main" id="{0D407D28-B5AA-4DEA-ACE7-F8AFC8E79C94}"/>
                </a:ext>
              </a:extLst>
            </p:cNvPr>
            <p:cNvSpPr>
              <a:spLocks/>
            </p:cNvSpPr>
            <p:nvPr/>
          </p:nvSpPr>
          <p:spPr bwMode="gray">
            <a:xfrm>
              <a:off x="3353" y="1793"/>
              <a:ext cx="64" cy="121"/>
            </a:xfrm>
            <a:custGeom>
              <a:avLst/>
              <a:gdLst>
                <a:gd name="T0" fmla="*/ 0 w 64"/>
                <a:gd name="T1" fmla="*/ 121 h 121"/>
                <a:gd name="T2" fmla="*/ 0 w 64"/>
                <a:gd name="T3" fmla="*/ 0 h 121"/>
                <a:gd name="T4" fmla="*/ 64 w 64"/>
                <a:gd name="T5" fmla="*/ 0 h 121"/>
                <a:gd name="T6" fmla="*/ 64 w 64"/>
                <a:gd name="T7" fmla="*/ 14 h 121"/>
                <a:gd name="T8" fmla="*/ 17 w 64"/>
                <a:gd name="T9" fmla="*/ 14 h 121"/>
                <a:gd name="T10" fmla="*/ 17 w 64"/>
                <a:gd name="T11" fmla="*/ 52 h 121"/>
                <a:gd name="T12" fmla="*/ 62 w 64"/>
                <a:gd name="T13" fmla="*/ 52 h 121"/>
                <a:gd name="T14" fmla="*/ 62 w 64"/>
                <a:gd name="T15" fmla="*/ 66 h 121"/>
                <a:gd name="T16" fmla="*/ 17 w 64"/>
                <a:gd name="T17" fmla="*/ 66 h 121"/>
                <a:gd name="T18" fmla="*/ 17 w 64"/>
                <a:gd name="T19" fmla="*/ 109 h 121"/>
                <a:gd name="T20" fmla="*/ 64 w 64"/>
                <a:gd name="T21" fmla="*/ 109 h 121"/>
                <a:gd name="T22" fmla="*/ 64 w 64"/>
                <a:gd name="T23" fmla="*/ 121 h 121"/>
                <a:gd name="T24" fmla="*/ 0 w 64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121">
                  <a:moveTo>
                    <a:pt x="0" y="121"/>
                  </a:moveTo>
                  <a:lnTo>
                    <a:pt x="0" y="0"/>
                  </a:lnTo>
                  <a:lnTo>
                    <a:pt x="64" y="0"/>
                  </a:lnTo>
                  <a:lnTo>
                    <a:pt x="64" y="14"/>
                  </a:lnTo>
                  <a:lnTo>
                    <a:pt x="17" y="14"/>
                  </a:lnTo>
                  <a:lnTo>
                    <a:pt x="17" y="52"/>
                  </a:lnTo>
                  <a:lnTo>
                    <a:pt x="62" y="52"/>
                  </a:lnTo>
                  <a:lnTo>
                    <a:pt x="62" y="66"/>
                  </a:lnTo>
                  <a:lnTo>
                    <a:pt x="17" y="66"/>
                  </a:lnTo>
                  <a:lnTo>
                    <a:pt x="17" y="109"/>
                  </a:lnTo>
                  <a:lnTo>
                    <a:pt x="64" y="109"/>
                  </a:lnTo>
                  <a:lnTo>
                    <a:pt x="64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3" name="Freeform 90">
              <a:extLst>
                <a:ext uri="{FF2B5EF4-FFF2-40B4-BE49-F238E27FC236}">
                  <a16:creationId xmlns:a16="http://schemas.microsoft.com/office/drawing/2014/main" id="{BD9A6BAC-A98B-494F-897F-ABF6F9142792}"/>
                </a:ext>
              </a:extLst>
            </p:cNvPr>
            <p:cNvSpPr>
              <a:spLocks/>
            </p:cNvSpPr>
            <p:nvPr/>
          </p:nvSpPr>
          <p:spPr bwMode="gray">
            <a:xfrm>
              <a:off x="3445" y="1790"/>
              <a:ext cx="100" cy="126"/>
            </a:xfrm>
            <a:custGeom>
              <a:avLst/>
              <a:gdLst>
                <a:gd name="T0" fmla="*/ 25 w 42"/>
                <a:gd name="T1" fmla="*/ 53 h 53"/>
                <a:gd name="T2" fmla="*/ 0 w 42"/>
                <a:gd name="T3" fmla="*/ 28 h 53"/>
                <a:gd name="T4" fmla="*/ 27 w 42"/>
                <a:gd name="T5" fmla="*/ 0 h 53"/>
                <a:gd name="T6" fmla="*/ 42 w 42"/>
                <a:gd name="T7" fmla="*/ 3 h 53"/>
                <a:gd name="T8" fmla="*/ 40 w 42"/>
                <a:gd name="T9" fmla="*/ 9 h 53"/>
                <a:gd name="T10" fmla="*/ 27 w 42"/>
                <a:gd name="T11" fmla="*/ 6 h 53"/>
                <a:gd name="T12" fmla="*/ 7 w 42"/>
                <a:gd name="T13" fmla="*/ 27 h 53"/>
                <a:gd name="T14" fmla="*/ 26 w 42"/>
                <a:gd name="T15" fmla="*/ 47 h 53"/>
                <a:gd name="T16" fmla="*/ 35 w 42"/>
                <a:gd name="T17" fmla="*/ 46 h 53"/>
                <a:gd name="T18" fmla="*/ 35 w 42"/>
                <a:gd name="T19" fmla="*/ 26 h 53"/>
                <a:gd name="T20" fmla="*/ 42 w 42"/>
                <a:gd name="T21" fmla="*/ 26 h 53"/>
                <a:gd name="T22" fmla="*/ 42 w 42"/>
                <a:gd name="T23" fmla="*/ 50 h 53"/>
                <a:gd name="T24" fmla="*/ 25 w 42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53">
                  <a:moveTo>
                    <a:pt x="25" y="53"/>
                  </a:moveTo>
                  <a:cubicBezTo>
                    <a:pt x="10" y="53"/>
                    <a:pt x="0" y="44"/>
                    <a:pt x="0" y="28"/>
                  </a:cubicBezTo>
                  <a:cubicBezTo>
                    <a:pt x="0" y="12"/>
                    <a:pt x="10" y="0"/>
                    <a:pt x="27" y="0"/>
                  </a:cubicBezTo>
                  <a:cubicBezTo>
                    <a:pt x="32" y="0"/>
                    <a:pt x="37" y="1"/>
                    <a:pt x="42" y="3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6" y="7"/>
                    <a:pt x="31" y="6"/>
                    <a:pt x="27" y="6"/>
                  </a:cubicBezTo>
                  <a:cubicBezTo>
                    <a:pt x="16" y="6"/>
                    <a:pt x="7" y="13"/>
                    <a:pt x="7" y="27"/>
                  </a:cubicBezTo>
                  <a:cubicBezTo>
                    <a:pt x="7" y="40"/>
                    <a:pt x="15" y="47"/>
                    <a:pt x="26" y="47"/>
                  </a:cubicBezTo>
                  <a:cubicBezTo>
                    <a:pt x="30" y="47"/>
                    <a:pt x="33" y="46"/>
                    <a:pt x="35" y="4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52"/>
                    <a:pt x="31" y="53"/>
                    <a:pt x="25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4" name="Freeform 91">
              <a:extLst>
                <a:ext uri="{FF2B5EF4-FFF2-40B4-BE49-F238E27FC236}">
                  <a16:creationId xmlns:a16="http://schemas.microsoft.com/office/drawing/2014/main" id="{B08FD74D-337E-4FF8-B70C-114F0AB67CD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590" y="1793"/>
              <a:ext cx="80" cy="121"/>
            </a:xfrm>
            <a:custGeom>
              <a:avLst/>
              <a:gdLst>
                <a:gd name="T0" fmla="*/ 25 w 34"/>
                <a:gd name="T1" fmla="*/ 51 h 51"/>
                <a:gd name="T2" fmla="*/ 8 w 34"/>
                <a:gd name="T3" fmla="*/ 28 h 51"/>
                <a:gd name="T4" fmla="*/ 7 w 34"/>
                <a:gd name="T5" fmla="*/ 28 h 51"/>
                <a:gd name="T6" fmla="*/ 7 w 34"/>
                <a:gd name="T7" fmla="*/ 51 h 51"/>
                <a:gd name="T8" fmla="*/ 0 w 34"/>
                <a:gd name="T9" fmla="*/ 51 h 51"/>
                <a:gd name="T10" fmla="*/ 0 w 34"/>
                <a:gd name="T11" fmla="*/ 0 h 51"/>
                <a:gd name="T12" fmla="*/ 13 w 34"/>
                <a:gd name="T13" fmla="*/ 0 h 51"/>
                <a:gd name="T14" fmla="*/ 31 w 34"/>
                <a:gd name="T15" fmla="*/ 13 h 51"/>
                <a:gd name="T16" fmla="*/ 16 w 34"/>
                <a:gd name="T17" fmla="*/ 28 h 51"/>
                <a:gd name="T18" fmla="*/ 20 w 34"/>
                <a:gd name="T19" fmla="*/ 33 h 51"/>
                <a:gd name="T20" fmla="*/ 34 w 34"/>
                <a:gd name="T21" fmla="*/ 51 h 51"/>
                <a:gd name="T22" fmla="*/ 25 w 34"/>
                <a:gd name="T23" fmla="*/ 51 h 51"/>
                <a:gd name="T24" fmla="*/ 12 w 34"/>
                <a:gd name="T25" fmla="*/ 6 h 51"/>
                <a:gd name="T26" fmla="*/ 7 w 34"/>
                <a:gd name="T27" fmla="*/ 6 h 51"/>
                <a:gd name="T28" fmla="*/ 7 w 34"/>
                <a:gd name="T29" fmla="*/ 23 h 51"/>
                <a:gd name="T30" fmla="*/ 12 w 34"/>
                <a:gd name="T31" fmla="*/ 23 h 51"/>
                <a:gd name="T32" fmla="*/ 23 w 34"/>
                <a:gd name="T33" fmla="*/ 14 h 51"/>
                <a:gd name="T34" fmla="*/ 12 w 34"/>
                <a:gd name="T35" fmla="*/ 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51">
                  <a:moveTo>
                    <a:pt x="25" y="51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3" y="0"/>
                  </a:cubicBezTo>
                  <a:cubicBezTo>
                    <a:pt x="23" y="0"/>
                    <a:pt x="31" y="3"/>
                    <a:pt x="31" y="13"/>
                  </a:cubicBezTo>
                  <a:cubicBezTo>
                    <a:pt x="31" y="22"/>
                    <a:pt x="24" y="27"/>
                    <a:pt x="16" y="28"/>
                  </a:cubicBezTo>
                  <a:cubicBezTo>
                    <a:pt x="17" y="29"/>
                    <a:pt x="19" y="31"/>
                    <a:pt x="20" y="33"/>
                  </a:cubicBezTo>
                  <a:cubicBezTo>
                    <a:pt x="34" y="51"/>
                    <a:pt x="34" y="51"/>
                    <a:pt x="34" y="51"/>
                  </a:cubicBezTo>
                  <a:lnTo>
                    <a:pt x="25" y="51"/>
                  </a:lnTo>
                  <a:close/>
                  <a:moveTo>
                    <a:pt x="12" y="6"/>
                  </a:moveTo>
                  <a:cubicBezTo>
                    <a:pt x="10" y="6"/>
                    <a:pt x="9" y="6"/>
                    <a:pt x="7" y="6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3"/>
                    <a:pt x="10" y="23"/>
                    <a:pt x="12" y="23"/>
                  </a:cubicBezTo>
                  <a:cubicBezTo>
                    <a:pt x="19" y="23"/>
                    <a:pt x="23" y="20"/>
                    <a:pt x="23" y="14"/>
                  </a:cubicBezTo>
                  <a:cubicBezTo>
                    <a:pt x="23" y="8"/>
                    <a:pt x="19" y="6"/>
                    <a:pt x="12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5" name="Freeform 92">
              <a:extLst>
                <a:ext uri="{FF2B5EF4-FFF2-40B4-BE49-F238E27FC236}">
                  <a16:creationId xmlns:a16="http://schemas.microsoft.com/office/drawing/2014/main" id="{C8878918-47E6-4C9C-88CC-0AF0FC633529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3689" y="1793"/>
              <a:ext cx="107" cy="121"/>
            </a:xfrm>
            <a:custGeom>
              <a:avLst/>
              <a:gdLst>
                <a:gd name="T0" fmla="*/ 37 w 45"/>
                <a:gd name="T1" fmla="*/ 51 h 51"/>
                <a:gd name="T2" fmla="*/ 33 w 45"/>
                <a:gd name="T3" fmla="*/ 39 h 51"/>
                <a:gd name="T4" fmla="*/ 11 w 45"/>
                <a:gd name="T5" fmla="*/ 39 h 51"/>
                <a:gd name="T6" fmla="*/ 7 w 45"/>
                <a:gd name="T7" fmla="*/ 51 h 51"/>
                <a:gd name="T8" fmla="*/ 0 w 45"/>
                <a:gd name="T9" fmla="*/ 51 h 51"/>
                <a:gd name="T10" fmla="*/ 19 w 45"/>
                <a:gd name="T11" fmla="*/ 0 h 51"/>
                <a:gd name="T12" fmla="*/ 26 w 45"/>
                <a:gd name="T13" fmla="*/ 0 h 51"/>
                <a:gd name="T14" fmla="*/ 45 w 45"/>
                <a:gd name="T15" fmla="*/ 51 h 51"/>
                <a:gd name="T16" fmla="*/ 37 w 45"/>
                <a:gd name="T17" fmla="*/ 51 h 51"/>
                <a:gd name="T18" fmla="*/ 25 w 45"/>
                <a:gd name="T19" fmla="*/ 15 h 51"/>
                <a:gd name="T20" fmla="*/ 22 w 45"/>
                <a:gd name="T21" fmla="*/ 8 h 51"/>
                <a:gd name="T22" fmla="*/ 22 w 45"/>
                <a:gd name="T23" fmla="*/ 8 h 51"/>
                <a:gd name="T24" fmla="*/ 20 w 45"/>
                <a:gd name="T25" fmla="*/ 15 h 51"/>
                <a:gd name="T26" fmla="*/ 13 w 45"/>
                <a:gd name="T27" fmla="*/ 34 h 51"/>
                <a:gd name="T28" fmla="*/ 31 w 45"/>
                <a:gd name="T29" fmla="*/ 34 h 51"/>
                <a:gd name="T30" fmla="*/ 25 w 45"/>
                <a:gd name="T31" fmla="*/ 1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" h="51">
                  <a:moveTo>
                    <a:pt x="37" y="51"/>
                  </a:moveTo>
                  <a:cubicBezTo>
                    <a:pt x="33" y="39"/>
                    <a:pt x="33" y="39"/>
                    <a:pt x="33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45" y="51"/>
                    <a:pt x="45" y="51"/>
                    <a:pt x="45" y="51"/>
                  </a:cubicBezTo>
                  <a:lnTo>
                    <a:pt x="37" y="51"/>
                  </a:lnTo>
                  <a:close/>
                  <a:moveTo>
                    <a:pt x="25" y="15"/>
                  </a:moveTo>
                  <a:cubicBezTo>
                    <a:pt x="24" y="12"/>
                    <a:pt x="23" y="10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10"/>
                    <a:pt x="21" y="12"/>
                    <a:pt x="20" y="15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31" y="34"/>
                    <a:pt x="31" y="34"/>
                    <a:pt x="31" y="34"/>
                  </a:cubicBezTo>
                  <a:lnTo>
                    <a:pt x="25" y="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6" name="Freeform 93">
              <a:extLst>
                <a:ext uri="{FF2B5EF4-FFF2-40B4-BE49-F238E27FC236}">
                  <a16:creationId xmlns:a16="http://schemas.microsoft.com/office/drawing/2014/main" id="{8C5AE619-7A4F-4287-9B67-0049C989388A}"/>
                </a:ext>
              </a:extLst>
            </p:cNvPr>
            <p:cNvSpPr>
              <a:spLocks/>
            </p:cNvSpPr>
            <p:nvPr/>
          </p:nvSpPr>
          <p:spPr bwMode="gray">
            <a:xfrm>
              <a:off x="3800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7" name="Freeform 94">
              <a:extLst>
                <a:ext uri="{FF2B5EF4-FFF2-40B4-BE49-F238E27FC236}">
                  <a16:creationId xmlns:a16="http://schemas.microsoft.com/office/drawing/2014/main" id="{A95175D4-C73A-4F99-8DB4-95F393E2D12E}"/>
                </a:ext>
              </a:extLst>
            </p:cNvPr>
            <p:cNvSpPr>
              <a:spLocks/>
            </p:cNvSpPr>
            <p:nvPr/>
          </p:nvSpPr>
          <p:spPr bwMode="gray">
            <a:xfrm>
              <a:off x="3919" y="1793"/>
              <a:ext cx="61" cy="121"/>
            </a:xfrm>
            <a:custGeom>
              <a:avLst/>
              <a:gdLst>
                <a:gd name="T0" fmla="*/ 0 w 61"/>
                <a:gd name="T1" fmla="*/ 121 h 121"/>
                <a:gd name="T2" fmla="*/ 0 w 61"/>
                <a:gd name="T3" fmla="*/ 0 h 121"/>
                <a:gd name="T4" fmla="*/ 61 w 61"/>
                <a:gd name="T5" fmla="*/ 0 h 121"/>
                <a:gd name="T6" fmla="*/ 61 w 61"/>
                <a:gd name="T7" fmla="*/ 14 h 121"/>
                <a:gd name="T8" fmla="*/ 16 w 61"/>
                <a:gd name="T9" fmla="*/ 14 h 121"/>
                <a:gd name="T10" fmla="*/ 16 w 61"/>
                <a:gd name="T11" fmla="*/ 52 h 121"/>
                <a:gd name="T12" fmla="*/ 59 w 61"/>
                <a:gd name="T13" fmla="*/ 52 h 121"/>
                <a:gd name="T14" fmla="*/ 59 w 61"/>
                <a:gd name="T15" fmla="*/ 66 h 121"/>
                <a:gd name="T16" fmla="*/ 16 w 61"/>
                <a:gd name="T17" fmla="*/ 66 h 121"/>
                <a:gd name="T18" fmla="*/ 16 w 61"/>
                <a:gd name="T19" fmla="*/ 109 h 121"/>
                <a:gd name="T20" fmla="*/ 61 w 61"/>
                <a:gd name="T21" fmla="*/ 109 h 121"/>
                <a:gd name="T22" fmla="*/ 61 w 61"/>
                <a:gd name="T23" fmla="*/ 121 h 121"/>
                <a:gd name="T24" fmla="*/ 0 w 61"/>
                <a:gd name="T2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121">
                  <a:moveTo>
                    <a:pt x="0" y="121"/>
                  </a:moveTo>
                  <a:lnTo>
                    <a:pt x="0" y="0"/>
                  </a:lnTo>
                  <a:lnTo>
                    <a:pt x="61" y="0"/>
                  </a:lnTo>
                  <a:lnTo>
                    <a:pt x="61" y="14"/>
                  </a:lnTo>
                  <a:lnTo>
                    <a:pt x="16" y="14"/>
                  </a:lnTo>
                  <a:lnTo>
                    <a:pt x="16" y="52"/>
                  </a:lnTo>
                  <a:lnTo>
                    <a:pt x="59" y="52"/>
                  </a:lnTo>
                  <a:lnTo>
                    <a:pt x="59" y="66"/>
                  </a:lnTo>
                  <a:lnTo>
                    <a:pt x="16" y="66"/>
                  </a:lnTo>
                  <a:lnTo>
                    <a:pt x="16" y="109"/>
                  </a:lnTo>
                  <a:lnTo>
                    <a:pt x="61" y="109"/>
                  </a:lnTo>
                  <a:lnTo>
                    <a:pt x="61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8" name="Freeform 95">
              <a:extLst>
                <a:ext uri="{FF2B5EF4-FFF2-40B4-BE49-F238E27FC236}">
                  <a16:creationId xmlns:a16="http://schemas.microsoft.com/office/drawing/2014/main" id="{FF1CB86F-A378-49D4-9B8D-99C9A6FD5B1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023" y="1793"/>
              <a:ext cx="97" cy="123"/>
            </a:xfrm>
            <a:custGeom>
              <a:avLst/>
              <a:gdLst>
                <a:gd name="T0" fmla="*/ 13 w 41"/>
                <a:gd name="T1" fmla="*/ 52 h 52"/>
                <a:gd name="T2" fmla="*/ 0 w 41"/>
                <a:gd name="T3" fmla="*/ 51 h 52"/>
                <a:gd name="T4" fmla="*/ 0 w 41"/>
                <a:gd name="T5" fmla="*/ 0 h 52"/>
                <a:gd name="T6" fmla="*/ 15 w 41"/>
                <a:gd name="T7" fmla="*/ 0 h 52"/>
                <a:gd name="T8" fmla="*/ 41 w 41"/>
                <a:gd name="T9" fmla="*/ 25 h 52"/>
                <a:gd name="T10" fmla="*/ 13 w 41"/>
                <a:gd name="T11" fmla="*/ 52 h 52"/>
                <a:gd name="T12" fmla="*/ 14 w 41"/>
                <a:gd name="T13" fmla="*/ 6 h 52"/>
                <a:gd name="T14" fmla="*/ 7 w 41"/>
                <a:gd name="T15" fmla="*/ 6 h 52"/>
                <a:gd name="T16" fmla="*/ 7 w 41"/>
                <a:gd name="T17" fmla="*/ 45 h 52"/>
                <a:gd name="T18" fmla="*/ 14 w 41"/>
                <a:gd name="T19" fmla="*/ 46 h 52"/>
                <a:gd name="T20" fmla="*/ 34 w 41"/>
                <a:gd name="T21" fmla="*/ 26 h 52"/>
                <a:gd name="T22" fmla="*/ 14 w 41"/>
                <a:gd name="T23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" h="52">
                  <a:moveTo>
                    <a:pt x="13" y="52"/>
                  </a:moveTo>
                  <a:cubicBezTo>
                    <a:pt x="8" y="52"/>
                    <a:pt x="4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10" y="0"/>
                    <a:pt x="15" y="0"/>
                  </a:cubicBezTo>
                  <a:cubicBezTo>
                    <a:pt x="32" y="0"/>
                    <a:pt x="41" y="8"/>
                    <a:pt x="41" y="25"/>
                  </a:cubicBezTo>
                  <a:cubicBezTo>
                    <a:pt x="41" y="43"/>
                    <a:pt x="30" y="52"/>
                    <a:pt x="13" y="52"/>
                  </a:cubicBezTo>
                  <a:close/>
                  <a:moveTo>
                    <a:pt x="14" y="6"/>
                  </a:moveTo>
                  <a:cubicBezTo>
                    <a:pt x="12" y="6"/>
                    <a:pt x="9" y="6"/>
                    <a:pt x="7" y="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9" y="46"/>
                    <a:pt x="11" y="46"/>
                    <a:pt x="14" y="46"/>
                  </a:cubicBezTo>
                  <a:cubicBezTo>
                    <a:pt x="26" y="46"/>
                    <a:pt x="34" y="40"/>
                    <a:pt x="34" y="26"/>
                  </a:cubicBezTo>
                  <a:cubicBezTo>
                    <a:pt x="34" y="13"/>
                    <a:pt x="28" y="6"/>
                    <a:pt x="14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9" name="Freeform 96">
              <a:extLst>
                <a:ext uri="{FF2B5EF4-FFF2-40B4-BE49-F238E27FC236}">
                  <a16:creationId xmlns:a16="http://schemas.microsoft.com/office/drawing/2014/main" id="{4A46EE2E-FA66-4A63-92BC-4FC7E3D182BF}"/>
                </a:ext>
              </a:extLst>
            </p:cNvPr>
            <p:cNvSpPr>
              <a:spLocks/>
            </p:cNvSpPr>
            <p:nvPr/>
          </p:nvSpPr>
          <p:spPr bwMode="gray">
            <a:xfrm>
              <a:off x="4217" y="1790"/>
              <a:ext cx="73" cy="126"/>
            </a:xfrm>
            <a:custGeom>
              <a:avLst/>
              <a:gdLst>
                <a:gd name="T0" fmla="*/ 12 w 31"/>
                <a:gd name="T1" fmla="*/ 53 h 53"/>
                <a:gd name="T2" fmla="*/ 0 w 31"/>
                <a:gd name="T3" fmla="*/ 52 h 53"/>
                <a:gd name="T4" fmla="*/ 1 w 31"/>
                <a:gd name="T5" fmla="*/ 45 h 53"/>
                <a:gd name="T6" fmla="*/ 12 w 31"/>
                <a:gd name="T7" fmla="*/ 47 h 53"/>
                <a:gd name="T8" fmla="*/ 23 w 31"/>
                <a:gd name="T9" fmla="*/ 38 h 53"/>
                <a:gd name="T10" fmla="*/ 0 w 31"/>
                <a:gd name="T11" fmla="*/ 15 h 53"/>
                <a:gd name="T12" fmla="*/ 18 w 31"/>
                <a:gd name="T13" fmla="*/ 0 h 53"/>
                <a:gd name="T14" fmla="*/ 27 w 31"/>
                <a:gd name="T15" fmla="*/ 1 h 53"/>
                <a:gd name="T16" fmla="*/ 26 w 31"/>
                <a:gd name="T17" fmla="*/ 8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7" y="53"/>
                    <a:pt x="4" y="53"/>
                    <a:pt x="0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8" y="47"/>
                    <a:pt x="12" y="47"/>
                  </a:cubicBezTo>
                  <a:cubicBezTo>
                    <a:pt x="18" y="47"/>
                    <a:pt x="23" y="45"/>
                    <a:pt x="23" y="38"/>
                  </a:cubicBezTo>
                  <a:cubicBezTo>
                    <a:pt x="23" y="27"/>
                    <a:pt x="0" y="31"/>
                    <a:pt x="0" y="15"/>
                  </a:cubicBezTo>
                  <a:cubicBezTo>
                    <a:pt x="0" y="7"/>
                    <a:pt x="6" y="0"/>
                    <a:pt x="18" y="0"/>
                  </a:cubicBezTo>
                  <a:cubicBezTo>
                    <a:pt x="21" y="0"/>
                    <a:pt x="24" y="1"/>
                    <a:pt x="27" y="1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4" y="7"/>
                    <a:pt x="20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7"/>
                    <a:pt x="23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0" name="Freeform 97">
              <a:extLst>
                <a:ext uri="{FF2B5EF4-FFF2-40B4-BE49-F238E27FC236}">
                  <a16:creationId xmlns:a16="http://schemas.microsoft.com/office/drawing/2014/main" id="{2EE84FD0-49BF-433B-A3A0-CD8591316F2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318" y="1790"/>
              <a:ext cx="112" cy="126"/>
            </a:xfrm>
            <a:custGeom>
              <a:avLst/>
              <a:gdLst>
                <a:gd name="T0" fmla="*/ 22 w 47"/>
                <a:gd name="T1" fmla="*/ 53 h 53"/>
                <a:gd name="T2" fmla="*/ 0 w 47"/>
                <a:gd name="T3" fmla="*/ 27 h 53"/>
                <a:gd name="T4" fmla="*/ 24 w 47"/>
                <a:gd name="T5" fmla="*/ 0 h 53"/>
                <a:gd name="T6" fmla="*/ 47 w 47"/>
                <a:gd name="T7" fmla="*/ 26 h 53"/>
                <a:gd name="T8" fmla="*/ 22 w 47"/>
                <a:gd name="T9" fmla="*/ 53 h 53"/>
                <a:gd name="T10" fmla="*/ 23 w 47"/>
                <a:gd name="T11" fmla="*/ 7 h 53"/>
                <a:gd name="T12" fmla="*/ 7 w 47"/>
                <a:gd name="T13" fmla="*/ 26 h 53"/>
                <a:gd name="T14" fmla="*/ 23 w 47"/>
                <a:gd name="T15" fmla="*/ 47 h 53"/>
                <a:gd name="T16" fmla="*/ 39 w 47"/>
                <a:gd name="T17" fmla="*/ 27 h 53"/>
                <a:gd name="T18" fmla="*/ 23 w 47"/>
                <a:gd name="T19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53">
                  <a:moveTo>
                    <a:pt x="22" y="53"/>
                  </a:moveTo>
                  <a:cubicBezTo>
                    <a:pt x="7" y="53"/>
                    <a:pt x="0" y="43"/>
                    <a:pt x="0" y="27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7" y="9"/>
                    <a:pt x="47" y="26"/>
                  </a:cubicBezTo>
                  <a:cubicBezTo>
                    <a:pt x="47" y="43"/>
                    <a:pt x="36" y="53"/>
                    <a:pt x="22" y="53"/>
                  </a:cubicBezTo>
                  <a:close/>
                  <a:moveTo>
                    <a:pt x="23" y="7"/>
                  </a:moveTo>
                  <a:cubicBezTo>
                    <a:pt x="15" y="7"/>
                    <a:pt x="7" y="13"/>
                    <a:pt x="7" y="26"/>
                  </a:cubicBezTo>
                  <a:cubicBezTo>
                    <a:pt x="7" y="39"/>
                    <a:pt x="12" y="47"/>
                    <a:pt x="23" y="47"/>
                  </a:cubicBezTo>
                  <a:cubicBezTo>
                    <a:pt x="31" y="47"/>
                    <a:pt x="39" y="40"/>
                    <a:pt x="39" y="27"/>
                  </a:cubicBezTo>
                  <a:cubicBezTo>
                    <a:pt x="39" y="14"/>
                    <a:pt x="33" y="7"/>
                    <a:pt x="23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1" name="Freeform 98">
              <a:extLst>
                <a:ext uri="{FF2B5EF4-FFF2-40B4-BE49-F238E27FC236}">
                  <a16:creationId xmlns:a16="http://schemas.microsoft.com/office/drawing/2014/main" id="{5856F673-5ADC-42AB-A1AB-061A03AD58D1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7" y="1793"/>
              <a:ext cx="62" cy="121"/>
            </a:xfrm>
            <a:custGeom>
              <a:avLst/>
              <a:gdLst>
                <a:gd name="T0" fmla="*/ 0 w 62"/>
                <a:gd name="T1" fmla="*/ 121 h 121"/>
                <a:gd name="T2" fmla="*/ 0 w 62"/>
                <a:gd name="T3" fmla="*/ 0 h 121"/>
                <a:gd name="T4" fmla="*/ 17 w 62"/>
                <a:gd name="T5" fmla="*/ 0 h 121"/>
                <a:gd name="T6" fmla="*/ 17 w 62"/>
                <a:gd name="T7" fmla="*/ 107 h 121"/>
                <a:gd name="T8" fmla="*/ 62 w 62"/>
                <a:gd name="T9" fmla="*/ 107 h 121"/>
                <a:gd name="T10" fmla="*/ 62 w 62"/>
                <a:gd name="T11" fmla="*/ 121 h 121"/>
                <a:gd name="T12" fmla="*/ 0 w 62"/>
                <a:gd name="T13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121">
                  <a:moveTo>
                    <a:pt x="0" y="121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107"/>
                  </a:lnTo>
                  <a:lnTo>
                    <a:pt x="62" y="107"/>
                  </a:lnTo>
                  <a:lnTo>
                    <a:pt x="62" y="121"/>
                  </a:lnTo>
                  <a:lnTo>
                    <a:pt x="0" y="12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2" name="Freeform 99">
              <a:extLst>
                <a:ext uri="{FF2B5EF4-FFF2-40B4-BE49-F238E27FC236}">
                  <a16:creationId xmlns:a16="http://schemas.microsoft.com/office/drawing/2014/main" id="{989932CF-2EFA-4B1E-86A4-A19342035AB7}"/>
                </a:ext>
              </a:extLst>
            </p:cNvPr>
            <p:cNvSpPr>
              <a:spLocks/>
            </p:cNvSpPr>
            <p:nvPr/>
          </p:nvSpPr>
          <p:spPr bwMode="gray">
            <a:xfrm>
              <a:off x="4557" y="1793"/>
              <a:ext cx="93" cy="123"/>
            </a:xfrm>
            <a:custGeom>
              <a:avLst/>
              <a:gdLst>
                <a:gd name="T0" fmla="*/ 19 w 39"/>
                <a:gd name="T1" fmla="*/ 52 h 52"/>
                <a:gd name="T2" fmla="*/ 0 w 39"/>
                <a:gd name="T3" fmla="*/ 34 h 52"/>
                <a:gd name="T4" fmla="*/ 0 w 39"/>
                <a:gd name="T5" fmla="*/ 0 h 52"/>
                <a:gd name="T6" fmla="*/ 6 w 39"/>
                <a:gd name="T7" fmla="*/ 0 h 52"/>
                <a:gd name="T8" fmla="*/ 6 w 39"/>
                <a:gd name="T9" fmla="*/ 34 h 52"/>
                <a:gd name="T10" fmla="*/ 19 w 39"/>
                <a:gd name="T11" fmla="*/ 46 h 52"/>
                <a:gd name="T12" fmla="*/ 32 w 39"/>
                <a:gd name="T13" fmla="*/ 32 h 52"/>
                <a:gd name="T14" fmla="*/ 32 w 39"/>
                <a:gd name="T15" fmla="*/ 0 h 52"/>
                <a:gd name="T16" fmla="*/ 39 w 39"/>
                <a:gd name="T17" fmla="*/ 0 h 52"/>
                <a:gd name="T18" fmla="*/ 39 w 39"/>
                <a:gd name="T19" fmla="*/ 32 h 52"/>
                <a:gd name="T20" fmla="*/ 19 w 39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52">
                  <a:moveTo>
                    <a:pt x="19" y="52"/>
                  </a:moveTo>
                  <a:cubicBezTo>
                    <a:pt x="3" y="52"/>
                    <a:pt x="0" y="43"/>
                    <a:pt x="0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41"/>
                    <a:pt x="9" y="46"/>
                    <a:pt x="19" y="46"/>
                  </a:cubicBezTo>
                  <a:cubicBezTo>
                    <a:pt x="28" y="46"/>
                    <a:pt x="32" y="43"/>
                    <a:pt x="32" y="3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45"/>
                    <a:pt x="32" y="52"/>
                    <a:pt x="19" y="5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3" name="Freeform 100">
              <a:extLst>
                <a:ext uri="{FF2B5EF4-FFF2-40B4-BE49-F238E27FC236}">
                  <a16:creationId xmlns:a16="http://schemas.microsoft.com/office/drawing/2014/main" id="{2C555297-5840-473C-A797-5550705A7791}"/>
                </a:ext>
              </a:extLst>
            </p:cNvPr>
            <p:cNvSpPr>
              <a:spLocks/>
            </p:cNvSpPr>
            <p:nvPr/>
          </p:nvSpPr>
          <p:spPr bwMode="gray">
            <a:xfrm>
              <a:off x="4680" y="1793"/>
              <a:ext cx="88" cy="121"/>
            </a:xfrm>
            <a:custGeom>
              <a:avLst/>
              <a:gdLst>
                <a:gd name="T0" fmla="*/ 52 w 88"/>
                <a:gd name="T1" fmla="*/ 14 h 121"/>
                <a:gd name="T2" fmla="*/ 52 w 88"/>
                <a:gd name="T3" fmla="*/ 121 h 121"/>
                <a:gd name="T4" fmla="*/ 36 w 88"/>
                <a:gd name="T5" fmla="*/ 121 h 121"/>
                <a:gd name="T6" fmla="*/ 36 w 88"/>
                <a:gd name="T7" fmla="*/ 14 h 121"/>
                <a:gd name="T8" fmla="*/ 0 w 88"/>
                <a:gd name="T9" fmla="*/ 14 h 121"/>
                <a:gd name="T10" fmla="*/ 0 w 88"/>
                <a:gd name="T11" fmla="*/ 0 h 121"/>
                <a:gd name="T12" fmla="*/ 88 w 88"/>
                <a:gd name="T13" fmla="*/ 0 h 121"/>
                <a:gd name="T14" fmla="*/ 88 w 88"/>
                <a:gd name="T15" fmla="*/ 14 h 121"/>
                <a:gd name="T16" fmla="*/ 52 w 88"/>
                <a:gd name="T17" fmla="*/ 1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21">
                  <a:moveTo>
                    <a:pt x="52" y="14"/>
                  </a:moveTo>
                  <a:lnTo>
                    <a:pt x="52" y="121"/>
                  </a:lnTo>
                  <a:lnTo>
                    <a:pt x="36" y="121"/>
                  </a:lnTo>
                  <a:lnTo>
                    <a:pt x="3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4"/>
                  </a:lnTo>
                  <a:lnTo>
                    <a:pt x="52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4" name="Rectangle 101">
              <a:extLst>
                <a:ext uri="{FF2B5EF4-FFF2-40B4-BE49-F238E27FC236}">
                  <a16:creationId xmlns:a16="http://schemas.microsoft.com/office/drawing/2014/main" id="{34EDDEF1-EA7A-48F4-A615-B8667395F3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796" y="1793"/>
              <a:ext cx="17" cy="12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5" name="Freeform 102">
              <a:extLst>
                <a:ext uri="{FF2B5EF4-FFF2-40B4-BE49-F238E27FC236}">
                  <a16:creationId xmlns:a16="http://schemas.microsoft.com/office/drawing/2014/main" id="{F4050338-042B-407E-861E-0049764943E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853" y="1790"/>
              <a:ext cx="111" cy="126"/>
            </a:xfrm>
            <a:custGeom>
              <a:avLst/>
              <a:gdLst>
                <a:gd name="T0" fmla="*/ 23 w 47"/>
                <a:gd name="T1" fmla="*/ 53 h 53"/>
                <a:gd name="T2" fmla="*/ 0 w 47"/>
                <a:gd name="T3" fmla="*/ 27 h 53"/>
                <a:gd name="T4" fmla="*/ 24 w 47"/>
                <a:gd name="T5" fmla="*/ 0 h 53"/>
                <a:gd name="T6" fmla="*/ 47 w 47"/>
                <a:gd name="T7" fmla="*/ 26 h 53"/>
                <a:gd name="T8" fmla="*/ 23 w 47"/>
                <a:gd name="T9" fmla="*/ 53 h 53"/>
                <a:gd name="T10" fmla="*/ 23 w 47"/>
                <a:gd name="T11" fmla="*/ 7 h 53"/>
                <a:gd name="T12" fmla="*/ 7 w 47"/>
                <a:gd name="T13" fmla="*/ 26 h 53"/>
                <a:gd name="T14" fmla="*/ 23 w 47"/>
                <a:gd name="T15" fmla="*/ 47 h 53"/>
                <a:gd name="T16" fmla="*/ 39 w 47"/>
                <a:gd name="T17" fmla="*/ 27 h 53"/>
                <a:gd name="T18" fmla="*/ 23 w 47"/>
                <a:gd name="T19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53">
                  <a:moveTo>
                    <a:pt x="23" y="53"/>
                  </a:moveTo>
                  <a:cubicBezTo>
                    <a:pt x="7" y="53"/>
                    <a:pt x="0" y="43"/>
                    <a:pt x="0" y="27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7" y="9"/>
                    <a:pt x="47" y="26"/>
                  </a:cubicBezTo>
                  <a:cubicBezTo>
                    <a:pt x="47" y="43"/>
                    <a:pt x="36" y="53"/>
                    <a:pt x="23" y="53"/>
                  </a:cubicBezTo>
                  <a:close/>
                  <a:moveTo>
                    <a:pt x="23" y="7"/>
                  </a:moveTo>
                  <a:cubicBezTo>
                    <a:pt x="15" y="7"/>
                    <a:pt x="7" y="13"/>
                    <a:pt x="7" y="26"/>
                  </a:cubicBezTo>
                  <a:cubicBezTo>
                    <a:pt x="7" y="39"/>
                    <a:pt x="12" y="47"/>
                    <a:pt x="23" y="47"/>
                  </a:cubicBezTo>
                  <a:cubicBezTo>
                    <a:pt x="32" y="47"/>
                    <a:pt x="39" y="40"/>
                    <a:pt x="39" y="27"/>
                  </a:cubicBezTo>
                  <a:cubicBezTo>
                    <a:pt x="39" y="14"/>
                    <a:pt x="34" y="7"/>
                    <a:pt x="23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6" name="Freeform 103">
              <a:extLst>
                <a:ext uri="{FF2B5EF4-FFF2-40B4-BE49-F238E27FC236}">
                  <a16:creationId xmlns:a16="http://schemas.microsoft.com/office/drawing/2014/main" id="{A63C94CE-D4AB-43A4-8355-49D932BEAF4A}"/>
                </a:ext>
              </a:extLst>
            </p:cNvPr>
            <p:cNvSpPr>
              <a:spLocks/>
            </p:cNvSpPr>
            <p:nvPr/>
          </p:nvSpPr>
          <p:spPr bwMode="gray">
            <a:xfrm>
              <a:off x="5005" y="1793"/>
              <a:ext cx="97" cy="121"/>
            </a:xfrm>
            <a:custGeom>
              <a:avLst/>
              <a:gdLst>
                <a:gd name="T0" fmla="*/ 32 w 41"/>
                <a:gd name="T1" fmla="*/ 51 h 51"/>
                <a:gd name="T2" fmla="*/ 13 w 41"/>
                <a:gd name="T3" fmla="*/ 20 h 51"/>
                <a:gd name="T4" fmla="*/ 7 w 41"/>
                <a:gd name="T5" fmla="*/ 9 h 51"/>
                <a:gd name="T6" fmla="*/ 7 w 41"/>
                <a:gd name="T7" fmla="*/ 35 h 51"/>
                <a:gd name="T8" fmla="*/ 7 w 41"/>
                <a:gd name="T9" fmla="*/ 51 h 51"/>
                <a:gd name="T10" fmla="*/ 0 w 41"/>
                <a:gd name="T11" fmla="*/ 51 h 51"/>
                <a:gd name="T12" fmla="*/ 0 w 41"/>
                <a:gd name="T13" fmla="*/ 0 h 51"/>
                <a:gd name="T14" fmla="*/ 10 w 41"/>
                <a:gd name="T15" fmla="*/ 0 h 51"/>
                <a:gd name="T16" fmla="*/ 29 w 41"/>
                <a:gd name="T17" fmla="*/ 31 h 51"/>
                <a:gd name="T18" fmla="*/ 35 w 41"/>
                <a:gd name="T19" fmla="*/ 42 h 51"/>
                <a:gd name="T20" fmla="*/ 34 w 41"/>
                <a:gd name="T21" fmla="*/ 15 h 51"/>
                <a:gd name="T22" fmla="*/ 34 w 41"/>
                <a:gd name="T23" fmla="*/ 0 h 51"/>
                <a:gd name="T24" fmla="*/ 41 w 41"/>
                <a:gd name="T25" fmla="*/ 0 h 51"/>
                <a:gd name="T26" fmla="*/ 41 w 41"/>
                <a:gd name="T27" fmla="*/ 51 h 51"/>
                <a:gd name="T28" fmla="*/ 32 w 41"/>
                <a:gd name="T2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1">
                  <a:moveTo>
                    <a:pt x="32" y="51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10" y="16"/>
                    <a:pt x="8" y="12"/>
                    <a:pt x="7" y="9"/>
                  </a:cubicBezTo>
                  <a:cubicBezTo>
                    <a:pt x="7" y="14"/>
                    <a:pt x="7" y="27"/>
                    <a:pt x="7" y="35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5"/>
                    <a:pt x="33" y="39"/>
                    <a:pt x="35" y="42"/>
                  </a:cubicBezTo>
                  <a:cubicBezTo>
                    <a:pt x="35" y="36"/>
                    <a:pt x="34" y="23"/>
                    <a:pt x="34" y="15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1"/>
                    <a:pt x="41" y="51"/>
                    <a:pt x="41" y="51"/>
                  </a:cubicBezTo>
                  <a:lnTo>
                    <a:pt x="32" y="5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7" name="Freeform 104">
              <a:extLst>
                <a:ext uri="{FF2B5EF4-FFF2-40B4-BE49-F238E27FC236}">
                  <a16:creationId xmlns:a16="http://schemas.microsoft.com/office/drawing/2014/main" id="{EA42D9F2-C694-4A8D-89E6-8EA9C04BB418}"/>
                </a:ext>
              </a:extLst>
            </p:cNvPr>
            <p:cNvSpPr>
              <a:spLocks/>
            </p:cNvSpPr>
            <p:nvPr/>
          </p:nvSpPr>
          <p:spPr bwMode="gray">
            <a:xfrm>
              <a:off x="5142" y="1790"/>
              <a:ext cx="73" cy="126"/>
            </a:xfrm>
            <a:custGeom>
              <a:avLst/>
              <a:gdLst>
                <a:gd name="T0" fmla="*/ 12 w 31"/>
                <a:gd name="T1" fmla="*/ 53 h 53"/>
                <a:gd name="T2" fmla="*/ 1 w 31"/>
                <a:gd name="T3" fmla="*/ 52 h 53"/>
                <a:gd name="T4" fmla="*/ 1 w 31"/>
                <a:gd name="T5" fmla="*/ 45 h 53"/>
                <a:gd name="T6" fmla="*/ 12 w 31"/>
                <a:gd name="T7" fmla="*/ 47 h 53"/>
                <a:gd name="T8" fmla="*/ 23 w 31"/>
                <a:gd name="T9" fmla="*/ 38 h 53"/>
                <a:gd name="T10" fmla="*/ 0 w 31"/>
                <a:gd name="T11" fmla="*/ 15 h 53"/>
                <a:gd name="T12" fmla="*/ 18 w 31"/>
                <a:gd name="T13" fmla="*/ 0 h 53"/>
                <a:gd name="T14" fmla="*/ 27 w 31"/>
                <a:gd name="T15" fmla="*/ 1 h 53"/>
                <a:gd name="T16" fmla="*/ 26 w 31"/>
                <a:gd name="T17" fmla="*/ 8 h 53"/>
                <a:gd name="T18" fmla="*/ 18 w 31"/>
                <a:gd name="T19" fmla="*/ 6 h 53"/>
                <a:gd name="T20" fmla="*/ 7 w 31"/>
                <a:gd name="T21" fmla="*/ 14 h 53"/>
                <a:gd name="T22" fmla="*/ 31 w 31"/>
                <a:gd name="T23" fmla="*/ 37 h 53"/>
                <a:gd name="T24" fmla="*/ 12 w 31"/>
                <a:gd name="T2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3">
                  <a:moveTo>
                    <a:pt x="12" y="53"/>
                  </a:moveTo>
                  <a:cubicBezTo>
                    <a:pt x="8" y="53"/>
                    <a:pt x="4" y="53"/>
                    <a:pt x="1" y="52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5" y="46"/>
                    <a:pt x="8" y="47"/>
                    <a:pt x="12" y="47"/>
                  </a:cubicBezTo>
                  <a:cubicBezTo>
                    <a:pt x="18" y="47"/>
                    <a:pt x="23" y="45"/>
                    <a:pt x="23" y="38"/>
                  </a:cubicBezTo>
                  <a:cubicBezTo>
                    <a:pt x="23" y="27"/>
                    <a:pt x="0" y="31"/>
                    <a:pt x="0" y="15"/>
                  </a:cubicBezTo>
                  <a:cubicBezTo>
                    <a:pt x="0" y="7"/>
                    <a:pt x="6" y="0"/>
                    <a:pt x="18" y="0"/>
                  </a:cubicBezTo>
                  <a:cubicBezTo>
                    <a:pt x="21" y="0"/>
                    <a:pt x="24" y="1"/>
                    <a:pt x="27" y="1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4" y="7"/>
                    <a:pt x="21" y="6"/>
                    <a:pt x="18" y="6"/>
                  </a:cubicBezTo>
                  <a:cubicBezTo>
                    <a:pt x="11" y="6"/>
                    <a:pt x="7" y="9"/>
                    <a:pt x="7" y="14"/>
                  </a:cubicBezTo>
                  <a:cubicBezTo>
                    <a:pt x="7" y="25"/>
                    <a:pt x="31" y="21"/>
                    <a:pt x="31" y="37"/>
                  </a:cubicBezTo>
                  <a:cubicBezTo>
                    <a:pt x="31" y="47"/>
                    <a:pt x="23" y="53"/>
                    <a:pt x="1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8" name="Freeform 105">
              <a:extLst>
                <a:ext uri="{FF2B5EF4-FFF2-40B4-BE49-F238E27FC236}">
                  <a16:creationId xmlns:a16="http://schemas.microsoft.com/office/drawing/2014/main" id="{D701A01E-4449-45DF-B909-12636B2F567C}"/>
                </a:ext>
              </a:extLst>
            </p:cNvPr>
            <p:cNvSpPr>
              <a:spLocks/>
            </p:cNvSpPr>
            <p:nvPr/>
          </p:nvSpPr>
          <p:spPr bwMode="gray">
            <a:xfrm>
              <a:off x="1002" y="1329"/>
              <a:ext cx="317" cy="245"/>
            </a:xfrm>
            <a:custGeom>
              <a:avLst/>
              <a:gdLst>
                <a:gd name="T0" fmla="*/ 107 w 134"/>
                <a:gd name="T1" fmla="*/ 103 h 103"/>
                <a:gd name="T2" fmla="*/ 90 w 134"/>
                <a:gd name="T3" fmla="*/ 103 h 103"/>
                <a:gd name="T4" fmla="*/ 71 w 134"/>
                <a:gd name="T5" fmla="*/ 34 h 103"/>
                <a:gd name="T6" fmla="*/ 67 w 134"/>
                <a:gd name="T7" fmla="*/ 16 h 103"/>
                <a:gd name="T8" fmla="*/ 67 w 134"/>
                <a:gd name="T9" fmla="*/ 16 h 103"/>
                <a:gd name="T10" fmla="*/ 63 w 134"/>
                <a:gd name="T11" fmla="*/ 33 h 103"/>
                <a:gd name="T12" fmla="*/ 44 w 134"/>
                <a:gd name="T13" fmla="*/ 103 h 103"/>
                <a:gd name="T14" fmla="*/ 27 w 134"/>
                <a:gd name="T15" fmla="*/ 103 h 103"/>
                <a:gd name="T16" fmla="*/ 0 w 134"/>
                <a:gd name="T17" fmla="*/ 0 h 103"/>
                <a:gd name="T18" fmla="*/ 15 w 134"/>
                <a:gd name="T19" fmla="*/ 0 h 103"/>
                <a:gd name="T20" fmla="*/ 32 w 134"/>
                <a:gd name="T21" fmla="*/ 67 h 103"/>
                <a:gd name="T22" fmla="*/ 36 w 134"/>
                <a:gd name="T23" fmla="*/ 87 h 103"/>
                <a:gd name="T24" fmla="*/ 36 w 134"/>
                <a:gd name="T25" fmla="*/ 87 h 103"/>
                <a:gd name="T26" fmla="*/ 41 w 134"/>
                <a:gd name="T27" fmla="*/ 68 h 103"/>
                <a:gd name="T28" fmla="*/ 60 w 134"/>
                <a:gd name="T29" fmla="*/ 0 h 103"/>
                <a:gd name="T30" fmla="*/ 75 w 134"/>
                <a:gd name="T31" fmla="*/ 0 h 103"/>
                <a:gd name="T32" fmla="*/ 95 w 134"/>
                <a:gd name="T33" fmla="*/ 68 h 103"/>
                <a:gd name="T34" fmla="*/ 99 w 134"/>
                <a:gd name="T35" fmla="*/ 86 h 103"/>
                <a:gd name="T36" fmla="*/ 99 w 134"/>
                <a:gd name="T37" fmla="*/ 86 h 103"/>
                <a:gd name="T38" fmla="*/ 103 w 134"/>
                <a:gd name="T39" fmla="*/ 70 h 103"/>
                <a:gd name="T40" fmla="*/ 121 w 134"/>
                <a:gd name="T41" fmla="*/ 0 h 103"/>
                <a:gd name="T42" fmla="*/ 134 w 134"/>
                <a:gd name="T43" fmla="*/ 0 h 103"/>
                <a:gd name="T44" fmla="*/ 107 w 134"/>
                <a:gd name="T45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4" h="103">
                  <a:moveTo>
                    <a:pt x="107" y="103"/>
                  </a:moveTo>
                  <a:cubicBezTo>
                    <a:pt x="90" y="103"/>
                    <a:pt x="90" y="103"/>
                    <a:pt x="90" y="103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69" y="28"/>
                    <a:pt x="68" y="22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6" y="22"/>
                    <a:pt x="65" y="28"/>
                    <a:pt x="63" y="33"/>
                  </a:cubicBezTo>
                  <a:cubicBezTo>
                    <a:pt x="44" y="103"/>
                    <a:pt x="44" y="103"/>
                    <a:pt x="44" y="103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4" y="74"/>
                    <a:pt x="35" y="80"/>
                    <a:pt x="36" y="87"/>
                  </a:cubicBezTo>
                  <a:cubicBezTo>
                    <a:pt x="36" y="87"/>
                    <a:pt x="36" y="87"/>
                    <a:pt x="36" y="87"/>
                  </a:cubicBezTo>
                  <a:cubicBezTo>
                    <a:pt x="38" y="80"/>
                    <a:pt x="39" y="74"/>
                    <a:pt x="41" y="68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95" y="68"/>
                    <a:pt x="95" y="68"/>
                    <a:pt x="95" y="68"/>
                  </a:cubicBezTo>
                  <a:cubicBezTo>
                    <a:pt x="97" y="74"/>
                    <a:pt x="98" y="80"/>
                    <a:pt x="99" y="8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0" y="80"/>
                    <a:pt x="101" y="75"/>
                    <a:pt x="103" y="7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107" y="10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9" name="Freeform 106">
              <a:extLst>
                <a:ext uri="{FF2B5EF4-FFF2-40B4-BE49-F238E27FC236}">
                  <a16:creationId xmlns:a16="http://schemas.microsoft.com/office/drawing/2014/main" id="{552BBFE1-3955-4E9B-A7E2-F3C667BAD026}"/>
                </a:ext>
              </a:extLst>
            </p:cNvPr>
            <p:cNvSpPr>
              <a:spLocks/>
            </p:cNvSpPr>
            <p:nvPr/>
          </p:nvSpPr>
          <p:spPr bwMode="gray">
            <a:xfrm>
              <a:off x="1364" y="1329"/>
              <a:ext cx="125" cy="245"/>
            </a:xfrm>
            <a:custGeom>
              <a:avLst/>
              <a:gdLst>
                <a:gd name="T0" fmla="*/ 0 w 125"/>
                <a:gd name="T1" fmla="*/ 245 h 245"/>
                <a:gd name="T2" fmla="*/ 0 w 125"/>
                <a:gd name="T3" fmla="*/ 0 h 245"/>
                <a:gd name="T4" fmla="*/ 125 w 125"/>
                <a:gd name="T5" fmla="*/ 0 h 245"/>
                <a:gd name="T6" fmla="*/ 125 w 125"/>
                <a:gd name="T7" fmla="*/ 28 h 245"/>
                <a:gd name="T8" fmla="*/ 33 w 125"/>
                <a:gd name="T9" fmla="*/ 28 h 245"/>
                <a:gd name="T10" fmla="*/ 33 w 125"/>
                <a:gd name="T11" fmla="*/ 104 h 245"/>
                <a:gd name="T12" fmla="*/ 120 w 125"/>
                <a:gd name="T13" fmla="*/ 104 h 245"/>
                <a:gd name="T14" fmla="*/ 120 w 125"/>
                <a:gd name="T15" fmla="*/ 130 h 245"/>
                <a:gd name="T16" fmla="*/ 33 w 125"/>
                <a:gd name="T17" fmla="*/ 130 h 245"/>
                <a:gd name="T18" fmla="*/ 33 w 125"/>
                <a:gd name="T19" fmla="*/ 216 h 245"/>
                <a:gd name="T20" fmla="*/ 125 w 125"/>
                <a:gd name="T21" fmla="*/ 216 h 245"/>
                <a:gd name="T22" fmla="*/ 125 w 125"/>
                <a:gd name="T23" fmla="*/ 245 h 245"/>
                <a:gd name="T24" fmla="*/ 0 w 125"/>
                <a:gd name="T25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245">
                  <a:moveTo>
                    <a:pt x="0" y="245"/>
                  </a:moveTo>
                  <a:lnTo>
                    <a:pt x="0" y="0"/>
                  </a:lnTo>
                  <a:lnTo>
                    <a:pt x="125" y="0"/>
                  </a:lnTo>
                  <a:lnTo>
                    <a:pt x="125" y="28"/>
                  </a:lnTo>
                  <a:lnTo>
                    <a:pt x="33" y="28"/>
                  </a:lnTo>
                  <a:lnTo>
                    <a:pt x="33" y="104"/>
                  </a:lnTo>
                  <a:lnTo>
                    <a:pt x="120" y="104"/>
                  </a:lnTo>
                  <a:lnTo>
                    <a:pt x="120" y="130"/>
                  </a:lnTo>
                  <a:lnTo>
                    <a:pt x="33" y="130"/>
                  </a:lnTo>
                  <a:lnTo>
                    <a:pt x="33" y="216"/>
                  </a:lnTo>
                  <a:lnTo>
                    <a:pt x="125" y="216"/>
                  </a:lnTo>
                  <a:lnTo>
                    <a:pt x="125" y="245"/>
                  </a:lnTo>
                  <a:lnTo>
                    <a:pt x="0" y="24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0" name="Freeform 107">
              <a:extLst>
                <a:ext uri="{FF2B5EF4-FFF2-40B4-BE49-F238E27FC236}">
                  <a16:creationId xmlns:a16="http://schemas.microsoft.com/office/drawing/2014/main" id="{975501EB-60E5-4780-8B76-5727D0D6814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47" y="1329"/>
              <a:ext cx="157" cy="245"/>
            </a:xfrm>
            <a:custGeom>
              <a:avLst/>
              <a:gdLst>
                <a:gd name="T0" fmla="*/ 26 w 66"/>
                <a:gd name="T1" fmla="*/ 103 h 103"/>
                <a:gd name="T2" fmla="*/ 0 w 66"/>
                <a:gd name="T3" fmla="*/ 103 h 103"/>
                <a:gd name="T4" fmla="*/ 0 w 66"/>
                <a:gd name="T5" fmla="*/ 0 h 103"/>
                <a:gd name="T6" fmla="*/ 30 w 66"/>
                <a:gd name="T7" fmla="*/ 0 h 103"/>
                <a:gd name="T8" fmla="*/ 63 w 66"/>
                <a:gd name="T9" fmla="*/ 24 h 103"/>
                <a:gd name="T10" fmla="*/ 45 w 66"/>
                <a:gd name="T11" fmla="*/ 48 h 103"/>
                <a:gd name="T12" fmla="*/ 45 w 66"/>
                <a:gd name="T13" fmla="*/ 48 h 103"/>
                <a:gd name="T14" fmla="*/ 66 w 66"/>
                <a:gd name="T15" fmla="*/ 72 h 103"/>
                <a:gd name="T16" fmla="*/ 26 w 66"/>
                <a:gd name="T17" fmla="*/ 103 h 103"/>
                <a:gd name="T18" fmla="*/ 28 w 66"/>
                <a:gd name="T19" fmla="*/ 11 h 103"/>
                <a:gd name="T20" fmla="*/ 14 w 66"/>
                <a:gd name="T21" fmla="*/ 11 h 103"/>
                <a:gd name="T22" fmla="*/ 14 w 66"/>
                <a:gd name="T23" fmla="*/ 44 h 103"/>
                <a:gd name="T24" fmla="*/ 23 w 66"/>
                <a:gd name="T25" fmla="*/ 44 h 103"/>
                <a:gd name="T26" fmla="*/ 48 w 66"/>
                <a:gd name="T27" fmla="*/ 26 h 103"/>
                <a:gd name="T28" fmla="*/ 28 w 66"/>
                <a:gd name="T29" fmla="*/ 11 h 103"/>
                <a:gd name="T30" fmla="*/ 24 w 66"/>
                <a:gd name="T31" fmla="*/ 55 h 103"/>
                <a:gd name="T32" fmla="*/ 14 w 66"/>
                <a:gd name="T33" fmla="*/ 55 h 103"/>
                <a:gd name="T34" fmla="*/ 14 w 66"/>
                <a:gd name="T35" fmla="*/ 91 h 103"/>
                <a:gd name="T36" fmla="*/ 27 w 66"/>
                <a:gd name="T37" fmla="*/ 92 h 103"/>
                <a:gd name="T38" fmla="*/ 51 w 66"/>
                <a:gd name="T39" fmla="*/ 72 h 103"/>
                <a:gd name="T40" fmla="*/ 24 w 66"/>
                <a:gd name="T41" fmla="*/ 55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103">
                  <a:moveTo>
                    <a:pt x="26" y="103"/>
                  </a:moveTo>
                  <a:cubicBezTo>
                    <a:pt x="20" y="103"/>
                    <a:pt x="10" y="103"/>
                    <a:pt x="0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18" y="0"/>
                    <a:pt x="30" y="0"/>
                  </a:cubicBezTo>
                  <a:cubicBezTo>
                    <a:pt x="52" y="0"/>
                    <a:pt x="63" y="9"/>
                    <a:pt x="63" y="24"/>
                  </a:cubicBezTo>
                  <a:cubicBezTo>
                    <a:pt x="63" y="35"/>
                    <a:pt x="56" y="44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60" y="51"/>
                    <a:pt x="66" y="61"/>
                    <a:pt x="66" y="72"/>
                  </a:cubicBezTo>
                  <a:cubicBezTo>
                    <a:pt x="66" y="84"/>
                    <a:pt x="58" y="103"/>
                    <a:pt x="26" y="103"/>
                  </a:cubicBezTo>
                  <a:close/>
                  <a:moveTo>
                    <a:pt x="28" y="11"/>
                  </a:moveTo>
                  <a:cubicBezTo>
                    <a:pt x="23" y="11"/>
                    <a:pt x="18" y="11"/>
                    <a:pt x="14" y="11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7" y="44"/>
                    <a:pt x="20" y="44"/>
                    <a:pt x="23" y="44"/>
                  </a:cubicBezTo>
                  <a:cubicBezTo>
                    <a:pt x="40" y="44"/>
                    <a:pt x="48" y="38"/>
                    <a:pt x="48" y="26"/>
                  </a:cubicBezTo>
                  <a:cubicBezTo>
                    <a:pt x="48" y="17"/>
                    <a:pt x="44" y="11"/>
                    <a:pt x="28" y="11"/>
                  </a:cubicBezTo>
                  <a:close/>
                  <a:moveTo>
                    <a:pt x="24" y="55"/>
                  </a:moveTo>
                  <a:cubicBezTo>
                    <a:pt x="22" y="55"/>
                    <a:pt x="17" y="55"/>
                    <a:pt x="14" y="5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7" y="91"/>
                    <a:pt x="21" y="92"/>
                    <a:pt x="27" y="92"/>
                  </a:cubicBezTo>
                  <a:cubicBezTo>
                    <a:pt x="44" y="92"/>
                    <a:pt x="51" y="84"/>
                    <a:pt x="51" y="72"/>
                  </a:cubicBezTo>
                  <a:cubicBezTo>
                    <a:pt x="51" y="59"/>
                    <a:pt x="40" y="55"/>
                    <a:pt x="24" y="5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1" name="Freeform 108">
              <a:extLst>
                <a:ext uri="{FF2B5EF4-FFF2-40B4-BE49-F238E27FC236}">
                  <a16:creationId xmlns:a16="http://schemas.microsoft.com/office/drawing/2014/main" id="{95CCD7D4-EC15-4B18-ADA4-D1D0DDC6288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865" y="1326"/>
              <a:ext cx="159" cy="248"/>
            </a:xfrm>
            <a:custGeom>
              <a:avLst/>
              <a:gdLst>
                <a:gd name="T0" fmla="*/ 49 w 67"/>
                <a:gd name="T1" fmla="*/ 104 h 104"/>
                <a:gd name="T2" fmla="*/ 16 w 67"/>
                <a:gd name="T3" fmla="*/ 58 h 104"/>
                <a:gd name="T4" fmla="*/ 14 w 67"/>
                <a:gd name="T5" fmla="*/ 58 h 104"/>
                <a:gd name="T6" fmla="*/ 14 w 67"/>
                <a:gd name="T7" fmla="*/ 104 h 104"/>
                <a:gd name="T8" fmla="*/ 0 w 67"/>
                <a:gd name="T9" fmla="*/ 104 h 104"/>
                <a:gd name="T10" fmla="*/ 0 w 67"/>
                <a:gd name="T11" fmla="*/ 1 h 104"/>
                <a:gd name="T12" fmla="*/ 26 w 67"/>
                <a:gd name="T13" fmla="*/ 0 h 104"/>
                <a:gd name="T14" fmla="*/ 61 w 67"/>
                <a:gd name="T15" fmla="*/ 27 h 104"/>
                <a:gd name="T16" fmla="*/ 30 w 67"/>
                <a:gd name="T17" fmla="*/ 56 h 104"/>
                <a:gd name="T18" fmla="*/ 39 w 67"/>
                <a:gd name="T19" fmla="*/ 67 h 104"/>
                <a:gd name="T20" fmla="*/ 67 w 67"/>
                <a:gd name="T21" fmla="*/ 104 h 104"/>
                <a:gd name="T22" fmla="*/ 49 w 67"/>
                <a:gd name="T23" fmla="*/ 104 h 104"/>
                <a:gd name="T24" fmla="*/ 23 w 67"/>
                <a:gd name="T25" fmla="*/ 12 h 104"/>
                <a:gd name="T26" fmla="*/ 14 w 67"/>
                <a:gd name="T27" fmla="*/ 12 h 104"/>
                <a:gd name="T28" fmla="*/ 14 w 67"/>
                <a:gd name="T29" fmla="*/ 47 h 104"/>
                <a:gd name="T30" fmla="*/ 23 w 67"/>
                <a:gd name="T31" fmla="*/ 47 h 104"/>
                <a:gd name="T32" fmla="*/ 46 w 67"/>
                <a:gd name="T33" fmla="*/ 29 h 104"/>
                <a:gd name="T34" fmla="*/ 23 w 67"/>
                <a:gd name="T35" fmla="*/ 1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" h="104">
                  <a:moveTo>
                    <a:pt x="49" y="104"/>
                  </a:moveTo>
                  <a:cubicBezTo>
                    <a:pt x="16" y="58"/>
                    <a:pt x="16" y="58"/>
                    <a:pt x="16" y="58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4" y="104"/>
                    <a:pt x="14" y="104"/>
                    <a:pt x="14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15" y="0"/>
                    <a:pt x="26" y="0"/>
                  </a:cubicBezTo>
                  <a:cubicBezTo>
                    <a:pt x="46" y="0"/>
                    <a:pt x="61" y="8"/>
                    <a:pt x="61" y="27"/>
                  </a:cubicBezTo>
                  <a:cubicBezTo>
                    <a:pt x="61" y="45"/>
                    <a:pt x="47" y="55"/>
                    <a:pt x="30" y="56"/>
                  </a:cubicBezTo>
                  <a:cubicBezTo>
                    <a:pt x="33" y="60"/>
                    <a:pt x="37" y="64"/>
                    <a:pt x="39" y="67"/>
                  </a:cubicBezTo>
                  <a:cubicBezTo>
                    <a:pt x="67" y="104"/>
                    <a:pt x="67" y="104"/>
                    <a:pt x="67" y="104"/>
                  </a:cubicBezTo>
                  <a:lnTo>
                    <a:pt x="49" y="104"/>
                  </a:lnTo>
                  <a:close/>
                  <a:moveTo>
                    <a:pt x="23" y="12"/>
                  </a:moveTo>
                  <a:cubicBezTo>
                    <a:pt x="20" y="12"/>
                    <a:pt x="17" y="12"/>
                    <a:pt x="14" y="12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6" y="47"/>
                    <a:pt x="19" y="47"/>
                    <a:pt x="23" y="47"/>
                  </a:cubicBezTo>
                  <a:cubicBezTo>
                    <a:pt x="37" y="47"/>
                    <a:pt x="46" y="40"/>
                    <a:pt x="46" y="29"/>
                  </a:cubicBezTo>
                  <a:cubicBezTo>
                    <a:pt x="46" y="17"/>
                    <a:pt x="38" y="12"/>
                    <a:pt x="23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2" name="Rectangle 109">
              <a:extLst>
                <a:ext uri="{FF2B5EF4-FFF2-40B4-BE49-F238E27FC236}">
                  <a16:creationId xmlns:a16="http://schemas.microsoft.com/office/drawing/2014/main" id="{03D2B083-DF83-46F8-8599-12351FA34B3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1" y="1329"/>
              <a:ext cx="33" cy="24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3" name="Freeform 110">
              <a:extLst>
                <a:ext uri="{FF2B5EF4-FFF2-40B4-BE49-F238E27FC236}">
                  <a16:creationId xmlns:a16="http://schemas.microsoft.com/office/drawing/2014/main" id="{CD6CD91D-F026-4665-A025-EF23AD7DB53C}"/>
                </a:ext>
              </a:extLst>
            </p:cNvPr>
            <p:cNvSpPr>
              <a:spLocks/>
            </p:cNvSpPr>
            <p:nvPr/>
          </p:nvSpPr>
          <p:spPr bwMode="gray">
            <a:xfrm>
              <a:off x="2175" y="1329"/>
              <a:ext cx="194" cy="245"/>
            </a:xfrm>
            <a:custGeom>
              <a:avLst/>
              <a:gdLst>
                <a:gd name="T0" fmla="*/ 64 w 82"/>
                <a:gd name="T1" fmla="*/ 103 h 103"/>
                <a:gd name="T2" fmla="*/ 25 w 82"/>
                <a:gd name="T3" fmla="*/ 39 h 103"/>
                <a:gd name="T4" fmla="*/ 13 w 82"/>
                <a:gd name="T5" fmla="*/ 18 h 103"/>
                <a:gd name="T6" fmla="*/ 14 w 82"/>
                <a:gd name="T7" fmla="*/ 70 h 103"/>
                <a:gd name="T8" fmla="*/ 14 w 82"/>
                <a:gd name="T9" fmla="*/ 103 h 103"/>
                <a:gd name="T10" fmla="*/ 0 w 82"/>
                <a:gd name="T11" fmla="*/ 103 h 103"/>
                <a:gd name="T12" fmla="*/ 0 w 82"/>
                <a:gd name="T13" fmla="*/ 0 h 103"/>
                <a:gd name="T14" fmla="*/ 19 w 82"/>
                <a:gd name="T15" fmla="*/ 0 h 103"/>
                <a:gd name="T16" fmla="*/ 57 w 82"/>
                <a:gd name="T17" fmla="*/ 62 h 103"/>
                <a:gd name="T18" fmla="*/ 69 w 82"/>
                <a:gd name="T19" fmla="*/ 84 h 103"/>
                <a:gd name="T20" fmla="*/ 68 w 82"/>
                <a:gd name="T21" fmla="*/ 29 h 103"/>
                <a:gd name="T22" fmla="*/ 68 w 82"/>
                <a:gd name="T23" fmla="*/ 0 h 103"/>
                <a:gd name="T24" fmla="*/ 82 w 82"/>
                <a:gd name="T25" fmla="*/ 0 h 103"/>
                <a:gd name="T26" fmla="*/ 82 w 82"/>
                <a:gd name="T27" fmla="*/ 103 h 103"/>
                <a:gd name="T28" fmla="*/ 64 w 82"/>
                <a:gd name="T2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" h="103">
                  <a:moveTo>
                    <a:pt x="64" y="103"/>
                  </a:moveTo>
                  <a:cubicBezTo>
                    <a:pt x="25" y="39"/>
                    <a:pt x="25" y="39"/>
                    <a:pt x="25" y="39"/>
                  </a:cubicBezTo>
                  <a:cubicBezTo>
                    <a:pt x="20" y="32"/>
                    <a:pt x="16" y="25"/>
                    <a:pt x="13" y="18"/>
                  </a:cubicBezTo>
                  <a:cubicBezTo>
                    <a:pt x="13" y="29"/>
                    <a:pt x="14" y="53"/>
                    <a:pt x="14" y="70"/>
                  </a:cubicBezTo>
                  <a:cubicBezTo>
                    <a:pt x="14" y="103"/>
                    <a:pt x="14" y="103"/>
                    <a:pt x="14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61" y="69"/>
                    <a:pt x="66" y="77"/>
                    <a:pt x="69" y="84"/>
                  </a:cubicBezTo>
                  <a:cubicBezTo>
                    <a:pt x="69" y="71"/>
                    <a:pt x="68" y="46"/>
                    <a:pt x="68" y="29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103"/>
                    <a:pt x="82" y="103"/>
                    <a:pt x="82" y="103"/>
                  </a:cubicBezTo>
                  <a:lnTo>
                    <a:pt x="64" y="10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4" name="Freeform 111">
              <a:extLst>
                <a:ext uri="{FF2B5EF4-FFF2-40B4-BE49-F238E27FC236}">
                  <a16:creationId xmlns:a16="http://schemas.microsoft.com/office/drawing/2014/main" id="{46E9B4A8-65D6-4712-BD0A-BFE2493A95AD}"/>
                </a:ext>
              </a:extLst>
            </p:cNvPr>
            <p:cNvSpPr>
              <a:spLocks/>
            </p:cNvSpPr>
            <p:nvPr/>
          </p:nvSpPr>
          <p:spPr bwMode="gray">
            <a:xfrm>
              <a:off x="2423" y="1326"/>
              <a:ext cx="199" cy="250"/>
            </a:xfrm>
            <a:custGeom>
              <a:avLst/>
              <a:gdLst>
                <a:gd name="T0" fmla="*/ 50 w 84"/>
                <a:gd name="T1" fmla="*/ 105 h 105"/>
                <a:gd name="T2" fmla="*/ 0 w 84"/>
                <a:gd name="T3" fmla="*/ 54 h 105"/>
                <a:gd name="T4" fmla="*/ 55 w 84"/>
                <a:gd name="T5" fmla="*/ 0 h 105"/>
                <a:gd name="T6" fmla="*/ 83 w 84"/>
                <a:gd name="T7" fmla="*/ 4 h 105"/>
                <a:gd name="T8" fmla="*/ 80 w 84"/>
                <a:gd name="T9" fmla="*/ 17 h 105"/>
                <a:gd name="T10" fmla="*/ 53 w 84"/>
                <a:gd name="T11" fmla="*/ 12 h 105"/>
                <a:gd name="T12" fmla="*/ 14 w 84"/>
                <a:gd name="T13" fmla="*/ 53 h 105"/>
                <a:gd name="T14" fmla="*/ 52 w 84"/>
                <a:gd name="T15" fmla="*/ 93 h 105"/>
                <a:gd name="T16" fmla="*/ 71 w 84"/>
                <a:gd name="T17" fmla="*/ 90 h 105"/>
                <a:gd name="T18" fmla="*/ 71 w 84"/>
                <a:gd name="T19" fmla="*/ 51 h 105"/>
                <a:gd name="T20" fmla="*/ 84 w 84"/>
                <a:gd name="T21" fmla="*/ 51 h 105"/>
                <a:gd name="T22" fmla="*/ 84 w 84"/>
                <a:gd name="T23" fmla="*/ 99 h 105"/>
                <a:gd name="T24" fmla="*/ 50 w 84"/>
                <a:gd name="T2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105">
                  <a:moveTo>
                    <a:pt x="50" y="105"/>
                  </a:moveTo>
                  <a:cubicBezTo>
                    <a:pt x="19" y="105"/>
                    <a:pt x="0" y="86"/>
                    <a:pt x="0" y="54"/>
                  </a:cubicBezTo>
                  <a:cubicBezTo>
                    <a:pt x="0" y="23"/>
                    <a:pt x="21" y="0"/>
                    <a:pt x="55" y="0"/>
                  </a:cubicBezTo>
                  <a:cubicBezTo>
                    <a:pt x="65" y="0"/>
                    <a:pt x="74" y="1"/>
                    <a:pt x="83" y="4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72" y="14"/>
                    <a:pt x="63" y="12"/>
                    <a:pt x="53" y="12"/>
                  </a:cubicBezTo>
                  <a:cubicBezTo>
                    <a:pt x="32" y="12"/>
                    <a:pt x="14" y="25"/>
                    <a:pt x="14" y="53"/>
                  </a:cubicBezTo>
                  <a:cubicBezTo>
                    <a:pt x="14" y="78"/>
                    <a:pt x="29" y="93"/>
                    <a:pt x="52" y="93"/>
                  </a:cubicBezTo>
                  <a:cubicBezTo>
                    <a:pt x="59" y="93"/>
                    <a:pt x="65" y="92"/>
                    <a:pt x="71" y="90"/>
                  </a:cubicBezTo>
                  <a:cubicBezTo>
                    <a:pt x="71" y="51"/>
                    <a:pt x="71" y="51"/>
                    <a:pt x="71" y="51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4" y="99"/>
                    <a:pt x="84" y="99"/>
                    <a:pt x="84" y="99"/>
                  </a:cubicBezTo>
                  <a:cubicBezTo>
                    <a:pt x="74" y="103"/>
                    <a:pt x="62" y="105"/>
                    <a:pt x="50" y="10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5" name="Rectangle 112">
              <a:extLst>
                <a:ext uri="{FF2B5EF4-FFF2-40B4-BE49-F238E27FC236}">
                  <a16:creationId xmlns:a16="http://schemas.microsoft.com/office/drawing/2014/main" id="{B6CF6802-D53D-4169-B726-7FD09942CB5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45" y="1671"/>
              <a:ext cx="33" cy="2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6" name="Freeform 113">
              <a:extLst>
                <a:ext uri="{FF2B5EF4-FFF2-40B4-BE49-F238E27FC236}">
                  <a16:creationId xmlns:a16="http://schemas.microsoft.com/office/drawing/2014/main" id="{74C03BEE-0515-46C2-943B-1ECD9DB8074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642" y="1669"/>
              <a:ext cx="196" cy="247"/>
            </a:xfrm>
            <a:custGeom>
              <a:avLst/>
              <a:gdLst>
                <a:gd name="T0" fmla="*/ 26 w 83"/>
                <a:gd name="T1" fmla="*/ 104 h 104"/>
                <a:gd name="T2" fmla="*/ 0 w 83"/>
                <a:gd name="T3" fmla="*/ 103 h 104"/>
                <a:gd name="T4" fmla="*/ 0 w 83"/>
                <a:gd name="T5" fmla="*/ 1 h 104"/>
                <a:gd name="T6" fmla="*/ 31 w 83"/>
                <a:gd name="T7" fmla="*/ 0 h 104"/>
                <a:gd name="T8" fmla="*/ 83 w 83"/>
                <a:gd name="T9" fmla="*/ 51 h 104"/>
                <a:gd name="T10" fmla="*/ 26 w 83"/>
                <a:gd name="T11" fmla="*/ 104 h 104"/>
                <a:gd name="T12" fmla="*/ 29 w 83"/>
                <a:gd name="T13" fmla="*/ 12 h 104"/>
                <a:gd name="T14" fmla="*/ 14 w 83"/>
                <a:gd name="T15" fmla="*/ 12 h 104"/>
                <a:gd name="T16" fmla="*/ 14 w 83"/>
                <a:gd name="T17" fmla="*/ 91 h 104"/>
                <a:gd name="T18" fmla="*/ 28 w 83"/>
                <a:gd name="T19" fmla="*/ 92 h 104"/>
                <a:gd name="T20" fmla="*/ 68 w 83"/>
                <a:gd name="T21" fmla="*/ 52 h 104"/>
                <a:gd name="T22" fmla="*/ 29 w 83"/>
                <a:gd name="T23" fmla="*/ 1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3" h="104">
                  <a:moveTo>
                    <a:pt x="26" y="104"/>
                  </a:moveTo>
                  <a:cubicBezTo>
                    <a:pt x="16" y="104"/>
                    <a:pt x="8" y="103"/>
                    <a:pt x="0" y="10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19" y="0"/>
                    <a:pt x="31" y="0"/>
                  </a:cubicBezTo>
                  <a:cubicBezTo>
                    <a:pt x="64" y="0"/>
                    <a:pt x="83" y="16"/>
                    <a:pt x="83" y="51"/>
                  </a:cubicBezTo>
                  <a:cubicBezTo>
                    <a:pt x="83" y="86"/>
                    <a:pt x="60" y="104"/>
                    <a:pt x="26" y="104"/>
                  </a:cubicBezTo>
                  <a:close/>
                  <a:moveTo>
                    <a:pt x="29" y="12"/>
                  </a:moveTo>
                  <a:cubicBezTo>
                    <a:pt x="24" y="12"/>
                    <a:pt x="18" y="12"/>
                    <a:pt x="14" y="12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8" y="92"/>
                    <a:pt x="23" y="92"/>
                    <a:pt x="28" y="92"/>
                  </a:cubicBezTo>
                  <a:cubicBezTo>
                    <a:pt x="52" y="92"/>
                    <a:pt x="68" y="80"/>
                    <a:pt x="68" y="52"/>
                  </a:cubicBezTo>
                  <a:cubicBezTo>
                    <a:pt x="68" y="26"/>
                    <a:pt x="56" y="12"/>
                    <a:pt x="29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7" name="Freeform 114">
              <a:extLst>
                <a:ext uri="{FF2B5EF4-FFF2-40B4-BE49-F238E27FC236}">
                  <a16:creationId xmlns:a16="http://schemas.microsoft.com/office/drawing/2014/main" id="{7A8EC942-81C1-418D-8C4D-7013E515F48E}"/>
                </a:ext>
              </a:extLst>
            </p:cNvPr>
            <p:cNvSpPr>
              <a:spLocks/>
            </p:cNvSpPr>
            <p:nvPr/>
          </p:nvSpPr>
          <p:spPr bwMode="gray">
            <a:xfrm>
              <a:off x="883" y="1671"/>
              <a:ext cx="126" cy="243"/>
            </a:xfrm>
            <a:custGeom>
              <a:avLst/>
              <a:gdLst>
                <a:gd name="T0" fmla="*/ 0 w 126"/>
                <a:gd name="T1" fmla="*/ 243 h 243"/>
                <a:gd name="T2" fmla="*/ 0 w 126"/>
                <a:gd name="T3" fmla="*/ 0 h 243"/>
                <a:gd name="T4" fmla="*/ 126 w 126"/>
                <a:gd name="T5" fmla="*/ 0 h 243"/>
                <a:gd name="T6" fmla="*/ 126 w 126"/>
                <a:gd name="T7" fmla="*/ 26 h 243"/>
                <a:gd name="T8" fmla="*/ 33 w 126"/>
                <a:gd name="T9" fmla="*/ 26 h 243"/>
                <a:gd name="T10" fmla="*/ 33 w 126"/>
                <a:gd name="T11" fmla="*/ 105 h 243"/>
                <a:gd name="T12" fmla="*/ 121 w 126"/>
                <a:gd name="T13" fmla="*/ 105 h 243"/>
                <a:gd name="T14" fmla="*/ 121 w 126"/>
                <a:gd name="T15" fmla="*/ 131 h 243"/>
                <a:gd name="T16" fmla="*/ 33 w 126"/>
                <a:gd name="T17" fmla="*/ 131 h 243"/>
                <a:gd name="T18" fmla="*/ 33 w 126"/>
                <a:gd name="T19" fmla="*/ 217 h 243"/>
                <a:gd name="T20" fmla="*/ 126 w 126"/>
                <a:gd name="T21" fmla="*/ 217 h 243"/>
                <a:gd name="T22" fmla="*/ 126 w 126"/>
                <a:gd name="T23" fmla="*/ 243 h 243"/>
                <a:gd name="T24" fmla="*/ 0 w 126"/>
                <a:gd name="T25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6" h="243">
                  <a:moveTo>
                    <a:pt x="0" y="243"/>
                  </a:moveTo>
                  <a:lnTo>
                    <a:pt x="0" y="0"/>
                  </a:lnTo>
                  <a:lnTo>
                    <a:pt x="126" y="0"/>
                  </a:lnTo>
                  <a:lnTo>
                    <a:pt x="126" y="26"/>
                  </a:lnTo>
                  <a:lnTo>
                    <a:pt x="33" y="26"/>
                  </a:lnTo>
                  <a:lnTo>
                    <a:pt x="33" y="105"/>
                  </a:lnTo>
                  <a:lnTo>
                    <a:pt x="121" y="105"/>
                  </a:lnTo>
                  <a:lnTo>
                    <a:pt x="121" y="131"/>
                  </a:lnTo>
                  <a:lnTo>
                    <a:pt x="33" y="131"/>
                  </a:lnTo>
                  <a:lnTo>
                    <a:pt x="33" y="217"/>
                  </a:lnTo>
                  <a:lnTo>
                    <a:pt x="126" y="217"/>
                  </a:lnTo>
                  <a:lnTo>
                    <a:pt x="126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8" name="Freeform 115">
              <a:extLst>
                <a:ext uri="{FF2B5EF4-FFF2-40B4-BE49-F238E27FC236}">
                  <a16:creationId xmlns:a16="http://schemas.microsoft.com/office/drawing/2014/main" id="{B128454C-4528-437B-91DB-D59CF1A47D3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035" y="1671"/>
              <a:ext cx="215" cy="243"/>
            </a:xfrm>
            <a:custGeom>
              <a:avLst/>
              <a:gdLst>
                <a:gd name="T0" fmla="*/ 75 w 91"/>
                <a:gd name="T1" fmla="*/ 102 h 102"/>
                <a:gd name="T2" fmla="*/ 66 w 91"/>
                <a:gd name="T3" fmla="*/ 78 h 102"/>
                <a:gd name="T4" fmla="*/ 23 w 91"/>
                <a:gd name="T5" fmla="*/ 78 h 102"/>
                <a:gd name="T6" fmla="*/ 14 w 91"/>
                <a:gd name="T7" fmla="*/ 102 h 102"/>
                <a:gd name="T8" fmla="*/ 0 w 91"/>
                <a:gd name="T9" fmla="*/ 102 h 102"/>
                <a:gd name="T10" fmla="*/ 37 w 91"/>
                <a:gd name="T11" fmla="*/ 0 h 102"/>
                <a:gd name="T12" fmla="*/ 53 w 91"/>
                <a:gd name="T13" fmla="*/ 0 h 102"/>
                <a:gd name="T14" fmla="*/ 91 w 91"/>
                <a:gd name="T15" fmla="*/ 102 h 102"/>
                <a:gd name="T16" fmla="*/ 75 w 91"/>
                <a:gd name="T17" fmla="*/ 102 h 102"/>
                <a:gd name="T18" fmla="*/ 49 w 91"/>
                <a:gd name="T19" fmla="*/ 29 h 102"/>
                <a:gd name="T20" fmla="*/ 45 w 91"/>
                <a:gd name="T21" fmla="*/ 15 h 102"/>
                <a:gd name="T22" fmla="*/ 44 w 91"/>
                <a:gd name="T23" fmla="*/ 15 h 102"/>
                <a:gd name="T24" fmla="*/ 40 w 91"/>
                <a:gd name="T25" fmla="*/ 29 h 102"/>
                <a:gd name="T26" fmla="*/ 26 w 91"/>
                <a:gd name="T27" fmla="*/ 67 h 102"/>
                <a:gd name="T28" fmla="*/ 63 w 91"/>
                <a:gd name="T29" fmla="*/ 67 h 102"/>
                <a:gd name="T30" fmla="*/ 49 w 91"/>
                <a:gd name="T31" fmla="*/ 29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" h="102">
                  <a:moveTo>
                    <a:pt x="75" y="102"/>
                  </a:moveTo>
                  <a:cubicBezTo>
                    <a:pt x="66" y="78"/>
                    <a:pt x="66" y="78"/>
                    <a:pt x="66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91" y="102"/>
                    <a:pt x="91" y="102"/>
                    <a:pt x="91" y="102"/>
                  </a:cubicBezTo>
                  <a:lnTo>
                    <a:pt x="75" y="102"/>
                  </a:lnTo>
                  <a:close/>
                  <a:moveTo>
                    <a:pt x="49" y="29"/>
                  </a:moveTo>
                  <a:cubicBezTo>
                    <a:pt x="47" y="24"/>
                    <a:pt x="46" y="20"/>
                    <a:pt x="45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3" y="20"/>
                    <a:pt x="42" y="24"/>
                    <a:pt x="40" y="29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63" y="67"/>
                    <a:pt x="63" y="67"/>
                    <a:pt x="63" y="67"/>
                  </a:cubicBezTo>
                  <a:lnTo>
                    <a:pt x="49" y="2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9" name="Freeform 116">
              <a:extLst>
                <a:ext uri="{FF2B5EF4-FFF2-40B4-BE49-F238E27FC236}">
                  <a16:creationId xmlns:a16="http://schemas.microsoft.com/office/drawing/2014/main" id="{E277A322-D9B0-406B-AE11-787C98C27989}"/>
                </a:ext>
              </a:extLst>
            </p:cNvPr>
            <p:cNvSpPr>
              <a:spLocks/>
            </p:cNvSpPr>
            <p:nvPr/>
          </p:nvSpPr>
          <p:spPr bwMode="gray">
            <a:xfrm>
              <a:off x="1274" y="1666"/>
              <a:ext cx="144" cy="253"/>
            </a:xfrm>
            <a:custGeom>
              <a:avLst/>
              <a:gdLst>
                <a:gd name="T0" fmla="*/ 23 w 61"/>
                <a:gd name="T1" fmla="*/ 106 h 106"/>
                <a:gd name="T2" fmla="*/ 1 w 61"/>
                <a:gd name="T3" fmla="*/ 103 h 106"/>
                <a:gd name="T4" fmla="*/ 2 w 61"/>
                <a:gd name="T5" fmla="*/ 90 h 106"/>
                <a:gd name="T6" fmla="*/ 24 w 61"/>
                <a:gd name="T7" fmla="*/ 94 h 106"/>
                <a:gd name="T8" fmla="*/ 46 w 61"/>
                <a:gd name="T9" fmla="*/ 76 h 106"/>
                <a:gd name="T10" fmla="*/ 0 w 61"/>
                <a:gd name="T11" fmla="*/ 30 h 106"/>
                <a:gd name="T12" fmla="*/ 36 w 61"/>
                <a:gd name="T13" fmla="*/ 0 h 106"/>
                <a:gd name="T14" fmla="*/ 54 w 61"/>
                <a:gd name="T15" fmla="*/ 2 h 106"/>
                <a:gd name="T16" fmla="*/ 53 w 61"/>
                <a:gd name="T17" fmla="*/ 15 h 106"/>
                <a:gd name="T18" fmla="*/ 35 w 61"/>
                <a:gd name="T19" fmla="*/ 12 h 106"/>
                <a:gd name="T20" fmla="*/ 14 w 61"/>
                <a:gd name="T21" fmla="*/ 28 h 106"/>
                <a:gd name="T22" fmla="*/ 61 w 61"/>
                <a:gd name="T23" fmla="*/ 74 h 106"/>
                <a:gd name="T24" fmla="*/ 23 w 61"/>
                <a:gd name="T2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106">
                  <a:moveTo>
                    <a:pt x="23" y="106"/>
                  </a:moveTo>
                  <a:cubicBezTo>
                    <a:pt x="15" y="106"/>
                    <a:pt x="7" y="105"/>
                    <a:pt x="1" y="103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9" y="92"/>
                    <a:pt x="16" y="94"/>
                    <a:pt x="24" y="94"/>
                  </a:cubicBezTo>
                  <a:cubicBezTo>
                    <a:pt x="36" y="94"/>
                    <a:pt x="46" y="89"/>
                    <a:pt x="46" y="76"/>
                  </a:cubicBezTo>
                  <a:cubicBezTo>
                    <a:pt x="46" y="53"/>
                    <a:pt x="0" y="62"/>
                    <a:pt x="0" y="30"/>
                  </a:cubicBezTo>
                  <a:cubicBezTo>
                    <a:pt x="0" y="13"/>
                    <a:pt x="13" y="0"/>
                    <a:pt x="36" y="0"/>
                  </a:cubicBezTo>
                  <a:cubicBezTo>
                    <a:pt x="42" y="0"/>
                    <a:pt x="48" y="1"/>
                    <a:pt x="54" y="2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47" y="13"/>
                    <a:pt x="41" y="12"/>
                    <a:pt x="35" y="12"/>
                  </a:cubicBezTo>
                  <a:cubicBezTo>
                    <a:pt x="21" y="12"/>
                    <a:pt x="14" y="18"/>
                    <a:pt x="14" y="28"/>
                  </a:cubicBezTo>
                  <a:cubicBezTo>
                    <a:pt x="14" y="50"/>
                    <a:pt x="61" y="42"/>
                    <a:pt x="61" y="74"/>
                  </a:cubicBezTo>
                  <a:cubicBezTo>
                    <a:pt x="61" y="93"/>
                    <a:pt x="46" y="106"/>
                    <a:pt x="23" y="10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0" name="Freeform 117">
              <a:extLst>
                <a:ext uri="{FF2B5EF4-FFF2-40B4-BE49-F238E27FC236}">
                  <a16:creationId xmlns:a16="http://schemas.microsoft.com/office/drawing/2014/main" id="{C798CB1B-A4A8-4594-B6CD-899385D66F3D}"/>
                </a:ext>
              </a:extLst>
            </p:cNvPr>
            <p:cNvSpPr>
              <a:spLocks/>
            </p:cNvSpPr>
            <p:nvPr/>
          </p:nvSpPr>
          <p:spPr bwMode="gray">
            <a:xfrm>
              <a:off x="1515" y="1671"/>
              <a:ext cx="173" cy="243"/>
            </a:xfrm>
            <a:custGeom>
              <a:avLst/>
              <a:gdLst>
                <a:gd name="T0" fmla="*/ 104 w 173"/>
                <a:gd name="T1" fmla="*/ 29 h 243"/>
                <a:gd name="T2" fmla="*/ 104 w 173"/>
                <a:gd name="T3" fmla="*/ 243 h 243"/>
                <a:gd name="T4" fmla="*/ 71 w 173"/>
                <a:gd name="T5" fmla="*/ 243 h 243"/>
                <a:gd name="T6" fmla="*/ 71 w 173"/>
                <a:gd name="T7" fmla="*/ 29 h 243"/>
                <a:gd name="T8" fmla="*/ 0 w 173"/>
                <a:gd name="T9" fmla="*/ 29 h 243"/>
                <a:gd name="T10" fmla="*/ 0 w 173"/>
                <a:gd name="T11" fmla="*/ 0 h 243"/>
                <a:gd name="T12" fmla="*/ 173 w 173"/>
                <a:gd name="T13" fmla="*/ 0 h 243"/>
                <a:gd name="T14" fmla="*/ 173 w 173"/>
                <a:gd name="T15" fmla="*/ 29 h 243"/>
                <a:gd name="T16" fmla="*/ 104 w 173"/>
                <a:gd name="T17" fmla="*/ 29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243">
                  <a:moveTo>
                    <a:pt x="104" y="29"/>
                  </a:moveTo>
                  <a:lnTo>
                    <a:pt x="104" y="243"/>
                  </a:lnTo>
                  <a:lnTo>
                    <a:pt x="71" y="243"/>
                  </a:lnTo>
                  <a:lnTo>
                    <a:pt x="71" y="29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73" y="0"/>
                  </a:lnTo>
                  <a:lnTo>
                    <a:pt x="173" y="29"/>
                  </a:lnTo>
                  <a:lnTo>
                    <a:pt x="104" y="2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1" name="Freeform 118">
              <a:extLst>
                <a:ext uri="{FF2B5EF4-FFF2-40B4-BE49-F238E27FC236}">
                  <a16:creationId xmlns:a16="http://schemas.microsoft.com/office/drawing/2014/main" id="{A6F3C57B-099C-4C95-8DAA-978582D0829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97" y="1666"/>
              <a:ext cx="223" cy="253"/>
            </a:xfrm>
            <a:custGeom>
              <a:avLst/>
              <a:gdLst>
                <a:gd name="T0" fmla="*/ 45 w 94"/>
                <a:gd name="T1" fmla="*/ 106 h 106"/>
                <a:gd name="T2" fmla="*/ 0 w 94"/>
                <a:gd name="T3" fmla="*/ 54 h 106"/>
                <a:gd name="T4" fmla="*/ 48 w 94"/>
                <a:gd name="T5" fmla="*/ 0 h 106"/>
                <a:gd name="T6" fmla="*/ 94 w 94"/>
                <a:gd name="T7" fmla="*/ 52 h 106"/>
                <a:gd name="T8" fmla="*/ 45 w 94"/>
                <a:gd name="T9" fmla="*/ 106 h 106"/>
                <a:gd name="T10" fmla="*/ 47 w 94"/>
                <a:gd name="T11" fmla="*/ 13 h 106"/>
                <a:gd name="T12" fmla="*/ 14 w 94"/>
                <a:gd name="T13" fmla="*/ 52 h 106"/>
                <a:gd name="T14" fmla="*/ 46 w 94"/>
                <a:gd name="T15" fmla="*/ 93 h 106"/>
                <a:gd name="T16" fmla="*/ 79 w 94"/>
                <a:gd name="T17" fmla="*/ 54 h 106"/>
                <a:gd name="T18" fmla="*/ 47 w 94"/>
                <a:gd name="T19" fmla="*/ 1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" h="106">
                  <a:moveTo>
                    <a:pt x="45" y="106"/>
                  </a:moveTo>
                  <a:cubicBezTo>
                    <a:pt x="14" y="106"/>
                    <a:pt x="0" y="85"/>
                    <a:pt x="0" y="54"/>
                  </a:cubicBezTo>
                  <a:cubicBezTo>
                    <a:pt x="0" y="20"/>
                    <a:pt x="21" y="0"/>
                    <a:pt x="48" y="0"/>
                  </a:cubicBezTo>
                  <a:cubicBezTo>
                    <a:pt x="76" y="0"/>
                    <a:pt x="94" y="18"/>
                    <a:pt x="94" y="52"/>
                  </a:cubicBezTo>
                  <a:cubicBezTo>
                    <a:pt x="94" y="86"/>
                    <a:pt x="72" y="106"/>
                    <a:pt x="45" y="106"/>
                  </a:cubicBezTo>
                  <a:close/>
                  <a:moveTo>
                    <a:pt x="47" y="13"/>
                  </a:moveTo>
                  <a:cubicBezTo>
                    <a:pt x="30" y="13"/>
                    <a:pt x="14" y="26"/>
                    <a:pt x="14" y="52"/>
                  </a:cubicBezTo>
                  <a:cubicBezTo>
                    <a:pt x="14" y="77"/>
                    <a:pt x="25" y="93"/>
                    <a:pt x="46" y="93"/>
                  </a:cubicBezTo>
                  <a:cubicBezTo>
                    <a:pt x="63" y="93"/>
                    <a:pt x="79" y="80"/>
                    <a:pt x="79" y="54"/>
                  </a:cubicBezTo>
                  <a:cubicBezTo>
                    <a:pt x="79" y="27"/>
                    <a:pt x="67" y="13"/>
                    <a:pt x="47" y="1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2" name="Freeform 119">
              <a:extLst>
                <a:ext uri="{FF2B5EF4-FFF2-40B4-BE49-F238E27FC236}">
                  <a16:creationId xmlns:a16="http://schemas.microsoft.com/office/drawing/2014/main" id="{0F7841D5-4D5F-4517-805E-800726B09C94}"/>
                </a:ext>
              </a:extLst>
            </p:cNvPr>
            <p:cNvSpPr>
              <a:spLocks/>
            </p:cNvSpPr>
            <p:nvPr/>
          </p:nvSpPr>
          <p:spPr bwMode="gray">
            <a:xfrm>
              <a:off x="2061" y="1671"/>
              <a:ext cx="121" cy="243"/>
            </a:xfrm>
            <a:custGeom>
              <a:avLst/>
              <a:gdLst>
                <a:gd name="T0" fmla="*/ 0 w 121"/>
                <a:gd name="T1" fmla="*/ 243 h 243"/>
                <a:gd name="T2" fmla="*/ 0 w 121"/>
                <a:gd name="T3" fmla="*/ 0 h 243"/>
                <a:gd name="T4" fmla="*/ 34 w 121"/>
                <a:gd name="T5" fmla="*/ 0 h 243"/>
                <a:gd name="T6" fmla="*/ 34 w 121"/>
                <a:gd name="T7" fmla="*/ 214 h 243"/>
                <a:gd name="T8" fmla="*/ 121 w 121"/>
                <a:gd name="T9" fmla="*/ 214 h 243"/>
                <a:gd name="T10" fmla="*/ 121 w 121"/>
                <a:gd name="T11" fmla="*/ 243 h 243"/>
                <a:gd name="T12" fmla="*/ 0 w 121"/>
                <a:gd name="T13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243">
                  <a:moveTo>
                    <a:pt x="0" y="243"/>
                  </a:moveTo>
                  <a:lnTo>
                    <a:pt x="0" y="0"/>
                  </a:lnTo>
                  <a:lnTo>
                    <a:pt x="34" y="0"/>
                  </a:lnTo>
                  <a:lnTo>
                    <a:pt x="34" y="214"/>
                  </a:lnTo>
                  <a:lnTo>
                    <a:pt x="121" y="214"/>
                  </a:lnTo>
                  <a:lnTo>
                    <a:pt x="121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3" name="Rectangle 120">
              <a:extLst>
                <a:ext uri="{FF2B5EF4-FFF2-40B4-BE49-F238E27FC236}">
                  <a16:creationId xmlns:a16="http://schemas.microsoft.com/office/drawing/2014/main" id="{9B7CCF39-2217-4ECB-BC02-50481311BCD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25" y="1671"/>
              <a:ext cx="33" cy="2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4" name="Freeform 121">
              <a:extLst>
                <a:ext uri="{FF2B5EF4-FFF2-40B4-BE49-F238E27FC236}">
                  <a16:creationId xmlns:a16="http://schemas.microsoft.com/office/drawing/2014/main" id="{286BDA6E-9CB2-4242-9E34-18895AF10C35}"/>
                </a:ext>
              </a:extLst>
            </p:cNvPr>
            <p:cNvSpPr>
              <a:spLocks/>
            </p:cNvSpPr>
            <p:nvPr/>
          </p:nvSpPr>
          <p:spPr bwMode="gray">
            <a:xfrm>
              <a:off x="2329" y="1671"/>
              <a:ext cx="125" cy="243"/>
            </a:xfrm>
            <a:custGeom>
              <a:avLst/>
              <a:gdLst>
                <a:gd name="T0" fmla="*/ 33 w 125"/>
                <a:gd name="T1" fmla="*/ 26 h 243"/>
                <a:gd name="T2" fmla="*/ 33 w 125"/>
                <a:gd name="T3" fmla="*/ 107 h 243"/>
                <a:gd name="T4" fmla="*/ 120 w 125"/>
                <a:gd name="T5" fmla="*/ 107 h 243"/>
                <a:gd name="T6" fmla="*/ 120 w 125"/>
                <a:gd name="T7" fmla="*/ 133 h 243"/>
                <a:gd name="T8" fmla="*/ 33 w 125"/>
                <a:gd name="T9" fmla="*/ 133 h 243"/>
                <a:gd name="T10" fmla="*/ 33 w 125"/>
                <a:gd name="T11" fmla="*/ 243 h 243"/>
                <a:gd name="T12" fmla="*/ 0 w 125"/>
                <a:gd name="T13" fmla="*/ 243 h 243"/>
                <a:gd name="T14" fmla="*/ 0 w 125"/>
                <a:gd name="T15" fmla="*/ 0 h 243"/>
                <a:gd name="T16" fmla="*/ 125 w 125"/>
                <a:gd name="T17" fmla="*/ 0 h 243"/>
                <a:gd name="T18" fmla="*/ 125 w 125"/>
                <a:gd name="T19" fmla="*/ 26 h 243"/>
                <a:gd name="T20" fmla="*/ 33 w 125"/>
                <a:gd name="T21" fmla="*/ 26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" h="243">
                  <a:moveTo>
                    <a:pt x="33" y="26"/>
                  </a:moveTo>
                  <a:lnTo>
                    <a:pt x="33" y="107"/>
                  </a:lnTo>
                  <a:lnTo>
                    <a:pt x="120" y="107"/>
                  </a:lnTo>
                  <a:lnTo>
                    <a:pt x="120" y="133"/>
                  </a:lnTo>
                  <a:lnTo>
                    <a:pt x="33" y="133"/>
                  </a:lnTo>
                  <a:lnTo>
                    <a:pt x="33" y="243"/>
                  </a:lnTo>
                  <a:lnTo>
                    <a:pt x="0" y="243"/>
                  </a:lnTo>
                  <a:lnTo>
                    <a:pt x="0" y="0"/>
                  </a:lnTo>
                  <a:lnTo>
                    <a:pt x="125" y="0"/>
                  </a:lnTo>
                  <a:lnTo>
                    <a:pt x="125" y="26"/>
                  </a:lnTo>
                  <a:lnTo>
                    <a:pt x="33" y="2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5" name="Freeform 122">
              <a:extLst>
                <a:ext uri="{FF2B5EF4-FFF2-40B4-BE49-F238E27FC236}">
                  <a16:creationId xmlns:a16="http://schemas.microsoft.com/office/drawing/2014/main" id="{343E70BB-FBCF-4017-BAD6-AE2ACE0C7BDA}"/>
                </a:ext>
              </a:extLst>
            </p:cNvPr>
            <p:cNvSpPr>
              <a:spLocks/>
            </p:cNvSpPr>
            <p:nvPr/>
          </p:nvSpPr>
          <p:spPr bwMode="gray">
            <a:xfrm>
              <a:off x="2499" y="1671"/>
              <a:ext cx="123" cy="243"/>
            </a:xfrm>
            <a:custGeom>
              <a:avLst/>
              <a:gdLst>
                <a:gd name="T0" fmla="*/ 0 w 123"/>
                <a:gd name="T1" fmla="*/ 243 h 243"/>
                <a:gd name="T2" fmla="*/ 0 w 123"/>
                <a:gd name="T3" fmla="*/ 0 h 243"/>
                <a:gd name="T4" fmla="*/ 123 w 123"/>
                <a:gd name="T5" fmla="*/ 0 h 243"/>
                <a:gd name="T6" fmla="*/ 123 w 123"/>
                <a:gd name="T7" fmla="*/ 26 h 243"/>
                <a:gd name="T8" fmla="*/ 33 w 123"/>
                <a:gd name="T9" fmla="*/ 26 h 243"/>
                <a:gd name="T10" fmla="*/ 33 w 123"/>
                <a:gd name="T11" fmla="*/ 105 h 243"/>
                <a:gd name="T12" fmla="*/ 121 w 123"/>
                <a:gd name="T13" fmla="*/ 105 h 243"/>
                <a:gd name="T14" fmla="*/ 121 w 123"/>
                <a:gd name="T15" fmla="*/ 131 h 243"/>
                <a:gd name="T16" fmla="*/ 33 w 123"/>
                <a:gd name="T17" fmla="*/ 131 h 243"/>
                <a:gd name="T18" fmla="*/ 33 w 123"/>
                <a:gd name="T19" fmla="*/ 217 h 243"/>
                <a:gd name="T20" fmla="*/ 123 w 123"/>
                <a:gd name="T21" fmla="*/ 217 h 243"/>
                <a:gd name="T22" fmla="*/ 123 w 123"/>
                <a:gd name="T23" fmla="*/ 243 h 243"/>
                <a:gd name="T24" fmla="*/ 0 w 123"/>
                <a:gd name="T25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3" h="243">
                  <a:moveTo>
                    <a:pt x="0" y="243"/>
                  </a:moveTo>
                  <a:lnTo>
                    <a:pt x="0" y="0"/>
                  </a:lnTo>
                  <a:lnTo>
                    <a:pt x="123" y="0"/>
                  </a:lnTo>
                  <a:lnTo>
                    <a:pt x="123" y="26"/>
                  </a:lnTo>
                  <a:lnTo>
                    <a:pt x="33" y="26"/>
                  </a:lnTo>
                  <a:lnTo>
                    <a:pt x="33" y="105"/>
                  </a:lnTo>
                  <a:lnTo>
                    <a:pt x="121" y="105"/>
                  </a:lnTo>
                  <a:lnTo>
                    <a:pt x="121" y="131"/>
                  </a:lnTo>
                  <a:lnTo>
                    <a:pt x="33" y="131"/>
                  </a:lnTo>
                  <a:lnTo>
                    <a:pt x="33" y="217"/>
                  </a:lnTo>
                  <a:lnTo>
                    <a:pt x="123" y="217"/>
                  </a:lnTo>
                  <a:lnTo>
                    <a:pt x="123" y="243"/>
                  </a:lnTo>
                  <a:lnTo>
                    <a:pt x="0" y="2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6" name="Oval 123">
              <a:extLst>
                <a:ext uri="{FF2B5EF4-FFF2-40B4-BE49-F238E27FC236}">
                  <a16:creationId xmlns:a16="http://schemas.microsoft.com/office/drawing/2014/main" id="{1A42AE6E-148A-47D9-B117-A9C1EAD1D4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72" y="1873"/>
              <a:ext cx="42" cy="46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7" name="Rectangle 124">
              <a:extLst>
                <a:ext uri="{FF2B5EF4-FFF2-40B4-BE49-F238E27FC236}">
                  <a16:creationId xmlns:a16="http://schemas.microsoft.com/office/drawing/2014/main" id="{6F150DBE-8AE0-49B4-8B74-09130797E6A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861" y="1181"/>
              <a:ext cx="33" cy="88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632">
                <a:solidFill>
                  <a:srgbClr val="00233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169" name="Picture 168">
            <a:extLst>
              <a:ext uri="{FF2B5EF4-FFF2-40B4-BE49-F238E27FC236}">
                <a16:creationId xmlns:a16="http://schemas.microsoft.com/office/drawing/2014/main" id="{09603218-C91E-49D9-88DA-F1F837A3BE0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C"/>
              </a:clrFrom>
              <a:clrTo>
                <a:srgbClr val="FFFE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45379" y="-112571"/>
            <a:ext cx="1438899" cy="1421492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429D37B6-0C50-45DD-8A91-7A3245840D11}"/>
              </a:ext>
            </a:extLst>
          </p:cNvPr>
          <p:cNvSpPr txBox="1"/>
          <p:nvPr/>
        </p:nvSpPr>
        <p:spPr>
          <a:xfrm>
            <a:off x="335124" y="2590368"/>
            <a:ext cx="54345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Sensational</a:t>
            </a:r>
            <a:r>
              <a:rPr lang="en-US" sz="1400" b="1" dirty="0">
                <a:latin typeface="Verdana" panose="020B0604030504040204" pitchFamily="34" charset="0"/>
                <a:ea typeface="Verdana" panose="020B0604030504040204" pitchFamily="34" charset="0"/>
              </a:rPr>
              <a:t>!</a:t>
            </a:r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range of drinkable yogurts/poach packed developed to provide the tastes sensations coming not from smell but from tasting buds. </a:t>
            </a:r>
            <a:endParaRPr lang="ru-RU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CCEB6FD-3E44-4252-B991-1BDE17C103E7}"/>
              </a:ext>
            </a:extLst>
          </p:cNvPr>
          <p:cNvSpPr txBox="1"/>
          <p:nvPr/>
        </p:nvSpPr>
        <p:spPr>
          <a:xfrm>
            <a:off x="3263341" y="3409683"/>
            <a:ext cx="269168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Sweet, sour and cooling effe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cts supported by paired taste will entertain kids and will turn the consumption process into adventure</a:t>
            </a:r>
            <a:endParaRPr lang="ru-RU" sz="1400" dirty="0"/>
          </a:p>
        </p:txBody>
      </p:sp>
      <p:pic>
        <p:nvPicPr>
          <p:cNvPr id="4098" name="Picture 2" descr="Reusable Yogurt Pouch | EasiYo NZ">
            <a:extLst>
              <a:ext uri="{FF2B5EF4-FFF2-40B4-BE49-F238E27FC236}">
                <a16:creationId xmlns:a16="http://schemas.microsoft.com/office/drawing/2014/main" id="{8628B8D7-4DA6-4217-A4FB-FCA76211F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720" y="3284406"/>
            <a:ext cx="1749334" cy="1749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Lemon – Health benefits, Nutrition, Side effects and more">
            <a:extLst>
              <a:ext uri="{FF2B5EF4-FFF2-40B4-BE49-F238E27FC236}">
                <a16:creationId xmlns:a16="http://schemas.microsoft.com/office/drawing/2014/main" id="{69CFE946-19E8-4FA7-A2CA-6F08E1DB1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98" y="3333621"/>
            <a:ext cx="1319702" cy="98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Mint - Munch">
            <a:extLst>
              <a:ext uri="{FF2B5EF4-FFF2-40B4-BE49-F238E27FC236}">
                <a16:creationId xmlns:a16="http://schemas.microsoft.com/office/drawing/2014/main" id="{79230BE4-B751-4EDC-A5FE-530E78F19D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E84BED-FD9A-450A-AB80-7636CFF80FD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09776" y="3252445"/>
            <a:ext cx="1246407" cy="1246407"/>
          </a:xfrm>
          <a:prstGeom prst="rect">
            <a:avLst/>
          </a:prstGeom>
        </p:spPr>
      </p:pic>
      <p:pic>
        <p:nvPicPr>
          <p:cNvPr id="4104" name="Picture 8" descr="Strawberry Definition und Bedeutung | Collins Wörterbuch">
            <a:extLst>
              <a:ext uri="{FF2B5EF4-FFF2-40B4-BE49-F238E27FC236}">
                <a16:creationId xmlns:a16="http://schemas.microsoft.com/office/drawing/2014/main" id="{CC09E9F1-D7FA-4ABE-A32C-9EC8AA72F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262" y="4462865"/>
            <a:ext cx="1089344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34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6B8EFA4-8C97-436B-AC9A-3ED06E773710}"/>
              </a:ext>
            </a:extLst>
          </p:cNvPr>
          <p:cNvCxnSpPr/>
          <p:nvPr/>
        </p:nvCxnSpPr>
        <p:spPr>
          <a:xfrm>
            <a:off x="-23797" y="2997873"/>
            <a:ext cx="1534167" cy="0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536A30E0-4384-4C33-806B-3F292CC5A910}"/>
              </a:ext>
            </a:extLst>
          </p:cNvPr>
          <p:cNvCxnSpPr/>
          <p:nvPr/>
        </p:nvCxnSpPr>
        <p:spPr>
          <a:xfrm>
            <a:off x="4120064" y="2818307"/>
            <a:ext cx="1044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0704AFB2-016A-4E47-8B20-EF2CE449B5B6}"/>
              </a:ext>
            </a:extLst>
          </p:cNvPr>
          <p:cNvSpPr/>
          <p:nvPr/>
        </p:nvSpPr>
        <p:spPr>
          <a:xfrm>
            <a:off x="4152962" y="2377097"/>
            <a:ext cx="3325361" cy="39406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20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Reasony Why</a:t>
            </a: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14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68602" algn="l"/>
              </a:tabLst>
              <a:defRPr/>
            </a:pPr>
            <a:r>
              <a:rPr kumimoji="0" lang="en-US" alt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Attracting consumer attention with popular taste profiles from other food categories.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Using cross-category inspirations to uplift consumer liking und spur consumer interest.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Ideal for seasonal or limited-time offerings.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Addressing younger target groups (young adults and kids).</a:t>
            </a: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259147" marR="0" lvl="0" indent="-25914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Dairy &amp; Plant-based indulgence.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35858528-825E-41C0-A756-A9BE97EFD100}"/>
              </a:ext>
            </a:extLst>
          </p:cNvPr>
          <p:cNvSpPr txBox="1">
            <a:spLocks/>
          </p:cNvSpPr>
          <p:nvPr/>
        </p:nvSpPr>
        <p:spPr bwMode="gray">
          <a:xfrm>
            <a:off x="8006289" y="490155"/>
            <a:ext cx="3846747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1042896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lang="de-DE" sz="1600" b="0" i="0" u="none" strike="noStrike" kern="1200" baseline="0">
                <a:solidFill>
                  <a:schemeClr val="tx1"/>
                </a:solidFill>
                <a:latin typeface="+mj-lt"/>
                <a:ea typeface="Verdana" pitchFamily="34" charset="0"/>
                <a:cs typeface="Verdana" pitchFamily="34" charset="0"/>
              </a:defRPr>
            </a:lvl1pPr>
            <a:lvl2pPr marL="432010" indent="-216005" algn="l" defTabSz="542841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tabLst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864020" indent="-216005" algn="l" defTabSz="1042896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4432308" indent="-260724" algn="l" defTabSz="104289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428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Verdana" pitchFamily="34" charset="0"/>
              </a:rPr>
              <a:t>Indulgent product concepts for dairy &amp; plant-based drinks – inspired by delicious baked goods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D58A290-391F-4AAF-9A68-5162414FBF17}"/>
              </a:ext>
            </a:extLst>
          </p:cNvPr>
          <p:cNvCxnSpPr/>
          <p:nvPr/>
        </p:nvCxnSpPr>
        <p:spPr>
          <a:xfrm>
            <a:off x="8059283" y="2818307"/>
            <a:ext cx="1044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78250D5A-6725-4EF1-AEDA-32A01046E695}"/>
              </a:ext>
            </a:extLst>
          </p:cNvPr>
          <p:cNvSpPr/>
          <p:nvPr/>
        </p:nvSpPr>
        <p:spPr>
          <a:xfrm>
            <a:off x="8092181" y="2377097"/>
            <a:ext cx="3760855" cy="18129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20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Product Value</a:t>
            </a: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456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14" b="0" i="0" u="none" strike="noStrike" kern="1200" cap="none" spc="0" normalizeH="0" baseline="0" noProof="0" dirty="0">
              <a:ln>
                <a:noFill/>
              </a:ln>
              <a:solidFill>
                <a:srgbClr val="0020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We are using our all-in-one solutions to create authentic and well-rounded taste profiles – based on fruit- and non-fruit preparations.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78F70E6-193B-4195-B3B3-98181DBFC69D}"/>
              </a:ext>
            </a:extLst>
          </p:cNvPr>
          <p:cNvSpPr/>
          <p:nvPr/>
        </p:nvSpPr>
        <p:spPr>
          <a:xfrm flipV="1">
            <a:off x="7867345" y="4487383"/>
            <a:ext cx="4324656" cy="1828399"/>
          </a:xfrm>
          <a:prstGeom prst="rect">
            <a:avLst/>
          </a:prstGeom>
          <a:solidFill>
            <a:srgbClr val="E9EFF7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0" tIns="65300" rIns="65300" bIns="653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5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64DD81C-3D83-402D-985B-B251D8EC0582}"/>
              </a:ext>
            </a:extLst>
          </p:cNvPr>
          <p:cNvSpPr/>
          <p:nvPr/>
        </p:nvSpPr>
        <p:spPr>
          <a:xfrm>
            <a:off x="8233278" y="4685026"/>
            <a:ext cx="2111672" cy="25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458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e-DE" sz="1632" b="0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OUR</a:t>
            </a:r>
            <a:r>
              <a:rPr kumimoji="0" lang="en-GB" altLang="de-DE" sz="1632" b="1" i="0" u="none" strike="noStrike" kern="1200" cap="none" spc="0" normalizeH="0" baseline="0" noProof="0" dirty="0">
                <a:ln>
                  <a:noFill/>
                </a:ln>
                <a:solidFill>
                  <a:srgbClr val="00233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SOLUTIONS</a:t>
            </a:r>
            <a:endParaRPr kumimoji="0" lang="en-GB" altLang="de-DE" sz="998" b="0" i="0" u="none" strike="noStrike" kern="1200" cap="none" spc="0" normalizeH="0" baseline="0" noProof="0" dirty="0">
              <a:ln>
                <a:noFill/>
              </a:ln>
              <a:solidFill>
                <a:srgbClr val="00233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883A645-4F43-4EC3-9FB9-70F5714EFC46}"/>
              </a:ext>
            </a:extLst>
          </p:cNvPr>
          <p:cNvSpPr txBox="1"/>
          <p:nvPr/>
        </p:nvSpPr>
        <p:spPr>
          <a:xfrm>
            <a:off x="8233278" y="5038093"/>
            <a:ext cx="3619758" cy="13680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70" b="1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Ingredient</a:t>
            </a:r>
            <a:r>
              <a:rPr kumimoji="0" lang="de-DE" sz="1270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Systems &amp; Natural Taste Solutions: </a:t>
            </a:r>
            <a:r>
              <a:rPr kumimoji="0" 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Fruit- &amp; Non-Fruit </a:t>
            </a:r>
            <a:r>
              <a:rPr kumimoji="0" lang="de-DE" sz="1270" b="0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Preparations</a:t>
            </a:r>
            <a:r>
              <a:rPr kumimoji="0" lang="de-DE" sz="1270" b="0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, Natural </a:t>
            </a:r>
            <a:r>
              <a:rPr kumimoji="0" lang="de-DE" sz="1270" b="0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Flavours</a:t>
            </a:r>
            <a:endParaRPr kumimoji="0" lang="de-DE" sz="1270" b="0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70" b="1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Cereals</a:t>
            </a:r>
            <a:r>
              <a:rPr kumimoji="0" lang="de-DE" sz="1270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, </a:t>
            </a:r>
            <a:r>
              <a:rPr kumimoji="0" lang="de-DE" sz="1270" b="1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Nuts</a:t>
            </a:r>
            <a:r>
              <a:rPr kumimoji="0" lang="de-DE" sz="1270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&amp; Pulses: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70" b="0" i="0" u="none" strike="noStrike" kern="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Plant-based Ingredients and Bases</a:t>
            </a: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70" b="1" i="0" u="none" strike="noStrike" kern="1200" cap="none" spc="0" normalizeH="0" baseline="0" noProof="0" dirty="0">
              <a:ln>
                <a:noFill/>
              </a:ln>
              <a:solidFill>
                <a:srgbClr val="1D1D1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B330E57C-6905-47A8-B73B-6BAE1075720B}"/>
              </a:ext>
            </a:extLst>
          </p:cNvPr>
          <p:cNvGrpSpPr/>
          <p:nvPr/>
        </p:nvGrpSpPr>
        <p:grpSpPr>
          <a:xfrm>
            <a:off x="7749131" y="4637634"/>
            <a:ext cx="344374" cy="346004"/>
            <a:chOff x="7964408" y="3577944"/>
            <a:chExt cx="407701" cy="409632"/>
          </a:xfrm>
        </p:grpSpPr>
        <p:sp>
          <p:nvSpPr>
            <p:cNvPr id="28" name="Freeform 413">
              <a:extLst>
                <a:ext uri="{FF2B5EF4-FFF2-40B4-BE49-F238E27FC236}">
                  <a16:creationId xmlns:a16="http://schemas.microsoft.com/office/drawing/2014/main" id="{6130E3C3-A4C2-4073-AE85-0FBAB4203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1967" y="3746275"/>
              <a:ext cx="72583" cy="72583"/>
            </a:xfrm>
            <a:custGeom>
              <a:avLst/>
              <a:gdLst>
                <a:gd name="T0" fmla="*/ 40 w 79"/>
                <a:gd name="T1" fmla="*/ 79 h 79"/>
                <a:gd name="T2" fmla="*/ 0 w 79"/>
                <a:gd name="T3" fmla="*/ 39 h 79"/>
                <a:gd name="T4" fmla="*/ 8 w 79"/>
                <a:gd name="T5" fmla="*/ 31 h 79"/>
                <a:gd name="T6" fmla="*/ 16 w 79"/>
                <a:gd name="T7" fmla="*/ 39 h 79"/>
                <a:gd name="T8" fmla="*/ 40 w 79"/>
                <a:gd name="T9" fmla="*/ 63 h 79"/>
                <a:gd name="T10" fmla="*/ 63 w 79"/>
                <a:gd name="T11" fmla="*/ 39 h 79"/>
                <a:gd name="T12" fmla="*/ 40 w 79"/>
                <a:gd name="T13" fmla="*/ 16 h 79"/>
                <a:gd name="T14" fmla="*/ 32 w 79"/>
                <a:gd name="T15" fmla="*/ 8 h 79"/>
                <a:gd name="T16" fmla="*/ 40 w 79"/>
                <a:gd name="T17" fmla="*/ 0 h 79"/>
                <a:gd name="T18" fmla="*/ 79 w 79"/>
                <a:gd name="T19" fmla="*/ 39 h 79"/>
                <a:gd name="T20" fmla="*/ 40 w 79"/>
                <a:gd name="T2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" h="79">
                  <a:moveTo>
                    <a:pt x="40" y="79"/>
                  </a:moveTo>
                  <a:cubicBezTo>
                    <a:pt x="18" y="79"/>
                    <a:pt x="0" y="61"/>
                    <a:pt x="0" y="39"/>
                  </a:cubicBezTo>
                  <a:cubicBezTo>
                    <a:pt x="0" y="35"/>
                    <a:pt x="3" y="31"/>
                    <a:pt x="8" y="31"/>
                  </a:cubicBezTo>
                  <a:cubicBezTo>
                    <a:pt x="12" y="31"/>
                    <a:pt x="16" y="35"/>
                    <a:pt x="16" y="39"/>
                  </a:cubicBezTo>
                  <a:cubicBezTo>
                    <a:pt x="16" y="53"/>
                    <a:pt x="26" y="63"/>
                    <a:pt x="40" y="63"/>
                  </a:cubicBezTo>
                  <a:cubicBezTo>
                    <a:pt x="53" y="63"/>
                    <a:pt x="63" y="53"/>
                    <a:pt x="63" y="39"/>
                  </a:cubicBezTo>
                  <a:cubicBezTo>
                    <a:pt x="63" y="26"/>
                    <a:pt x="53" y="16"/>
                    <a:pt x="40" y="16"/>
                  </a:cubicBezTo>
                  <a:cubicBezTo>
                    <a:pt x="35" y="16"/>
                    <a:pt x="32" y="12"/>
                    <a:pt x="32" y="8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61" y="0"/>
                    <a:pt x="79" y="18"/>
                    <a:pt x="79" y="39"/>
                  </a:cubicBezTo>
                  <a:cubicBezTo>
                    <a:pt x="79" y="61"/>
                    <a:pt x="61" y="79"/>
                    <a:pt x="40" y="79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9" name="Freeform 414">
              <a:extLst>
                <a:ext uri="{FF2B5EF4-FFF2-40B4-BE49-F238E27FC236}">
                  <a16:creationId xmlns:a16="http://schemas.microsoft.com/office/drawing/2014/main" id="{86A0E2D5-492B-4CE1-BBE5-EBC17573C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5098" y="3659021"/>
              <a:ext cx="246319" cy="247478"/>
            </a:xfrm>
            <a:custGeom>
              <a:avLst/>
              <a:gdLst>
                <a:gd name="T0" fmla="*/ 135 w 269"/>
                <a:gd name="T1" fmla="*/ 269 h 269"/>
                <a:gd name="T2" fmla="*/ 0 w 269"/>
                <a:gd name="T3" fmla="*/ 134 h 269"/>
                <a:gd name="T4" fmla="*/ 23 w 269"/>
                <a:gd name="T5" fmla="*/ 59 h 269"/>
                <a:gd name="T6" fmla="*/ 34 w 269"/>
                <a:gd name="T7" fmla="*/ 57 h 269"/>
                <a:gd name="T8" fmla="*/ 37 w 269"/>
                <a:gd name="T9" fmla="*/ 68 h 269"/>
                <a:gd name="T10" fmla="*/ 16 w 269"/>
                <a:gd name="T11" fmla="*/ 134 h 269"/>
                <a:gd name="T12" fmla="*/ 135 w 269"/>
                <a:gd name="T13" fmla="*/ 253 h 269"/>
                <a:gd name="T14" fmla="*/ 253 w 269"/>
                <a:gd name="T15" fmla="*/ 134 h 269"/>
                <a:gd name="T16" fmla="*/ 135 w 269"/>
                <a:gd name="T17" fmla="*/ 16 h 269"/>
                <a:gd name="T18" fmla="*/ 74 w 269"/>
                <a:gd name="T19" fmla="*/ 32 h 269"/>
                <a:gd name="T20" fmla="*/ 63 w 269"/>
                <a:gd name="T21" fmla="*/ 30 h 269"/>
                <a:gd name="T22" fmla="*/ 66 w 269"/>
                <a:gd name="T23" fmla="*/ 19 h 269"/>
                <a:gd name="T24" fmla="*/ 135 w 269"/>
                <a:gd name="T25" fmla="*/ 0 h 269"/>
                <a:gd name="T26" fmla="*/ 269 w 269"/>
                <a:gd name="T27" fmla="*/ 134 h 269"/>
                <a:gd name="T28" fmla="*/ 135 w 269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9" h="269">
                  <a:moveTo>
                    <a:pt x="135" y="269"/>
                  </a:moveTo>
                  <a:cubicBezTo>
                    <a:pt x="60" y="269"/>
                    <a:pt x="0" y="209"/>
                    <a:pt x="0" y="134"/>
                  </a:cubicBezTo>
                  <a:cubicBezTo>
                    <a:pt x="0" y="107"/>
                    <a:pt x="8" y="81"/>
                    <a:pt x="23" y="59"/>
                  </a:cubicBezTo>
                  <a:cubicBezTo>
                    <a:pt x="26" y="55"/>
                    <a:pt x="31" y="54"/>
                    <a:pt x="34" y="57"/>
                  </a:cubicBezTo>
                  <a:cubicBezTo>
                    <a:pt x="38" y="59"/>
                    <a:pt x="39" y="64"/>
                    <a:pt x="37" y="68"/>
                  </a:cubicBezTo>
                  <a:cubicBezTo>
                    <a:pt x="23" y="87"/>
                    <a:pt x="16" y="110"/>
                    <a:pt x="16" y="134"/>
                  </a:cubicBezTo>
                  <a:cubicBezTo>
                    <a:pt x="16" y="200"/>
                    <a:pt x="69" y="253"/>
                    <a:pt x="135" y="253"/>
                  </a:cubicBezTo>
                  <a:cubicBezTo>
                    <a:pt x="200" y="253"/>
                    <a:pt x="253" y="200"/>
                    <a:pt x="253" y="134"/>
                  </a:cubicBezTo>
                  <a:cubicBezTo>
                    <a:pt x="253" y="69"/>
                    <a:pt x="200" y="16"/>
                    <a:pt x="135" y="16"/>
                  </a:cubicBezTo>
                  <a:cubicBezTo>
                    <a:pt x="113" y="16"/>
                    <a:pt x="92" y="22"/>
                    <a:pt x="74" y="32"/>
                  </a:cubicBezTo>
                  <a:cubicBezTo>
                    <a:pt x="70" y="35"/>
                    <a:pt x="65" y="33"/>
                    <a:pt x="63" y="30"/>
                  </a:cubicBezTo>
                  <a:cubicBezTo>
                    <a:pt x="61" y="26"/>
                    <a:pt x="62" y="21"/>
                    <a:pt x="66" y="19"/>
                  </a:cubicBezTo>
                  <a:cubicBezTo>
                    <a:pt x="87" y="6"/>
                    <a:pt x="110" y="0"/>
                    <a:pt x="135" y="0"/>
                  </a:cubicBezTo>
                  <a:cubicBezTo>
                    <a:pt x="209" y="0"/>
                    <a:pt x="269" y="60"/>
                    <a:pt x="269" y="134"/>
                  </a:cubicBezTo>
                  <a:cubicBezTo>
                    <a:pt x="269" y="209"/>
                    <a:pt x="209" y="269"/>
                    <a:pt x="135" y="269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0" name="Freeform 415">
              <a:extLst>
                <a:ext uri="{FF2B5EF4-FFF2-40B4-BE49-F238E27FC236}">
                  <a16:creationId xmlns:a16="http://schemas.microsoft.com/office/drawing/2014/main" id="{C51CFF90-14A3-4CED-857C-8A76D713F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408" y="3577944"/>
              <a:ext cx="407701" cy="409632"/>
            </a:xfrm>
            <a:custGeom>
              <a:avLst/>
              <a:gdLst>
                <a:gd name="T0" fmla="*/ 223 w 445"/>
                <a:gd name="T1" fmla="*/ 445 h 445"/>
                <a:gd name="T2" fmla="*/ 0 w 445"/>
                <a:gd name="T3" fmla="*/ 222 h 445"/>
                <a:gd name="T4" fmla="*/ 39 w 445"/>
                <a:gd name="T5" fmla="*/ 96 h 445"/>
                <a:gd name="T6" fmla="*/ 50 w 445"/>
                <a:gd name="T7" fmla="*/ 94 h 445"/>
                <a:gd name="T8" fmla="*/ 52 w 445"/>
                <a:gd name="T9" fmla="*/ 105 h 445"/>
                <a:gd name="T10" fmla="*/ 16 w 445"/>
                <a:gd name="T11" fmla="*/ 222 h 445"/>
                <a:gd name="T12" fmla="*/ 223 w 445"/>
                <a:gd name="T13" fmla="*/ 429 h 445"/>
                <a:gd name="T14" fmla="*/ 429 w 445"/>
                <a:gd name="T15" fmla="*/ 222 h 445"/>
                <a:gd name="T16" fmla="*/ 223 w 445"/>
                <a:gd name="T17" fmla="*/ 16 h 445"/>
                <a:gd name="T18" fmla="*/ 110 w 445"/>
                <a:gd name="T19" fmla="*/ 49 h 445"/>
                <a:gd name="T20" fmla="*/ 99 w 445"/>
                <a:gd name="T21" fmla="*/ 47 h 445"/>
                <a:gd name="T22" fmla="*/ 102 w 445"/>
                <a:gd name="T23" fmla="*/ 35 h 445"/>
                <a:gd name="T24" fmla="*/ 223 w 445"/>
                <a:gd name="T25" fmla="*/ 0 h 445"/>
                <a:gd name="T26" fmla="*/ 445 w 445"/>
                <a:gd name="T27" fmla="*/ 222 h 445"/>
                <a:gd name="T28" fmla="*/ 223 w 445"/>
                <a:gd name="T29" fmla="*/ 44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5" h="445">
                  <a:moveTo>
                    <a:pt x="223" y="445"/>
                  </a:moveTo>
                  <a:cubicBezTo>
                    <a:pt x="100" y="445"/>
                    <a:pt x="0" y="345"/>
                    <a:pt x="0" y="222"/>
                  </a:cubicBezTo>
                  <a:cubicBezTo>
                    <a:pt x="0" y="177"/>
                    <a:pt x="13" y="134"/>
                    <a:pt x="39" y="96"/>
                  </a:cubicBezTo>
                  <a:cubicBezTo>
                    <a:pt x="42" y="93"/>
                    <a:pt x="47" y="92"/>
                    <a:pt x="50" y="94"/>
                  </a:cubicBezTo>
                  <a:cubicBezTo>
                    <a:pt x="54" y="97"/>
                    <a:pt x="55" y="102"/>
                    <a:pt x="52" y="105"/>
                  </a:cubicBezTo>
                  <a:cubicBezTo>
                    <a:pt x="28" y="140"/>
                    <a:pt x="16" y="180"/>
                    <a:pt x="16" y="222"/>
                  </a:cubicBezTo>
                  <a:cubicBezTo>
                    <a:pt x="16" y="336"/>
                    <a:pt x="109" y="429"/>
                    <a:pt x="223" y="429"/>
                  </a:cubicBezTo>
                  <a:cubicBezTo>
                    <a:pt x="336" y="429"/>
                    <a:pt x="429" y="336"/>
                    <a:pt x="429" y="222"/>
                  </a:cubicBezTo>
                  <a:cubicBezTo>
                    <a:pt x="429" y="109"/>
                    <a:pt x="336" y="16"/>
                    <a:pt x="223" y="16"/>
                  </a:cubicBezTo>
                  <a:cubicBezTo>
                    <a:pt x="183" y="16"/>
                    <a:pt x="144" y="27"/>
                    <a:pt x="110" y="49"/>
                  </a:cubicBezTo>
                  <a:cubicBezTo>
                    <a:pt x="107" y="51"/>
                    <a:pt x="102" y="50"/>
                    <a:pt x="99" y="47"/>
                  </a:cubicBezTo>
                  <a:cubicBezTo>
                    <a:pt x="97" y="43"/>
                    <a:pt x="98" y="38"/>
                    <a:pt x="102" y="35"/>
                  </a:cubicBezTo>
                  <a:cubicBezTo>
                    <a:pt x="138" y="12"/>
                    <a:pt x="179" y="0"/>
                    <a:pt x="223" y="0"/>
                  </a:cubicBezTo>
                  <a:cubicBezTo>
                    <a:pt x="345" y="0"/>
                    <a:pt x="445" y="100"/>
                    <a:pt x="445" y="222"/>
                  </a:cubicBezTo>
                  <a:cubicBezTo>
                    <a:pt x="445" y="345"/>
                    <a:pt x="345" y="445"/>
                    <a:pt x="223" y="445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1" name="Freeform 416">
              <a:extLst>
                <a:ext uri="{FF2B5EF4-FFF2-40B4-BE49-F238E27FC236}">
                  <a16:creationId xmlns:a16="http://schemas.microsoft.com/office/drawing/2014/main" id="{AD5165E8-F8A2-40C4-AE09-8D055AB51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5060" y="3645894"/>
              <a:ext cx="138217" cy="138217"/>
            </a:xfrm>
            <a:custGeom>
              <a:avLst/>
              <a:gdLst>
                <a:gd name="T0" fmla="*/ 142 w 151"/>
                <a:gd name="T1" fmla="*/ 150 h 150"/>
                <a:gd name="T2" fmla="*/ 136 w 151"/>
                <a:gd name="T3" fmla="*/ 148 h 150"/>
                <a:gd name="T4" fmla="*/ 4 w 151"/>
                <a:gd name="T5" fmla="*/ 15 h 150"/>
                <a:gd name="T6" fmla="*/ 4 w 151"/>
                <a:gd name="T7" fmla="*/ 3 h 150"/>
                <a:gd name="T8" fmla="*/ 15 w 151"/>
                <a:gd name="T9" fmla="*/ 3 h 150"/>
                <a:gd name="T10" fmla="*/ 147 w 151"/>
                <a:gd name="T11" fmla="*/ 137 h 150"/>
                <a:gd name="T12" fmla="*/ 147 w 151"/>
                <a:gd name="T13" fmla="*/ 148 h 150"/>
                <a:gd name="T14" fmla="*/ 142 w 151"/>
                <a:gd name="T15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50">
                  <a:moveTo>
                    <a:pt x="142" y="150"/>
                  </a:moveTo>
                  <a:cubicBezTo>
                    <a:pt x="140" y="150"/>
                    <a:pt x="138" y="150"/>
                    <a:pt x="136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1"/>
                    <a:pt x="0" y="6"/>
                    <a:pt x="4" y="3"/>
                  </a:cubicBezTo>
                  <a:cubicBezTo>
                    <a:pt x="7" y="0"/>
                    <a:pt x="12" y="0"/>
                    <a:pt x="15" y="3"/>
                  </a:cubicBezTo>
                  <a:cubicBezTo>
                    <a:pt x="147" y="137"/>
                    <a:pt x="147" y="137"/>
                    <a:pt x="147" y="137"/>
                  </a:cubicBezTo>
                  <a:cubicBezTo>
                    <a:pt x="151" y="140"/>
                    <a:pt x="151" y="145"/>
                    <a:pt x="147" y="148"/>
                  </a:cubicBezTo>
                  <a:cubicBezTo>
                    <a:pt x="146" y="150"/>
                    <a:pt x="144" y="150"/>
                    <a:pt x="142" y="150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2" name="Freeform 417">
              <a:extLst>
                <a:ext uri="{FF2B5EF4-FFF2-40B4-BE49-F238E27FC236}">
                  <a16:creationId xmlns:a16="http://schemas.microsoft.com/office/drawing/2014/main" id="{32A0AD29-F733-4569-A97F-FDDC4D75A0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68268" y="3579488"/>
              <a:ext cx="84938" cy="86868"/>
            </a:xfrm>
            <a:custGeom>
              <a:avLst/>
              <a:gdLst>
                <a:gd name="T0" fmla="*/ 70 w 93"/>
                <a:gd name="T1" fmla="*/ 94 h 94"/>
                <a:gd name="T2" fmla="*/ 69 w 93"/>
                <a:gd name="T3" fmla="*/ 94 h 94"/>
                <a:gd name="T4" fmla="*/ 3 w 93"/>
                <a:gd name="T5" fmla="*/ 46 h 94"/>
                <a:gd name="T6" fmla="*/ 2 w 93"/>
                <a:gd name="T7" fmla="*/ 33 h 94"/>
                <a:gd name="T8" fmla="*/ 14 w 93"/>
                <a:gd name="T9" fmla="*/ 27 h 94"/>
                <a:gd name="T10" fmla="*/ 28 w 93"/>
                <a:gd name="T11" fmla="*/ 30 h 94"/>
                <a:gd name="T12" fmla="*/ 26 w 93"/>
                <a:gd name="T13" fmla="*/ 13 h 94"/>
                <a:gd name="T14" fmla="*/ 32 w 93"/>
                <a:gd name="T15" fmla="*/ 2 h 94"/>
                <a:gd name="T16" fmla="*/ 44 w 93"/>
                <a:gd name="T17" fmla="*/ 3 h 94"/>
                <a:gd name="T18" fmla="*/ 93 w 93"/>
                <a:gd name="T19" fmla="*/ 68 h 94"/>
                <a:gd name="T20" fmla="*/ 87 w 93"/>
                <a:gd name="T21" fmla="*/ 86 h 94"/>
                <a:gd name="T22" fmla="*/ 70 w 93"/>
                <a:gd name="T23" fmla="*/ 94 h 94"/>
                <a:gd name="T24" fmla="*/ 25 w 93"/>
                <a:gd name="T25" fmla="*/ 46 h 94"/>
                <a:gd name="T26" fmla="*/ 69 w 93"/>
                <a:gd name="T27" fmla="*/ 78 h 94"/>
                <a:gd name="T28" fmla="*/ 75 w 93"/>
                <a:gd name="T29" fmla="*/ 75 h 94"/>
                <a:gd name="T30" fmla="*/ 77 w 93"/>
                <a:gd name="T31" fmla="*/ 69 h 94"/>
                <a:gd name="T32" fmla="*/ 44 w 93"/>
                <a:gd name="T33" fmla="*/ 24 h 94"/>
                <a:gd name="T34" fmla="*/ 45 w 93"/>
                <a:gd name="T35" fmla="*/ 35 h 94"/>
                <a:gd name="T36" fmla="*/ 42 w 93"/>
                <a:gd name="T37" fmla="*/ 44 h 94"/>
                <a:gd name="T38" fmla="*/ 32 w 93"/>
                <a:gd name="T39" fmla="*/ 47 h 94"/>
                <a:gd name="T40" fmla="*/ 25 w 93"/>
                <a:gd name="T41" fmla="*/ 46 h 94"/>
                <a:gd name="T42" fmla="*/ 11 w 93"/>
                <a:gd name="T43" fmla="*/ 43 h 94"/>
                <a:gd name="T44" fmla="*/ 11 w 93"/>
                <a:gd name="T45" fmla="*/ 43 h 94"/>
                <a:gd name="T46" fmla="*/ 11 w 93"/>
                <a:gd name="T47" fmla="*/ 4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3" h="94">
                  <a:moveTo>
                    <a:pt x="70" y="94"/>
                  </a:moveTo>
                  <a:cubicBezTo>
                    <a:pt x="69" y="94"/>
                    <a:pt x="69" y="94"/>
                    <a:pt x="69" y="94"/>
                  </a:cubicBezTo>
                  <a:cubicBezTo>
                    <a:pt x="48" y="93"/>
                    <a:pt x="22" y="67"/>
                    <a:pt x="3" y="46"/>
                  </a:cubicBezTo>
                  <a:cubicBezTo>
                    <a:pt x="0" y="42"/>
                    <a:pt x="0" y="37"/>
                    <a:pt x="2" y="33"/>
                  </a:cubicBezTo>
                  <a:cubicBezTo>
                    <a:pt x="5" y="29"/>
                    <a:pt x="9" y="26"/>
                    <a:pt x="14" y="27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8"/>
                    <a:pt x="28" y="4"/>
                    <a:pt x="32" y="2"/>
                  </a:cubicBezTo>
                  <a:cubicBezTo>
                    <a:pt x="36" y="0"/>
                    <a:pt x="41" y="0"/>
                    <a:pt x="44" y="3"/>
                  </a:cubicBezTo>
                  <a:cubicBezTo>
                    <a:pt x="62" y="18"/>
                    <a:pt x="92" y="46"/>
                    <a:pt x="93" y="68"/>
                  </a:cubicBezTo>
                  <a:cubicBezTo>
                    <a:pt x="93" y="75"/>
                    <a:pt x="91" y="81"/>
                    <a:pt x="87" y="86"/>
                  </a:cubicBezTo>
                  <a:cubicBezTo>
                    <a:pt x="82" y="91"/>
                    <a:pt x="76" y="94"/>
                    <a:pt x="70" y="94"/>
                  </a:cubicBezTo>
                  <a:close/>
                  <a:moveTo>
                    <a:pt x="25" y="46"/>
                  </a:moveTo>
                  <a:cubicBezTo>
                    <a:pt x="43" y="65"/>
                    <a:pt x="60" y="77"/>
                    <a:pt x="69" y="78"/>
                  </a:cubicBezTo>
                  <a:cubicBezTo>
                    <a:pt x="72" y="78"/>
                    <a:pt x="73" y="77"/>
                    <a:pt x="75" y="75"/>
                  </a:cubicBezTo>
                  <a:cubicBezTo>
                    <a:pt x="77" y="74"/>
                    <a:pt x="77" y="72"/>
                    <a:pt x="77" y="69"/>
                  </a:cubicBezTo>
                  <a:cubicBezTo>
                    <a:pt x="76" y="59"/>
                    <a:pt x="64" y="42"/>
                    <a:pt x="44" y="24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6" y="38"/>
                    <a:pt x="44" y="42"/>
                    <a:pt x="42" y="44"/>
                  </a:cubicBezTo>
                  <a:cubicBezTo>
                    <a:pt x="39" y="47"/>
                    <a:pt x="36" y="48"/>
                    <a:pt x="32" y="47"/>
                  </a:cubicBezTo>
                  <a:lnTo>
                    <a:pt x="25" y="46"/>
                  </a:ln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1" y="43"/>
                    <a:pt x="11" y="43"/>
                    <a:pt x="11" y="43"/>
                  </a:cubicBezTo>
                  <a:close/>
                </a:path>
              </a:pathLst>
            </a:custGeom>
            <a:solidFill>
              <a:srgbClr val="0023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1" tIns="41465" rIns="82931" bIns="4146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32" b="0" i="0" u="none" strike="noStrike" kern="1200" cap="none" spc="0" normalizeH="0" baseline="0" noProof="0">
                <a:ln>
                  <a:noFill/>
                </a:ln>
                <a:solidFill>
                  <a:srgbClr val="1D1D1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pic>
        <p:nvPicPr>
          <p:cNvPr id="2" name="Picture 2" descr="Why Sour Foods Make Your Lips Pucker">
            <a:extLst>
              <a:ext uri="{FF2B5EF4-FFF2-40B4-BE49-F238E27FC236}">
                <a16:creationId xmlns:a16="http://schemas.microsoft.com/office/drawing/2014/main" id="{F101F0D8-FBEA-4934-9608-1E7C7B67F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52" r="15818"/>
          <a:stretch/>
        </p:blipFill>
        <p:spPr bwMode="auto">
          <a:xfrm>
            <a:off x="-15562" y="-1"/>
            <a:ext cx="3780273" cy="349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4D41B0-3D50-4DC9-917D-F3D390C3A4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860"/>
          <a:stretch/>
        </p:blipFill>
        <p:spPr>
          <a:xfrm>
            <a:off x="0" y="3495670"/>
            <a:ext cx="3787737" cy="3581846"/>
          </a:xfrm>
          <a:prstGeom prst="rect">
            <a:avLst/>
          </a:prstGeom>
        </p:spPr>
      </p:pic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0FCA7BC6-9DC7-4575-91FD-5C06EB554BF8}"/>
              </a:ext>
            </a:extLst>
          </p:cNvPr>
          <p:cNvSpPr txBox="1">
            <a:spLocks/>
          </p:cNvSpPr>
          <p:nvPr/>
        </p:nvSpPr>
        <p:spPr bwMode="gray">
          <a:xfrm>
            <a:off x="2643845" y="775070"/>
            <a:ext cx="4546265" cy="590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45802" rtl="0" eaLnBrk="1" latinLnBrk="0" hangingPunct="1">
              <a:lnSpc>
                <a:spcPct val="80000"/>
              </a:lnSpc>
              <a:spcBef>
                <a:spcPts val="0"/>
              </a:spcBef>
              <a:buFont typeface="Arial" pitchFamily="34" charset="0"/>
              <a:buNone/>
              <a:defRPr lang="de-DE" sz="5441" b="1" i="0" u="none" strike="noStrike" kern="1200" cap="none" baseline="0">
                <a:solidFill>
                  <a:schemeClr val="tx1"/>
                </a:solidFill>
                <a:latin typeface="+mj-lt"/>
                <a:ea typeface="Verdana" pitchFamily="34" charset="0"/>
                <a:cs typeface="Verdana" pitchFamily="34" charset="0"/>
              </a:defRPr>
            </a:lvl1pPr>
            <a:lvl2pPr marL="391790" indent="-195895" algn="l" defTabSz="492303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tabLst/>
              <a:defRPr sz="1451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defRPr sz="1451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783580" indent="-195895" algn="l" defTabSz="945802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5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4019660" indent="-236451" algn="l" defTabSz="94580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45802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de-DE" sz="4799" b="1" i="0" u="none" strike="noStrike" kern="1200" cap="none" spc="0" normalizeH="0" baseline="0" noProof="0" dirty="0" err="1">
                <a:ln>
                  <a:noFill/>
                </a:ln>
                <a:solidFill>
                  <a:srgbClr val="1D1D1F"/>
                </a:solidFill>
                <a:effectLst>
                  <a:glow rad="139700">
                    <a:srgbClr val="F5F5F7">
                      <a:satMod val="175000"/>
                      <a:alpha val="40000"/>
                    </a:srgbClr>
                  </a:glow>
                </a:effectLst>
                <a:uLnTx/>
                <a:uFillTx/>
                <a:latin typeface="Verdana"/>
                <a:ea typeface="Verdana" pitchFamily="34" charset="0"/>
              </a:rPr>
              <a:t>Sensational</a:t>
            </a:r>
            <a:r>
              <a:rPr kumimoji="0" lang="de-DE" sz="4799" b="1" i="0" u="none" strike="noStrike" kern="1200" cap="none" spc="0" normalizeH="0" baseline="0" noProof="0" dirty="0">
                <a:ln>
                  <a:noFill/>
                </a:ln>
                <a:solidFill>
                  <a:srgbClr val="1D1D1F"/>
                </a:solidFill>
                <a:effectLst>
                  <a:glow rad="139700">
                    <a:srgbClr val="F5F5F7">
                      <a:satMod val="175000"/>
                      <a:alpha val="40000"/>
                    </a:srgbClr>
                  </a:glow>
                </a:effectLst>
                <a:uLnTx/>
                <a:uFillTx/>
                <a:latin typeface="Verdana"/>
                <a:ea typeface="Verdana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530143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© Döhler Group SE">
  <a:themeElements>
    <a:clrScheme name="Döhler">
      <a:dk1>
        <a:srgbClr val="1D1D1F"/>
      </a:dk1>
      <a:lt1>
        <a:srgbClr val="FFFFFF"/>
      </a:lt1>
      <a:dk2>
        <a:srgbClr val="00233E"/>
      </a:dk2>
      <a:lt2>
        <a:srgbClr val="FFFFFF"/>
      </a:lt2>
      <a:accent1>
        <a:srgbClr val="003466"/>
      </a:accent1>
      <a:accent2>
        <a:srgbClr val="09478D"/>
      </a:accent2>
      <a:accent3>
        <a:srgbClr val="4A4C50"/>
      </a:accent3>
      <a:accent4>
        <a:srgbClr val="9598A1"/>
      </a:accent4>
      <a:accent5>
        <a:srgbClr val="C8CBD4"/>
      </a:accent5>
      <a:accent6>
        <a:srgbClr val="F5F5F7"/>
      </a:accent6>
      <a:hlink>
        <a:srgbClr val="2997FF"/>
      </a:hlink>
      <a:folHlink>
        <a:srgbClr val="015CB9"/>
      </a:folHlink>
    </a:clrScheme>
    <a:fontScheme name="DÖHLER - WE BRING IDEAS TO LIFE.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72000" tIns="72000" rIns="72000" bIns="72000" rtlCol="0" anchor="ctr"/>
      <a:lstStyle>
        <a:defPPr algn="ctr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Bef>
            <a:spcPts val="300"/>
          </a:spcBef>
          <a:defRPr sz="1600" dirty="0" smtClean="0"/>
        </a:defPPr>
      </a:lstStyle>
    </a:txDef>
  </a:objectDefaults>
  <a:extraClrSchemeLst/>
  <a:custClrLst>
    <a:custClr name="Dunkelblau / RGB 0-35-72">
      <a:srgbClr val="002348"/>
    </a:custClr>
    <a:custClr name="Blau / RGB 64-87-122">
      <a:srgbClr val="40577A"/>
    </a:custClr>
    <a:custClr name="Hellblau / RGB 233-239-247">
      <a:srgbClr val="E9EFF7"/>
    </a:custClr>
    <a:custClr name="Graustufen / RGB 64-64-64">
      <a:srgbClr val="404040"/>
    </a:custClr>
    <a:custClr name="Graustufen / RGB 122-122-122">
      <a:srgbClr val="7A7A7A"/>
    </a:custClr>
    <a:custClr name="Graustufen / RGB 204-204-204">
      <a:srgbClr val="CCCCCC"/>
    </a:custClr>
    <a:custClr name="Graustufen / RGB 211-211-211">
      <a:srgbClr val="D3D3D3"/>
    </a:custClr>
    <a:custClr name="Graustufen / RGB 242-242-242">
      <a:srgbClr val="F2F2F2"/>
    </a:custClr>
    <a:custClr name="frei/free">
      <a:srgbClr val="FFFFFF"/>
    </a:custClr>
    <a:custClr name="frei/free">
      <a:srgbClr val="FFFFFF"/>
    </a:custClr>
    <a:custClr name="Nur als Highlightfarbe verwenden - Only using as Highlight color">
      <a:srgbClr val="FF6600"/>
    </a:custClr>
    <a:custClr name="Nur als Highlightfarbe verwenden - Only using as Highlight color">
      <a:srgbClr val="FFCC00"/>
    </a:custClr>
  </a:custClrLst>
  <a:extLst>
    <a:ext uri="{05A4C25C-085E-4340-85A3-A5531E510DB2}">
      <thm15:themeFamily xmlns:thm15="http://schemas.microsoft.com/office/thememl/2012/main" name="220620_DOE_Corporate-Master.potx" id="{07D3D5ED-C05D-4BDE-9F39-D01A997C1796}" vid="{E645E274-FA02-40E4-B8F3-4D03DCFB856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7CA2E1A6B839A4EBC1D7BAC76B3F51B" ma:contentTypeVersion="6" ma:contentTypeDescription="Ein neues Dokument erstellen." ma:contentTypeScope="" ma:versionID="8ca48350e8f440719cb91156eb42af28">
  <xsd:schema xmlns:xsd="http://www.w3.org/2001/XMLSchema" xmlns:xs="http://www.w3.org/2001/XMLSchema" xmlns:p="http://schemas.microsoft.com/office/2006/metadata/properties" xmlns:ns3="cf9c9ec7-00a2-404d-8a08-f44b8a8875a6" xmlns:ns4="a4b2fe93-8813-48a5-bafc-8ef9565bce67" targetNamespace="http://schemas.microsoft.com/office/2006/metadata/properties" ma:root="true" ma:fieldsID="6c75a1b2c6d75c984a9c75afecbcfa31" ns3:_="" ns4:_="">
    <xsd:import namespace="cf9c9ec7-00a2-404d-8a08-f44b8a8875a6"/>
    <xsd:import namespace="a4b2fe93-8813-48a5-bafc-8ef9565bce6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9c9ec7-00a2-404d-8a08-f44b8a8875a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b2fe93-8813-48a5-bafc-8ef9565bc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4b2fe93-8813-48a5-bafc-8ef9565bce67" xsi:nil="true"/>
  </documentManagement>
</p:properties>
</file>

<file path=customXml/itemProps1.xml><?xml version="1.0" encoding="utf-8"?>
<ds:datastoreItem xmlns:ds="http://schemas.openxmlformats.org/officeDocument/2006/customXml" ds:itemID="{E2CE6D8C-0D7C-410C-89CF-C807D4DE55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C7B489-BC9D-4B55-90D8-1BED564E71E8}">
  <ds:schemaRefs>
    <ds:schemaRef ds:uri="a4b2fe93-8813-48a5-bafc-8ef9565bce67"/>
    <ds:schemaRef ds:uri="cf9c9ec7-00a2-404d-8a08-f44b8a8875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F083654-B7CC-4559-BE08-75757AA394BE}">
  <ds:schemaRefs>
    <ds:schemaRef ds:uri="a4b2fe93-8813-48a5-bafc-8ef9565bce67"/>
    <ds:schemaRef ds:uri="cf9c9ec7-00a2-404d-8a08-f44b8a8875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1041</Words>
  <Application>Microsoft Office PowerPoint</Application>
  <PresentationFormat>Widescreen</PresentationFormat>
  <Paragraphs>204</Paragraphs>
  <Slides>9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Symbol</vt:lpstr>
      <vt:lpstr>Tahoma</vt:lpstr>
      <vt:lpstr>Verdana</vt:lpstr>
      <vt:lpstr>Wingdings</vt:lpstr>
      <vt:lpstr>Office Theme</vt:lpstr>
      <vt:lpstr>© Döhler Group SE</vt:lpstr>
      <vt:lpstr>think-cell Folie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Kosilova, Olga</dc:creator>
  <cp:lastModifiedBy>Kosilova, Olga</cp:lastModifiedBy>
  <cp:revision>6</cp:revision>
  <dcterms:created xsi:type="dcterms:W3CDTF">2023-03-29T11:42:40Z</dcterms:created>
  <dcterms:modified xsi:type="dcterms:W3CDTF">2023-03-30T15:16:34Z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75bfda0-71d3-447e-a4d8-bdd8ff136ad9_Enabled">
    <vt:lpwstr>true</vt:lpwstr>
  </property>
  <property fmtid="{D5CDD505-2E9C-101B-9397-08002B2CF9AE}" pid="3" name="MSIP_Label_d75bfda0-71d3-447e-a4d8-bdd8ff136ad9_SetDate">
    <vt:lpwstr>2023-03-29T11:42:40Z</vt:lpwstr>
  </property>
  <property fmtid="{D5CDD505-2E9C-101B-9397-08002B2CF9AE}" pid="4" name="MSIP_Label_d75bfda0-71d3-447e-a4d8-bdd8ff136ad9_Method">
    <vt:lpwstr>Standard</vt:lpwstr>
  </property>
  <property fmtid="{D5CDD505-2E9C-101B-9397-08002B2CF9AE}" pid="5" name="MSIP_Label_d75bfda0-71d3-447e-a4d8-bdd8ff136ad9_Name">
    <vt:lpwstr>Internal</vt:lpwstr>
  </property>
  <property fmtid="{D5CDD505-2E9C-101B-9397-08002B2CF9AE}" pid="6" name="MSIP_Label_d75bfda0-71d3-447e-a4d8-bdd8ff136ad9_SiteId">
    <vt:lpwstr>38e5bc50-ed60-4cb7-83d9-07d94e42f5f8</vt:lpwstr>
  </property>
  <property fmtid="{D5CDD505-2E9C-101B-9397-08002B2CF9AE}" pid="7" name="MSIP_Label_d75bfda0-71d3-447e-a4d8-bdd8ff136ad9_ActionId">
    <vt:lpwstr>b3dc0b42-0bc0-4ea2-ab56-3d708c587c6d</vt:lpwstr>
  </property>
  <property fmtid="{D5CDD505-2E9C-101B-9397-08002B2CF9AE}" pid="8" name="MSIP_Label_d75bfda0-71d3-447e-a4d8-bdd8ff136ad9_ContentBits">
    <vt:lpwstr>0</vt:lpwstr>
  </property>
  <property fmtid="{D5CDD505-2E9C-101B-9397-08002B2CF9AE}" pid="9" name="ContentTypeId">
    <vt:lpwstr>0x010100D7CA2E1A6B839A4EBC1D7BAC76B3F51B</vt:lpwstr>
  </property>
</Properties>
</file>